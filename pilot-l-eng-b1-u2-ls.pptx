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key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black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homework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homework_adv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ref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ppend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