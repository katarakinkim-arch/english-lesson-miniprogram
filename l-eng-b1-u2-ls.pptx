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wav" ContentType="audio/wav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  <Relationship Id="rId3" Type="http://schemas.openxmlformats.org/officeDocument/2006/relationships/audio" Target="../media/audio1.wav"/>
  <Relationship Id="rId4" Type="http://schemas.openxmlformats.org/officeDocument/2006/relationships/image" Target="../media/poster_s9.png"/>
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_cont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_objecti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_keypoi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_ste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_ste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_step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_step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audio xmlns:p="http://schemas.openxmlformats.org/presentationml/2006/main">
        <p:nvPicPr>
          <p:cNvPr id="999" name="Audio 1" descr=""/>
          <p:cNvPicPr>
            <a:picLocks noChangeAspect="1"/>
          </p:cNvPicPr>
          <p:nvPr>
            <a:audioFile r:link="rId3"/>
          </p:nvPr>
        </p:nvPicPr>
        <p:blipFill>
          <a:blip r:embed="rId4"/>
          <a:stretch>
            <a:fillRect/>
          </a:stretch>
        </p:blipFill>
        <p:spPr>
          <a:xfrm>
            <a:off x="10881360" y="5760720"/>
            <a:ext cx="822960" cy="822960"/>
          </a:xfrm>
          <a:prstGeom prst="rect">
            <a:avLst/>
          </a:prstGeom>
        </p:spPr>
        <p:timing>
          <p:tnLst>
            <p:par>
              <p:cTn id="9998" fill="hold">
                <p:stCondLst>
                  <p:cond evt="onBegin" delay="0"/>
                </p:stCondLst>
                <p:childTnLst>
                  <p:audio>
                    <p:cMediaNode vol="100000" mute="0">
                      <p:embed>
                        <a:audioFile r:link="rId3"/>
                      </p:embed>
                    </p:cMediaNode>
                  </p:audio>
                </p:childTnLst>
              </p:cTn>
            </p:par>
          </p:tnLst>
        </p:timing>
      </p:audio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_step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_step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_black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_homework_bas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_homework_advanc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_refl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append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