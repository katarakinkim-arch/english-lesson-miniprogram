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第1单元 集合与常用逻辑用语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充分条件与必要条件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逻辑推理：理解p⇒q时p充分、q必要，能判断条件关系。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数学抽象：建立"命题条件⇔集合包含"的对应模型。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直观想象：用Venn图表示p⇒q(小圈套大圈)。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数学运算：对具体命题判定充分/必要/充要。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从集合包含关系引出逻辑条件：若p⇒q，则p是q的充分条件、q是p的必要条件。用"若p则q"命题与集合A⊆B的对应(A={x|p(x)},B={x|q(x)})统一理解，避免死记"有p就够/缺q不行"。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p⇒q：p是q的充分条件(有p够)，q是p的必要条件(无q不行)。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集合对应：A={x|p(x)}⊆B={x|q(x)}⇔p⇒q。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充要：p⇔q即充分且必要。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判定：看推出方向，非记口诀。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充分与必要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集合对应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Venn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充要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方向。原因：充分/必要易反，需抓住"p⇒q"。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集合对应。原因：A⊆B⇔p⇒q反直觉，需练。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必要含义。原因："无q不行"抽象，需例。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充分与必要 ──┐
│ p⇒q: │
│ p充分(有p够) │
│ q必要(无q不行) │
│ 集合:A⊆B⇔p⇒q │
│ Venn:A小套B大 │
│ 充要:p⇔q │
│ 判定看推出方向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"x&gt;1"是"x&gt;0"的什么条件？2. "两角相等"是"全等"的什么条件？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【提高作业】用集合包含解释"x是偶数"与"x是整数"的条件关系。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本单元主题：集合与常用逻辑用语。把今天学到的方法带进下一篇——自己读、自己想、自己写。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