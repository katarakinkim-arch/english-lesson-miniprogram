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选择性必修第二册 · 第1单元 直线和圆的方程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直线的交点坐标与距离公式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数学运算：联立方程求两直线交点。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数学运算：用距离公式求两点距离、点到直线距离。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数学运算：求两条平行线间的距离。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直观想象：理解距离公式的几何来源。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交点：联立两直线方程求解。两点距离d=√((x2-x1)²+(y2-y1)²)。点到直线距离d=|Ax0+By0+C|/√(A²+B²)。平行线间距离用一点到另一线距离。重点是点到直线距离公式。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交点：联立两直线方程求解（无解⇔平行，无穷⇔重合）。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两点距：d=√((Δx)²+(Δy)²)。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点到线距：d=|Ax0+By0+C|/√(A²+B²)。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平行线距：在一条上取点，求到另一条距离。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两点距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点到线距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推导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平行线距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点到线公式。原因：分子绝对值、分母√(A²+B²)易错，需强化。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平行线距。原因：需取点代另一线，易代同一条，需示范。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交点无解。原因：平行时无解，需先判断关系。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交点与距离 ──┐
│ 交点:联立求解│
│ 两点距:√Δx²+│
│ Δy² │
│ 点线距:|Ax0+│
│ By0+C|/√A²│
│ +B² │
│ 平行距:取点│
│ 代另一线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点到直线距离d=____。2. 平行线距=一点到____的距离。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【提高作业】两平行线3x+4y-5=0与3x+4y+5=0的距离。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本单元主题：直线和圆的方程。把今天学到的方法带进下一篇——自己读、自己想、自己写。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