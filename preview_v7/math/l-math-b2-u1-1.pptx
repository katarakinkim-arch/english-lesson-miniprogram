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第1单元 平面向量及其应用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平面向量的实际背景与基本概念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数学抽象：说出向量定义，区分向量与数量。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直观想象：用有向线段表示向量，识别模、方向。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数学运算：理解零向量、单位向量、相等向量、平行(共线)向量的含义。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逻辑推理：判断两个向量是否相等或平行。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从位移、力等物理量与方向有关的量引入向量，区分向量与数量。用有向线段表示向量，规定模、零向量、单位向量、平行(共线)向量、相等向量等概念。重点是向量既有大小又有方向，以及几何表示。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向量：既有大小又有方向的量(力、位移)。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表示：有向线段(起点→终点)，记作\(\vec{a}\)。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模：\(|\vec{a}|\) 表示长度；零向量\(\vec{0}\)模为0、方向任意。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相等：模等且方向相同；平行(共线)：方向相同或相反(含\(\vec{0}\))。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有向线段表示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模与零向量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相等与平行(共线)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单位向量辨析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向量相等。原因：需"模+方向"双条件，易只看长度，需强调。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平行含零向量。原因：规定\(\vec{0}\)与任一向量平行，易漏，需点明。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向量vs数量。原因：向量不能比大小，易误用"大于"，需澄清。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平面向量概念 ──┐
│ 向量=大小+方向 │
│ 有向线段→\vec{a} │
│ 模 |\vec{a}|≥0 │
│ 零\vec{0}:模0方向任意│
│ 单位:模1(方向任意)│
│ 相等:模等+同向 │
│ 平行(共线):同向/│
│ 反向(含\vec{0})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判断：相等向量一定平行( )；\(\vec{0}\)与任何向量平行( )。2. 写出与\(\vec{a}\)反向的单位向量。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【提高作业】在方格纸画出与已知向量相等的所有向量(至少3个位置)。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本单元主题：平面向量及其应用。把今天学到的方法带进下一篇——自己读、自己想、自己写。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