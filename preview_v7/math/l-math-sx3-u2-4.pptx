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第2单元 一元函数导数及其应用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导数与极值、最值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数学运算：求驻点并据导数变号判定极值。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逻辑推理：说明f′(x)=0是极值的必要非充分条件。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数学运算：求闭区间上函数的最大值与最小值。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直观想象：结合图像区分极值与最值。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极值点处f′(x)=0且两侧导数变号；f′(x)=0的点叫驻点（未必极值）。闭区间最值：比较驻点与端点函数值。重点是极值判定（导数变号）与最值求法。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极值：f′(x0)=0且两侧f′变号；左正右负⇒极大，左负右正⇒极小。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驻点：f′(x)=0的点，未必是极值（如y=x³的x=0）。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最值：闭区间上比较所有驻点与端点函数值。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开区间无最值保证，需结合趋势。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变号判定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驻点反例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最值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步骤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变号条件。原因：f′=0不够，须两侧变号才是极值，易漏。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驻点≠极值。原因：y=x³在0处f′=0但非极值，需反例。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最值端点。原因：闭区间最值在驻点或端点，易忘端点。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极值与最值 ──┐
│ 极值:f′=0且变│
│ 号(左正右负大│
│ 左负右正小) │
│ 驻点:f′=0 │
│ (未必极值) │
│ 最值:比驻点+│
│ 端点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极值的必要条件____。2. 闭区间最值需比较____。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【提高作业】f(x)=x³-3x²在[0,3]的最值。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本单元主题：一元函数导数及其应用。把今天学到的方法带进下一篇——自己读、自己想、自己写。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