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直线的方向向量与平面的法向量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直观想象：理解直线方向向量与平面法向量的几何意义。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数学运算：求已知直线的方向向量。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数学运算：用方程组求平面的一个法向量。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逻辑推理：说明法向量不唯一但方向平行。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的方向向量是与直线平行的非零向量；平面的法向量是垂直于平面的非零向量。掌握求法：方向向量取直线上两点的差；法向量通过设n⃗=(x,y,z)并令其与面内两不共线向量点积为0求解。重点是法向量的求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方向向量：与直线平行的非零向量v⃗，取直线上两点之差。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法向量：垂直平面的非零向量n⃗，n⃗⊥面内任意向量。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求法向量：设n⃗=(x,y,z)，令n⃗·a⃗=0、n⃗·b⃗=0（a⃗、b⃗不共线于面内），解方程组。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法向量不唯一，彼此平行。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方向向量求法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法向量概念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求法向量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赋值求解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方向向量取法。原因：须取直线上的两点之差，易取错点。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法向量方程组。原因：三个未知两方程，需给一变量赋值，易卡。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不唯一性。原因：学生以为有唯一解，需说明平行即可。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方向向量与法向量 ──┐
│ 方向向量v⃗= │
│ AB⃗(直线上) │
│ 法向量n⃗⊥平面 │
│ 求:n⃗·a⃗=0 │
│ n⃗·b⃗=0 │
│ 赋值解(不唯一)│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直线方向向量可取____。2. 平面法向量满足____。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【提高作业】平面过点A(0,0,0)、B(1,0,0)、C(0,1,0)，求该平面一个法向量。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