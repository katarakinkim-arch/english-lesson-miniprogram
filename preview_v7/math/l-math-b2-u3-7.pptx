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第3单元 立体几何初步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直线与平面垂直的判定与性质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逻辑推理：复述线面垂直判定与性质。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直观想象：理解垂直定义(对任意线)。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数学运算：证明线面垂直。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数学抽象：区分"垂直"与"平行"判定条件。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线面垂直定义：直线与平面内任意直线垂直。判定：与平面内两条相交直线垂直则垂直。性质：垂直于同一平面的直线互相平行。重点是两个定理。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定义：l⊥α⇔l垂直α内任意直线。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判定：l⊥α内两相交直线⇒l⊥α。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性质：a⊥α,b⊥α⇒a∥b。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应用：常先证线线垂直(勾股定理逆/等腰)。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判定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相交条件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性质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相交条件。原因：判定须两相交直线垂直，易漏，需强调(同平行类比)。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定义任意性。原因："垂直平面内任意直线"难操作，实际用判定，需点。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性质得平行。原因：同垂直一面的两直线平行，反直觉，需演示。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线面垂直 ──┐
│ 定义:垂直面内│
│ 任意线 │
│ 判定:⊥两相交│
│ 线⇒⊥面 │
│ 性质:⊥同面 │
│ 两直线∥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线面垂直判定需垂直平面内__条直线且__。2. a⊥α,b⊥α则a__b。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【提高作业】证明：过一点有且只有一条直线与已知平面垂直。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本单元主题：立体几何初步。把今天学到的方法带进下一篇——自己读、自己想、自己写。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