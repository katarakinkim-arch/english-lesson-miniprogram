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第5单元 三角函数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任意角和弧度制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数学抽象：理解任意角(正/负/零)与终边相同角。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数学运算：掌握角度与弧度互化(π rad=180°)。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直观想象：用旋转理解任意角与终边位置。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逻辑推理：写出与α终边相同的角集合{β|β=α+k·360°}。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突破0°~360°限制引入任意角(逆时针正、顺时针负、终边相同角相差360°整数倍)，并用弧度制统一角与实数(弧长/半径)。弧度与角度互化(π rad=180°)是后续三角函数定义的基础。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任意角：逆时针正、顺时针负、不旋转零。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终边相同：β=α+k·360°(k∈Z)。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弧度：|α|=l/r；π rad=180°。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互化：度×π/180=弧度；弧度×180/π=度。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终边相同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弧度定义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π=180°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互化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负角方向。原因：顺负逆正易反，需图。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终边相同集。原因：漏k·360°或写错符号，需强调。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弧度互化。原因：π rad=180°忘，需练。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任意角/弧度 ──┐
│ 逆正顺负 │
│ 终边同: │
│ β=α+k·360° │
│ 弧度:|α|=l/r │
│ π rad=180° │
│ 互化: │
│ 度×π/180 │
│ 弧度×180/π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写与60°终边相同的角集合。2. 90°、π/3化另一单位。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【提高作业】弧长公式l=|α|r，半径2、角π/2，求弧长。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本单元主题：三角函数。把今天学到的方法带进下一篇——自己读、自己想、自己写。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