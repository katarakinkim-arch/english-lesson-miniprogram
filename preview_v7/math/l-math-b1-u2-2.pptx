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第2单元 等式与不等式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基本不等式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数学抽象：掌握基本不等式√ab≤(a+b)/2(a,b&gt;0)及等号条件a=b。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逻辑推理：由a²+b²≥2ab推导基本不等式。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直观想象：理解几何意义(半径≥半弦)。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数学建模：用"一正二定三相等"求最值。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基本不等式√ab≤(a+b)/2(a,b&gt;0)：算术平均不小于几何平均。从重要不等式a²+b²≥2ab推导，几何意义为"半径不小于半弦"，应用含"和定积最大、积定和最小"的最值模型。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基本不等式：a,b&gt;0时√ab≤(a+b)/2，等号⇔a=b。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来源：a²+b²≥2ab(配方)。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几何：半圆中半径(算术均)≥半弦(几何均)。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最值：和定积最大、积定和最小；前提正、定、等。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基本不等式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几何意义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最值模型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三前提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a,b&gt;0前提。原因：负数时不等式失效，需红线。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最值三前提。原因：忘"定"(和/积须常数)或"等"，需强调。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等号条件。原因：a=b才取等，需验。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基本不等式 ──┐
│ a,b&gt;0: │
│ √ab≤(a+b)/2 │
│ 等号⇔a=b │
│ 源:a²+b²≥2ab │
│ 几何:半径≥半弦│
│ 最值: │
│ 和定积最大 │
│ 积定和最小 │
│ 正·定·等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x&gt;0，求x+1/x最小值及取等条件。2. 判断：a,b∈R时√ab≤(a+b)/2恒成立？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【提高作业】周长为20的矩形，面积最大是多少？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本单元主题：等式与不等式。把今天学到的方法带进下一篇——自己读、自己想、自己写。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