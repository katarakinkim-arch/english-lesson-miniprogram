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选择性必修第二册 · 第2单元 圆锥曲线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椭圆的简单几何性质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直观想象：由标准方程说出范围、对称性、顶点。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数学运算：写出长轴、短轴长与焦点、离心率。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数学抽象：理解离心率e=c/a刻画扁圆程度。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逻辑推理：由e与a、b、c关系解题。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由x²/a²+y²/b²=1得：范围|x|≤a、|y|≤b；对称性（关于轴、原点）；顶点(±a,0)(0,±b)；长轴2a、短轴2b；离心率e=c/a∈(0,1)，e越大越扁。重点是离心率e的几何意义。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范围：|x|≤a，|y|≤b。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对称：关于x轴、y轴、原点对称。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顶点：(±a,0)、(0,±b)；长轴2a、短轴2b。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离心率：e=c/a∈(0,1)，e越大越扁。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顶点与轴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离心率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e与扁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例题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e的几何意义。原因：e=c/a衡量扁平度，非形状大小，需结合图。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e范围。原因：椭圆e&lt;1（双曲线e&gt;1），易混。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顶点区分。原因：长轴端点(±a,0)与短轴端点(0,±b)易反。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椭圆几何性质 ──┐
│ |x|≤a,|y|≤b │
│ 对称:轴/原点│
│ 顶点(±a,0) │
│ (0,±b) │
│ 长轴2a短轴2b│
│ e=c/a∈(0,1)│
│ e大⇒越扁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椭圆离心率范围____。2. e越大椭圆越____。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【提高作业】已知e=3/5且长轴10，求椭圆标准方程（焦点x轴）。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本单元主题：圆锥曲线。把今天学到的方法带进下一篇——自己读、自己想、自己写。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