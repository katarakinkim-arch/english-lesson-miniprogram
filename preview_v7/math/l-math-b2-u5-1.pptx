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第5单元 概率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随机事件与概率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数学抽象：区分必然、不可能、随机事件。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逻辑推理：用集合语言描述事件关系。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数据分析：理解概率的频率定义。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数学运算：应用概率基本性质。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必然事件、不可能事件、随机事件；事件的关系(包含、并、交)；概率定义(频率稳定值)与性质(0≤P≤1，P(Ω)=1)。重点是概率的直观理解与基本性质。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事件：必然(一定发生)、不可能(不发生)、随机(可能发生)。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关系：包含A⊂B、并A∪B、交A∩B、互斥A∩B=∅。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概率：频率稳定值；0≤P(A)≤1；P(Ω)=1,P(∅)=0。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加法：互斥时P(A∪B)=P(A)+P(B)。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事件关系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维恩图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概率性质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加法公式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事件关系。原因：并/交/包含用集合语言，易混，需维恩图。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加法公式。原因：非互斥不能直接加(重复算交)，需强调互斥前提。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概率意义。原因：概率是"长期频率稳定值"非单次结果，需澄清。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事件与概率 ──┐
│ 必然/不可能/│
│ 随机 │
│ A⊂B,∪,∩ │
│ 0≤P≤1 │
│ P(Ω)=1 │
│ 互斥:P(A∪B)│
│ =P(A)+P(B)│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不可能事件概率=__。2. 互斥A,B，P(A∪B)=__。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【提高作业】P(A)=0.5,P(B)=0.3,P(A∩B)=0.1，求P(A∪B)。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本单元主题：概率。把今天学到的方法带进下一篇——自己读、自己想、自己写。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