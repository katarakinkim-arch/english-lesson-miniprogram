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第1单元 集合与常用逻辑用语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集合间的基本关系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逻辑推理：理解子集、真子集、集合相等的定义，能判断集合间关系。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直观想象：用Venn图表示集合的包含关系。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数学抽象：理解空集∅的含义及性质(∅⊆A，∅⊂非空A)。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数学运算：掌握子集个数公式(含n个元素的集合有2ⁿ个子集)。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在集合概念之后，建立集合间关系：子集(A⊆B)、真子集(A⊂B且A≠B)、集合相等(A⊆B且B⊆A)。用Venn图直观表示包含关系，并给出空集∅的定义与性质(∅⊆A)。这是后续集合运算与逻辑关系的基础。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子集：A中元素全在B中⇒A⊆B。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真子集：A⊆B且A≠B⇒A⊂B。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相等：A⊆B且B⊆A⇔A=B。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空集：∅，∅⊆A恒成立。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子集数：n元集有2ⁿ个子集、2ⁿ-1个真子集。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子集与真子集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Venn图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⊆与∈对比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空集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子集个数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⊆与∈区别。原因：维度不同(集合-集合vs元素-集合)，需对比。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空集。原因：易漏∅⊆A，需强调规定。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子集个数。原因：易数错，需2ⁿ推导。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集合间关系 ──┐
│ A⊆B: A元全在B │
│ A⊂B: A⊆B且A≠B │
│ A=B: 互⊆ │
│ Venn: A圈套B圈│
│ ⊆ vs ∈: │
│ 集-集 / 元-集 │
│ 空集∅: │
│ ∅⊆A 恒成立 │
│ {∅}≠∅ │
│ 子集数: 2ⁿ │
│ 真子集: 2ⁿ-1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判断：0___{0}；{0}___{0,1}；∅___{1}。2. 写出{a,b}的所有子集。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【提高作业】含3个元素的集合有几个真子集？说明理由。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本单元主题：集合与常用逻辑用语。把今天学到的方法带进下一篇——自己读、自己想、自己写。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