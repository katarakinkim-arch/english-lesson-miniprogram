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第2单元 一元函数导数及其应用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导数与函数单调性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逻辑推理：说明f′(x)符号与单调性的关系。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数学运算：求函数的单调区间（求导、解不等式）。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数学运算：由单调性反求参数范围。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直观想象：结合图像理解导数与升降。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在区间上f′(x)&gt;0⇒f递增；f′(x)&lt;0⇒f递减。求单调区间步骤：求导→解f′(x)符号（因式化）→列表得区间。重点是「导数符号决定单调性」。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f′(x)&gt;0⇒递增；f′(x)&lt;0⇒递减（区间内）。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步骤：求导→令f′(x)=0求根→因式化→列表判符号→得区间。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定义域优先：单调区间须在定义域内。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参数：由单调性得f′(x)符号约束，求参范围。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图像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步骤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列表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参数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因果方向。原因：是f′符号决定增减，非增减推符号，易反述。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因式化。原因：解f′(x)符号先因式分解定根，易直接乱判。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区间写法。原因：用「,」分隔区间不能用∪（不连续单调），易错。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导数与单调性 ──┐
│ f′&gt;0⇒增 │
│ f′&lt;0⇒减 │
│ 步骤:求导→根│
│ →因式化→列表│
│ →判号→区间 │
│ 区间用逗号 │
│ 不用∪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f′(x)&gt;0⇒函数____。2. 单调区间间用____连接。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【提高作业】f(x)=x²-2lnx（x&gt;0）的单调区间。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本单元主题：一元函数导数及其应用。把今天学到的方法带进下一篇——自己读、自己想、自己写。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