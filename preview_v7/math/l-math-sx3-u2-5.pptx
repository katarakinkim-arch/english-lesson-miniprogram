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选择性必修第三册 · 第2单元 一元函数导数及其应用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导数在实际优化中的应用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数学建模：把实际问题抽象为目标函数。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数学运算：确定变量定义域并求导找极值。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逻辑推理：结合实际意义取舍最值。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数学运算：规范书写应用题解答。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用导数解决最值应用题：①建模（设变量、列目标函数、定定义域）；②求导找极值点；③比较得最值并作答。重点是建模与定义域。典型：面积最大、容积最大、成本最低。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建模：设自变量x，列目标函数f(x)，明确定义域（实际约束）。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求解：f′(x)=0得候选，结合单调性判最值。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作答：把x代回原问题，说明实际含义。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检验：极值点须在定义域内。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定义域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求解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作答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例题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建模列函数。原因：从文字提取变量与关系列函数，是最大难点，需训练。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定义域。原因：实际长度、非负等约束，易忽略导致极值无效。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回扣问题。原因：求出x后要代回算面积/容积等，易停在x。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导数优化应用 ──┐
│ 建模:设x→f(x)│
│ 定义域:实际约束│
│ 求解:f′=0→候选│
│ 比较定最值 │
│ 作答:代回原问│
│ 题+单位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应用题第一步是____。2. 极值点须落在____内。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【提高作业】周长20的矩形，何时面积最大？最大多少？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本单元主题：一元函数导数及其应用。把今天学到的方法带进下一篇——自己读、自己想、自己写。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