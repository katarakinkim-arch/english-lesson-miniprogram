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第4单元 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百分位数与样本估计总体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数据分析：计算百分位数。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逻辑推理：理解样本估计总体的思想。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数学运算：用样本特征估计总体特征。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数学抽象：区分参数与统计量。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百分位数定义与计算(排序、定位)；用样本的频率分布、均值方差估计总体的相应特征。重点是估计思想与百分位数的计算。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百分位数：排序后，第p百分位是使至少p%数据≤它、至少(100-p)%≥它的值。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计算：位置i=n×p%，插值或取相邻。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估计：样本均值≈总体均值；样本频率分步≈总体分布。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思想：用样本推断总体，存在随机误差。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插值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样本估计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误差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定位公式。原因：i=np%取整/插值规则易错，需分步示范。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估计误差。原因：样本不同结果略异，需说明"估计非精确"。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含义。原因：百分位是"分界"非"平均值"，需澄清。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百分位/估计 ──┐
│ P_p:≥p%≤它 │
│ i=n×p% │
│ 非整→上整 │
│ 整→i与i+1均│
│ 样本估总体 │
│ 有随机误差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第p百分位使至少__%数据≤它。2. 样本均值是总体均值的__。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【提高作业】数据1,2,3,4,5,6,7,8求P25与P75。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本单元主题：统计。把今天学到的方法带进下一篇——自己读、自己想、自己写。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