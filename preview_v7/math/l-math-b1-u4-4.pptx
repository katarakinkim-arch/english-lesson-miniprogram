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第4单元 指数与对数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对数函数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数学抽象：理解对数函数定义及与指数函数的反函数关系。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直观想象：画出图象，说定点、定义域、值域、渐近线、单调性。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数学运算：会比较对数大小。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逻辑推理：利用y=x对称由指数图得对数图。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对数函数y=logₐx(a&gt;0,a≠1)是指数函数y=aˣ的反函数，图象关于y=x对称。分a&gt;1(增)与0&lt;a&lt;1(减)，定点(1,0)，定义域(0,∞)，值域R，y轴为渐近线。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定义：y=logₐx(a&gt;0,a≠1)，是指数y=aˣ的反函数。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图象：与y=aˣ关于y=x对称。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定点(1,0)，定义域(0,∞)，值域R，y轴渐近。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a&gt;1增、0&lt;a&lt;1减。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对称作图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性质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比大小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定义域(0,∞)。原因：与指数值域对应，易写成R，需强调。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定点(1,0)。原因：logₐ1=0，易错成(0,1)，需对比。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反函数对称。原因：关于y=x对称不清，需图。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对数函数 ──┐
│ y=log_a x │
│ 指数反函数 │
│ 关于y=x对称 │
│ 定点(1,0) │
│ 域(0,∞) 值R │
│ y轴渐近 │
│ a&gt;1增 0&lt;a&lt;1减 │
│ 比:异底取1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y=log₂x单调性与定点。2. 比log₂3与log₂5。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【提高作业】比log₂3与log₃2大小。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本单元主题：指数与对数。把今天学到的方法带进下一篇——自己读、自己想、自己写。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