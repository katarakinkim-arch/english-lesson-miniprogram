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第4单元 统计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相关关系与一元线性回归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第5课时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数据分析：画散点图判断相关性。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数学运算：用最小二乘法求回归直线。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数学建模：用回归方程预测。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逻辑推理：区分相关与函数、因果。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变量间相关关系；散点图判断线性相关；最小二乘法求回归直线ŷ=bx+a。重点是回归方程的计算与预测应用。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相关：变量间非确定关系(不同于函数)。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散点图：正相关右上、负相关右下。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回归：\(\hat{y}=bx+a\)，b=协方差/方差x。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应用：代入x预测ŷ，非精确。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散点图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最小二乘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回归方程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预测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相关≠因果。原因：两变量同受第三因素影响的错觉，需举例。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公式。原因：b含x均值、y均值、平方和，易错，需分步。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预测解释。原因：回归是"估计"非确定，需点。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回归 ──┐
│ 相关≠函数 │
│ 散点:右上正│
│ 右下负 │
│ b=Σ(x-x̄)·│
│ (y-ȳ)/Σ(x│
│ -x̄)² │
│ a=ȳ-bx̄ │
│ 过(x̄,ȳ)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正相关时b__0。2. 回归直线必过样本__。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【提高作业】x:1,2,3,y:2,4,5，求回归方程(ȳ=11/3,x̄=2)。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本单元主题：统计。把今天学到的方法带进下一篇——自己读、自己想、自己写。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