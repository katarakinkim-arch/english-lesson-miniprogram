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第2单元 等式与不等式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等式性质与不等式性质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逻辑推理：掌握不等式对称性、传递性、可加性、可乘性。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数学运算：会用性质比较实数大小、判断不等号方向。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数学抽象：理解"c的符号决定可乘性方向"的本质。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直观想象：用数轴理解不等式的方向关系。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从等式基本性质过渡到不等式性质：对称性、传递性、可加性(a&gt;b⇒a+c&gt;b+c)、可乘性(a&gt;b,c&gt;0⇒ac&gt;bc；c&lt;0不等号反向)。重点是可乘性中c的符号对方向的影响——这是不等式易错核心。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对称：a&gt;b⇔b&lt;a。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传递：a&gt;b,b&gt;c⇒a&gt;c。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可加：a&gt;b⇒a+c&gt;b+c。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可乘：a&gt;b,c&gt;0⇒ac&gt;bc；c&lt;0⇒ac&lt;bc(反向)。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基本性质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可乘性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作差比大小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综合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可乘性符号。原因：乘负数忘反向，需红线。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传递性。原因：a&gt;b,c&gt;d不能直接比，需同中间量。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比大小。原因：步骤跳，需"作差法"规范。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不等式性质 ──┐
│ 对称:a&gt;b⇔b&lt;a │
│ 传递:a&gt;b,b&gt;c │
│ ⇒a&gt;c │
│ 可加:a&gt;b │
│ ⇒a+c&gt;b+c │
│ 可乘:c&gt;0同向 │
│ c&lt;0反向! │
│ 比大小:作差 │
│ a-b?0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a&gt;b,c&lt;0，比较ac与bc。2. 用作差法比x²+1与2x。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【提高作业】已知a&gt;b&gt;0，证明1/a&lt;1/b。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本单元主题：等式与不等式。把今天学到的方法带进下一篇——自己读、自己想、自己写。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