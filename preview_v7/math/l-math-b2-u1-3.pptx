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必修第二册 · 第1单元 平面向量及其应用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向量的减法与数乘运算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数学运算：会作向量减法与数乘。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直观想象：用几何表示减法"共起点"与数乘伸缩。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逻辑推理：理解并应用向量共线定理。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数学抽象：归纳\(\lambda\vec{a}\)的模与方向规律。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用相反向量定义减法\(\vec{a}-\vec{b}=\vec{a}+(-\vec{b})\)，几何上"共起点，差指向被减"。数乘\(\lambda\vec{a}\)改变长度(并可能反向)，导出向量共线定理：\(\vec{b}=\lambda\vec{a}\)(a≠0)⇔共线。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相反向量：\(-\vec{a}\)，\(\vec{a}+(-\vec{a})=\vec{0}\)。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减法：\(\vec{a}-\vec{b}=\vec{a}+(-\vec{b})\)，共起点时差从\(\vec{b}\)终点指向\(\vec{a}\)终点。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数乘：\(|\lambda\vec{a}|=|\lambda||\vec{a}|\)；\(\lambda&gt;0\)同向，\(\lambda&lt;0\)反向。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共线定理：\(\vec{b}=\lambda\vec{a}\)(a≠0)⇔a,b共线。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减法几何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数乘伸缩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数乘运算律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共线定理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减法方向。原因：差"指向被减向量终点"，易画反，需强调共起点。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数乘反向。原因：\(\lambda&lt;0\)反向，易忘，需举负例。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共线定理。原因：须\(\vec{a}\neq\vec{0}\)，否则任意\(\lambda\)都成立，需点条件。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减法与数乘 ──┐
│ -\vec{a}:等长反向 │
│ \vec{a}-\vec{b}= │
│ \vec{a}+(-\vec{b})│
│ 减法:共起点 │
│ 差→被减终点 │
│ 数乘:|λ\vec{a}|= │
│ |λ||\vec{a}| │
│ 共线定理(a≠0): │
│ \vec{b}=λ\vec{a}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化简：\(3\vec{a}-5\vec{a}\)；\(\vec{a}-\vec{b}+\vec{b}\)。2. 若\(\vec{b}=-2\vec{a}\)，则a,b____。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【提高作业】用共线定理证明：若\(\vec{a}+\vec{b}=2\vec{c}\)且\(\vec{a}-\vec{b}=2\vec{c}\)，则\(\vec{a}=\vec{b}\)。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本单元主题：平面向量及其应用。把今天学到的方法带进下一篇——自己读、自己想、自己写。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