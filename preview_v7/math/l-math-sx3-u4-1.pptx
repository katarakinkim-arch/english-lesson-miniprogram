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第4单元 随机变量及其分布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条件概率与全概率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数学抽象：复述条件概率定义与含义。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数学运算：计算P(B|A)与P(AB)。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逻辑推理：用全概率公式分解复杂事件。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直观想象：理解「缩减样本空间」。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条件概率P(B|A)=P(AB)/P(A)（P(A)&gt;0），含义是在A发生前提下B的概率（样本空间缩为A）。乘法公式P(AB)=P(A)P(B|A)。全概率：由互斥完备组A_i分解P(B)=ΣP(A_i)P(B|A_i)。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条件概率：P(B|A)=P(AB)/P(A)（P(A)&gt;0）。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含义：在A发生前提下B的概率（空间缩为A）。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乘法：P(AB)=P(A)P(B|A)。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全概率：P(B)=ΣP(A_i)P(B|A_i)（A_i互斥完备）。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缩减空间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乘法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全概率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缩减空间。原因：条件概率把样本空间限制到A，直觉难，需图。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分子P(AB)。原因：非P(B)，易错，需强调。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全概率分划。原因：A_i须互斥且并为全集，选不好则错。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条件/全概率 ──┐
│ P(B|A)=P(AB)/│
│ P(A) │
│ 缩空间到A │
│ 乘法:P(AB)= │
│ P(A)P(B|A) │
│ 全概率:Σw_i·│
│ P(B|A_i)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条件概率分母一般是____。2. 全概率要求A_i____且____。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【提高作业】甲厂0.6(合格0.98)、乙厂0.4(0.95)，随机取一件合格概率？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本单元主题：随机变量及其分布。把今天学到的方法带进下一篇——自己读、自己想、自己写。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