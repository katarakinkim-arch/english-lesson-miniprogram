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必修第二册 · 第3单元 立体几何初步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平面与平面垂直的判定与性质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第8课时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直观想象：理解二面角及其平面角。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逻辑推理：复述面面垂直判定与性质。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数学运算：证明面面垂直。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数学抽象：建立"线面垂直→面面垂直"转化。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二面角及其平面角；面面垂直判定：一个平面过另一个平面的垂线，则两平面垂直。性质：两平面垂直，则一个平面内垂直于交线的直线垂直于另一平面。重点是两个定理。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二面角：棱+两半平面；平面角在棱上垂面内作。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判定：α过β的垂线l(l⊥β,l⊂α)⇒α⊥β。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性质：α⊥β,α∩β=l,a⊂α,a⊥l⇒a⊥β。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转化：证面面垂直常先证线面垂直。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平面角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判定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性质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综合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平面角画法。原因：在棱上取点作两垂线，易画错面，需示范。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判定条件。原因：须"一个面过另一面的垂线"，易漏"过"，需强调。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性质垂直交线。原因：性质中要"a⊥交线l"才得a⊥β，易漏，需点。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面面垂直 ──┐
│ 二面角:棱+两面│
│ 平面角:垂棱 │
│ 判定:α过β垂线│
│ ⇒α⊥β │
│ 性质:α⊥β, │
│ a⊂α,a⊥l⇒ │
│ a⊥β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面面垂直判定：一个平面经过另一个平面的__。2. α⊥β交线l，a⊂α且a⊥l，则a__β。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【提高作业】正方体中证明平面ABB'A'⊥平面BCC'B'。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本单元主题：立体几何初步。把今天学到的方法带进下一篇——自己读、自己想、自己写。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