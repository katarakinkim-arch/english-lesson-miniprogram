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全称量词与存在量词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数学抽象：识别全称(∀)与存在(∃)量词命题。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逻辑推理：掌握量词命题的否定规则(∀↔∃互换且否定内命题)。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数学运算：正确写出含参量词命题的否定。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直观想象：用集合语言理解"全部/存在"。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本章收尾：全称命题(∀x∈M,p(x))与特称命题(∃x∈M,p(x))，以及它们的否定规则——¬∀≡∃¬、¬∃≡∀¬。这是形式逻辑基础，也为后续函数性质(单调性、奇偶性)的精确表述做准备。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全称：∀x∈M,p(x)("任意/所有")。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存在：∃x∈M,p(x)("存在/有的")。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否定：¬∀x p(x)≡∃x ¬p(x)；¬∃x p(x)≡∀x ¬p(x)。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口诀：量词互换，结论取反。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两类命题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否定规则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口诀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含参例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否定规则。原因：只否结论忘换量词，需口诀。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∀与∃识别。原因：自然语"都/有的"对应不清，需练。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内命题否定。原因：p(x)本身含不等关系易错，需细。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量词 ──┐
│ ∀:任意/所有 │
│ ∃:存在/有的 │
│ 否定: │
│ ¬∀≡∃¬ │
│ ¬∃≡∀¬ │
│ 口诀: │
│ 换量词+反结论 │
│ 内命题≥↔&lt;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写"∀x∈R,x&gt;0"的否定。2. "∃x∈Z,x²=2"的真假？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【提高作业】写"所有矩形都是正方形"的否定，并判断真假。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