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选择性必修第一册 · 第1单元 空间向量与立体几何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空间角（线线角、线面角）的向量求法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数学运算：用方向向量求两直线夹角（取锐角）。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数学运算：用方向向量与法向量求线面角（用sin）。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直观想象：理解线面角是直线与投影的夹角。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逻辑推理：说明线线角、线面角公式的绝对值与三角函数选择。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线线角：取两直线方向向量，cosθ=|v⃗·u⃗|/(|v⃗||u⃗|)（取锐角）。线面角：直线方向向量v⃗与平面法向量n⃗，sinθ=|v⃗·n⃗|/(|v⃗||n⃗|)。重点是两类角的向量公式与取绝对值。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线线角：cosθ=|v⃗·u⃗|/(|v⃗||u⃗|)，θ∈[0,π/2]。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线面角：sinθ=|v⃗·n⃗|/(|v⃗||n⃗|)，θ∈[0,π/2]。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关键：线线角取绝对值（锐角）；线面角用正弦。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步骤：建系→方向向量/法向量→代入公式。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线面角概念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公式推导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公式对比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例题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线面角用sin。原因：角是v⃗与投影夹角，等于v⃗与n⃗余角的余角，需推导。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取绝对值。原因：夹角取锐角，cos/sin结果为负要取绝对值。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公式混淆。原因：线线cos、线面sin不同，需对比。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空间角(线线/线面) ──┐
│ 线线角: │
│ cosθ=|v⃗·u⃗|/ │
│ (|v⃗||u⃗|) │
│ 线面角: │
│ sinθ=|v⃗·n⃗|/ │
│ (|v⃗||n⃗|) │
│ 都取绝对值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线线角用____（sin/cos），取____。2. 线面角用____。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【提高作业】正方体中求棱AA1与底面ABCD的线面角，及AA1与AB的线线角。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本单元主题：空间向量与立体几何。把今天学到的方法带进下一篇——自己读、自己想、自己写。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