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第4单元 指数与对数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不同函数增长的差异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数学建模：理解三类函数增长量级差异。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直观想象：用图象比较指数、幂、对数增长。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逻辑推理：表述"x足够大时指数&gt;幂&gt;对数"。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数学抽象：体会"最终趋势"优于"局部"。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本章收尾：比较三类函数增长——当x→∞，指数函数增长最终远超幂函数，幂函数又远超对数函数("指数爆炸、对数蜗牛")。通过图象与"几倍x达到某值"的实例体会，为后续选模型打基础。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量级：x→∞时指数增长&gt;幂增长&gt;对数增长。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口诀：指数爆炸、幂居中、对数蜗牛。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局部：小x时顺序可能反，看"最终"。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应用：据数据选模型(爆发用指数)。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量级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局部反序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选模型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最终趋势。原因：局部反序误导，需强调x足够大。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量级直觉。原因：学生无量级感，需实例。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模型选择。原因：不知何时用指数，需训练。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增长差异 ──┐
│ x→∞: │
│ 指数&gt;幂&gt;对数 │
│ 指数爆炸 │
│ 幂居中 │
│ 对数蜗牛 │
│ 看最终趋势 │
│ 选模型: │
│ 翻倍→指数 │
│ 压缩→对数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描述x→∞时2ˣ、x¹⁰、log₂x增长顺序。2. 对折纸n次厚度？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【提高作业】什么数据特征宜用指数模型？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本单元主题：指数与对数。把今天学到的方法带进下一篇——自己读、自己想、自己写。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