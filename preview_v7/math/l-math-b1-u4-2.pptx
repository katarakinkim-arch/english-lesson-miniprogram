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第4单元 指数与对数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指数函数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数学抽象：理解指数函数定义与前提(a&gt;0,a≠1)。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直观想象：画出两类图象，说出定点、单调性、渐近线。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数学运算：会比较同底/异底幂大小。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数学建模：用指数模型解增长/衰减问题。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指数函数y=aˣ(a&gt;0,a≠1)：通过描点得图象，分a&gt;1(增、过(0,1)、x轴渐近)与0&lt;a&lt;1(减)两类。掌握定义域R、值域(0,∞)、定点(0,1)、单调性与渐近线，并用于比大小与简单应用(复利、衰减)。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定义：y=aˣ(a&gt;0,a≠1)。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两类：a&gt;1增；0&lt;a&lt;1减。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定点(0,1)，定义域R，值域(0,∞)，x轴为渐近线。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比大小：同底看指数、异底看中间值(如1)。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两类图象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性质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比大小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应用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两类图象。原因：a&gt;1/0&lt;a&lt;1走势相反，易混，需对比。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定点(0,1)。原因：a⁰=1忘，需强调。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异底比大小。原因：不会找中间值1，需训练。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指数函数 ──┐
│ y=a^x a&gt;0,a≠1│
│ a&gt;1:增 │
│ 0&lt;a&lt;1:减 │
│ 定点(0,1) │
│ 域R 值(0,∞) │
│ x轴渐近 │
│ 比:同底比指 │
│ 异底取中间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y=(1/2)^x的单调性与定点。2. 比2^0.3与2^0.5。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【提高作业】本金1000元年利率5%，3年后本息(复利)多少？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本单元主题：指数与对数。把今天学到的方法带进下一篇——自己读、自己想、自己写。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