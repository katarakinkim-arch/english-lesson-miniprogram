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第4单元 随机变量及其分布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离散型随机变量及其分布列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数学抽象：理解随机变量与离散型随机变量的概念。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数学运算：列出离散型随机变量的分布列。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逻辑推理：用Σpi=1检验分布列正确性。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数学抽象：识别两点分布（0-1分布）。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随机变量X将样本点映射为实数。离散型随机变量取有限或可列值。分布列：P(X=xi)=pi，列成表；满足pi≥0且Σpi=1。两点分布（0-1分布）是基本模型。重点是分布列性质。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随机变量：把随机结果数量化的变量X。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分布列：X取值xi与概率pi的对应表。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性质：pi≥0，Σpi=1（检验依据）。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两点分布：X只取0、1，如一次试验成功与否。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离散型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分布列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两点分布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随机变抽象。原因：X是「函数式」映射，学生难建立，需实例。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概率和为1。原因：列完须Σpi=1检验，易漏算错。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取值与概率对应。原因：xi与pi一一对应，易错位。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分布列 ──┐
│ X:xi→pi │
│ 离散型可列 │
│ 性质:pi≥0 │
│ Σpi=1 │
│ 两点:取0,1 │
│ (0-1分布)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分布列满足____和____。2. 两点分布取值____。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【提高作业】X分布列P(X=1)=0.2,P(X=2)=0.5，求P(X=3)（仅取1,2,3）。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本单元主题：随机变量及其分布。把今天学到的方法带进下一篇——自己读、自己想、自己写。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