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第5单元 三角函数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函数 y=Asin(ωx+φ) 的图象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直观想象：理解y=Asin(ωx+φ)由y=sinx经平移、伸缩得到。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数学抽象：明确A(振幅)、ω(角频率,周期2π/|ω|)、φ(初相)的意义。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数学运算：能对给定变换正确作图。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逻辑推理：区分两种变换顺序及平移量差异。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研究y=Asin(ωx+φ)由y=sinx经三种变换得到：φ(左右平移)、ω(横向伸缩、周期2π/|ω|)、A(纵向伸缩、振幅|A|)。重点是用"先平移后伸缩"或"先伸缩后平移"两种路径，并注意平移量受ω影响(平移|φ/ω|)。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平移：φ&gt;0左移|φ|/ω(注意除以ω)。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伸缩：ω横向缩(周期2π/|ω|)、A纵向伸(振幅|A|)。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顺序：先平移后伸缩 或 先伸缩后平移(平移量不同)。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参数：A振幅、ω定周期、φ定起点。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平移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伸缩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两种顺序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参数意义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平移量/方向。原因：y=sin(ωx+φ)=sinω(x+φ/ω)，左移φ/ω，易写成φ，需强调。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顺序差异。原因：两种路径平移量不同，易混，需对比。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周期。原因：T=2π/|ω|忘ω，需公式。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y=Asin(ωx+φ) ──┐
│ 三旋钮: │
│ φ:左右移 │
│ ω:横缩(周期) │
│ A:纵伸(振幅) │
│ 平移量φ/ω! │
│ 周期T=2π/|ω| │
│ 振幅|A| │
│ 顺序:先φ后ω │
│ 或先ω后φ/ω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y=2sin(3x)周期与振幅。2. y=sin(x+π/4)相对sinx如何移？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【提高作业】y=sin(2x+π/3)的初相与周期。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本单元主题：三角函数。把今天学到的方法带进下一篇——自己读、自己想、自己写。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