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选择性必修第一册 · 第1单元 空间向量与立体几何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空间距离的向量求法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第10课时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数学运算：用向量法求点面距离。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直观想象：理解距离是向量在单位法向上的投影长度。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数学运算：把线面距、面面距转化为点面距。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逻辑推理：归纳空间距离的统一向量算法。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点面距：点P到平面α距离d=|AP⃗·n⃗0|，其中A为面内一点、n⃗0为单位法向量。线面距、面面距可转化为点面距。重点是点面距公式与投影法。本章复习与综合应用。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点面距：d=|AP⃗·n⃗0|，A∈面，n⃗0为单位法向量。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等价式：d=|AP⃗·n⃗|/|n⃗|。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线面距=线上任一点到面距。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面面距=一面上任一点到另一面距。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本质是投影长度。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公式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归一化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线面/面面距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综合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单位法向量。原因：必须除以|n⃗|归一化，易漏，需强调。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取面内点。原因：A必须是平面内点，取错则错。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距离非负。原因：结果取绝对值，易忘。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空间距离向量法 ──┐
│ 点面距: │
│ d=|AP⃗·n⃗0| │
│ 或=|AP⃗·n⃗|/ │
│ |n⃗| │
│ 线面/面面距= │
│ 转化点面距 │
│ 别忘除模!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点面距公式d=____。2. 法向量需____（单位化/任意）。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【提高作业】点P(1,1,1)到平面x+y+z=0的距离。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本单元主题：空间向量与立体几何。把今天学到的方法带进下一篇——自己读、自己想、自己写。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