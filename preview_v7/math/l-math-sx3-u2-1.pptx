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第2单元 一元函数导数及其应用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变化率与导数的概念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数学抽象：理解平均变化率与瞬时变化率。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数学运算：写出导数定义式f′(x0)=lim(Δx→0)Δy/Δx。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直观想象：说明导数的几何意义是切线斜率。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逻辑推理：区分平均变化率与导数。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平均变化率Δy/Δx刻画区间变化快慢；令Δx→0，极限f′(x0)=lim(Δx→0)Δy/Δx为瞬时变化率，即导数。几何意义是切线斜率。重点是导数定义与几何意义。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平均变化率：Δy/Δx=(f(x0+Δx)-f(x0))/Δx。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导数：f′(x0)=lim(Δx→0)Δy/Δx（瞬时变化率）。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几何意义：曲线在点(x0,f(x0))处切线斜率。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物理意义：如速度是位移对时间的导数。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瞬时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定义式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切线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物理意义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极限思想。原因：Δx→0是过程极限，学生易当Δx=0导致0/0，需说清。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平均vs瞬时。原因：导数是极限非平均，易混，需对比。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切线斜率。原因：割线逼近切线，斜率极限即导数。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导数概念 ──┐
│ 平均变化率: │
│ Δy/Δx │
│ 导数:lim(Δx→│
│ 0)Δy/Δx │
│ =f′(x0) │
│ 几何:切线斜率│
│ 物理:瞬时速度│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导数定义式____。2. 导数的几何意义是____。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【提高作业】用定义求f(x)=x²在x0处的导数f′(x0)。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本单元主题：一元函数导数及其应用。把今天学到的方法带进下一篇——自己读、自己想、自己写。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