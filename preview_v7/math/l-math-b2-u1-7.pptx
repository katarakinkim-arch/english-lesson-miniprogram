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平面向量应用举例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应用课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数学建模：将物理受力、几何问题翻译为向量运算。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数学运算：用向量法求合力、长度、角度。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直观想象：用向量图辅助理解。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逻辑推理：用向量证明几何关系(平行、垂直)。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用向量工具解决物理中的受力平衡、几何中的线段长度与角度证明。体现"向量是沟通几何与代数的桥梁"。重点是建模：把问题翻译为向量运算。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物理：合力=向量和；平衡⇔各力向量和为\(\vec{0}\)。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几何：中点\(\vec{M}=\frac{1}{2}(\vec{A}+\vec{B})\)；平行⇔共线；垂直⇔点积0。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长度：\(|\vec{AB}|\)用坐标或模公式。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角度：用点积余弦。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正交分解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几何中点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向量证垂直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建模翻译。原因：从文字到向量关系需训练，易卡，需示范套路。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受力分解。原因：方向选取影响计算，需讲"正交分解"。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几何证法。原因：向量法证平行/垂直比综合法直接但学生不熟，需练。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向量应用 ──┐
│ 平衡:ΣF=0 │
│ 合力:正交分解│
│ 中点M=(A+B)/2│
│ 垂直⇔a·b=0 │
│ 长度:|AB| │
│ 角度:cosθ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三力(1,0),(0,1),(x,y)平衡，求(x,y)。2. A(0,0),B(2,0),C(0,2)，证AB⊥AC。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【提高作业】用向量证三角形中位线定理。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