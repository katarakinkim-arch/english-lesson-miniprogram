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第2单元 圆锥曲线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双曲线的简单几何性质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直观想象：由方程说出范围、对称性、顶点。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数学运算：写出实轴、虚轴与渐近线方程。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数学抽象：理解离心率e=c/a&gt;1及e越大开口越大。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逻辑推理：由渐近线求a、b关系。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由x²/a²-y²/b²=1：范围|x|≥a；关于轴、原点对称；顶点(±a,0)；实轴2a、虚轴2b；渐近线y=±(b/a)x；离心率e=c/a&gt;1，e越大开口越大。重点是渐近线与离心率。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范围：|x|≥a（两支向外）。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顶点：(±a,0)；实轴2a、虚轴2b。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渐近线：y=±(b/a)x（焦点x轴）；双曲线无限靠近但不相交。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离心率：e=c/a&gt;1，e越大开口越阔。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渐近线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推导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离心率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渐近线斜率。原因：y=±(b/a)x，b/a易与a/b写反，需强调。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渐近线与开口。原因：e越大b/a越大，开口越阔，方向相反易混。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无y界。原因：双曲线无上界下界，与椭圆不同。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双曲线几何性质 ──┐
│ |x|≥a(两支) │
│ 顶点(±a,0) │
│ 实轴2a虚轴2b│
│ 渐近线y=± │
│ (b/a)x │
│ e=c/a&gt;1 │
│ e大⇒开口阔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双曲线渐近线求法：右端置____。2. 离心率范围____。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【提高作业】双曲线渐近线y=±(2/3)x且过(3,√3)，求方程（焦点x轴）。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本单元主题：圆锥曲线。把今天学到的方法带进下一篇——自己读、自己想、自己写。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