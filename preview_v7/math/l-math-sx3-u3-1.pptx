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数学 · 选择性必修第三册 · 第3单元 计数原理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分类加法与分步乘法计数原理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第13课时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数学抽象：复述分类加法与分步乘法计数原理。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逻辑推理：区分「分类」（或关系）与「分步」（且关系）。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数学运算：正确计算简单计数问题。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逻辑推理：综合问题中分情况与分步嵌套。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分类加法计数原理：完成一件事有n类办法，各类方法数相加。分步乘法计数原理：需n个步骤依次完成，各步方法数相乘。重点是区分「分类」（或）与「分步」（且）。</a:t>
            </a:r>
          </a:p>
        </p:txBody>
      </p:sp>
      <p:pic>
        <p:nvPicPr>
          <p:cNvPr id="6" name="Picture 5" descr="watch.jpg"/>
          <p:cNvPicPr>
            <a:picLocks noChangeAspect="1"/>
          </p:cNvPicPr>
          <p:nvPr/>
        </p:nvPicPr>
        <p:blipFill>
          <a:blip r:embed="rId2"/>
          <a:srcRect t="24802" b="24802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watch.jpg）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分类加法：n类办法，各类独立完成⇒总数=m1+m2+…+mn。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分步乘法：n个步骤，依次完成⇒总数=m1×m2×…×mn。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判据：每类能独立成事⇒加；必须各步都做⇒乘。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综合：先分类、每类内分步，或先分步、每步内分类。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分步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对比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判据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综合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加乘混淆。原因：关键是「或」用加、「且」用乘，学生常凭感觉，需辨析。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独立完成。原因：分类中每类须能单独完成任务，否则不能加。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嵌套。原因：综合题分类中含分步，易乱套。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计数原理 ──┐
│ 分类加法: │
│ 各类独立⇒相加│
│ (或关系) │
│ 分步乘法: │
│ 依次完成⇒相乘│
│ (且关系) │
│ 先判或/且 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分类用____法，分步用____法。2. 「或」对应____。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【提高作业】从甲到乙2条路、乙到丙3条路，甲经乙到丙几种走法？若甲直达丙还有4条，共几种？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本单元主题：计数原理。把今天学到的方法带进下一篇——自己读、自己想、自己写。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