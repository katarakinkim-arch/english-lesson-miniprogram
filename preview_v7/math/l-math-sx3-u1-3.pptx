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选择性必修第三册 · 第1单元 数列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等差数列的前n项和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数学运算：掌握等差数列前n项和两公式。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数学抽象：理解倒序相加的推导思想。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数学运算：据已知（a1,an或a1,d）选用合适公式。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逻辑推理：求Sn的最值（项正负转折处）。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高斯法（倒序相加）得Sn=n(a1+an)/2=n[2a1+(n-1)d]/2。重点是两公式及据条件选用；Sn是关于n的缺常数项二次函数（d≠0）。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Sn=n(a1+an)/2。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Sn=na1+n(n-1)d/2。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选用：知a1,an用①；知a1,d用②。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Sn最值：d&lt;0时前若干正项后转负，最值在an≥0&gt;an+1处。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倒序相加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两公式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选用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最值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公式选择。原因：两式等价，需按已知选，易硬套。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最值。原因：d&lt;0时Sn先增后减，转折看an符号，易错。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二次函数观。原因：d≠0时Sn是n的二次（无常数项），易忽略n∈N*。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等差前n项和 ──┐
│ 倒序相加: │
│ 2Sn=n(a1+an)│
│ Sn=n(a1+an) │
│ /2 │
│ Sn=na1+ │
│ n(n-1)d/2 │
│ 最值:an转负处│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等差求和两公式____、____。2. d&lt;0时Sn最值在____处。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【提高作业】等差数列a1=20,d=-2，求Sn最大时的n。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本单元主题：数列。把今天学到的方法带进下一篇——自己读、自己想、自己写。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