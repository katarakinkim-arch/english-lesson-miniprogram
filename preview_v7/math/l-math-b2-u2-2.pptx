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数学 · 必修第二册 · 第2单元 复数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复数的四则运算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第2课时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数学运算：进行复数加减乘除法。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逻辑推理：用共轭复数做除法有理化。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数学抽象：将结果化为a+bi标准形。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直观想象：理解共轭复数的对称。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复数加减乘按多项式展开并代入i²=-1；除法用共轭复数有理化分母。重点是与多项式运算的类比及i²=-1的代入。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加减：(a+bi)±(c+di)=(a±c)+(b±d)i。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乘法：展开后i²=-1。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共轭：\(\bar{z}=a-bi\)；\(z\bar{z}=a^2+b^2\)。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除法：\(\frac{z_1}{z_2}=\frac{z_1\bar{z_2}}{|z_2|^2}\)。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乘法与i²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共轭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除法有理化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综合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i²=-1代入。原因：乘法展开后易忘替换，需强调"见到i²换-1"。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除法有理化。原因：分子分母同乘分母共轭，步骤多易错，需示范。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标准形。原因：结果须a+bi，需整理实部虚部。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复数运算 ──┐
│ 加减:分量 │
│ 乘:展开i²=-1│
│ 共轭a-bi │
│ z·z̄=a²+b² │
│ 除法:同乘共轭│
│ 结果→a+bi 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(2+i)+(1-3i)=__。2. (1+i)/(1-i)=__。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【提高作业】(1+i)²+(1-i)²=？并用共轭验证。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本单元主题：复数。把今天学到的方法带进下一篇——自己读、自己想、自己写。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