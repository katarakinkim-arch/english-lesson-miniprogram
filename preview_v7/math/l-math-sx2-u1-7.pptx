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第1单元 直线和圆的方程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圆与圆的位置关系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数学运算：求两圆圆心距d。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逻辑推理：用d与r1+r2、|r1-r2|比较判定五种位置关系。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直观想象：对应每种关系的公切线条数。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数学运算：由相切条件求未知参数。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设两圆圆心距d、半径r1、r2（r1≤r2）。d&gt;r1+r2外离；d=r1+r2外切；|r2-r1|&lt;d&lt;r1+r2相交；d=|r2-r1|内切；d&lt;|r2-r1|内含。重点是用圆心距与半径和差比较。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外离：d&gt;r1+r2（4条公切线）。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外切：d=r1+r2（3条）。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相交：|r1-r2|&lt;d&lt;r1+r2（2条）。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内切：d=|r1-r2|（1条）。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内含：d&lt;|r1-r2|（0条）。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比较式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公切线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含参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严格不等式。原因：相交用严格小于，等于即切，易错边界。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半径差绝对值。原因：需|r1-r2|且r1≤r2处理，易漏绝对值。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公切线数。原因：五种对应0~4条，易记混。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圆与圆位置 ──┐
│ d=圆心距 │
│ d&gt;r1+r2 外离│
│ d=r1+r2 外切│
│ |r1-r2|&lt;d&lt; │
│ r1+r2 相交 │
│ d=|r1-r2|内│
│ 切;d&lt;差 内含│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两圆相交⇔____&lt;d&lt;____。2. 外切有____条公切线。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【提高作业】圆x²+y²=1与(x-3)²+y²=r²外切，求r。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本单元主题：直线和圆的方程。把今天学到的方法带进下一篇——自己读、自己想、自己写。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