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选择性必修第三册 · 第5单元 成对数据的统计分析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成对数据的相关与一元线性回归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数据分析：用散点图判断线性相关方向与强弱。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数学运算：计算样本相关系数r并判断相关性。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数学运算：用最小二乘法求回归直线ŷ=bx+a。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逻辑推理：说明相关关系不等于函数关系、不等于因果。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相关关系≠函数关系。散点图判断线性相关方向与强弱，样本相关系数r∈[-1,1]，|r|越近1线性相关越强。一元线性回归：用最小二乘法求回归直线ŷ=bx+a，b=...，a=ȳ-bx̄。重点是相关系数与回归方程求法。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相关关系：变量间有联系但非确定函数。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散点图：正相关（右上）、负相关（右下）。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相关系数：r∈[-1,1]，|r|越近1越强。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回归：b=Σ(xi-x̄)(yi-ȳ)/Σ(xi-x̄)²，a=ȳ-bx̄，直线过(x̄,ȳ)。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散点图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相关系数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最小二乘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回归应用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相关≠因果。原因：强相关未必因果，易误读，需说明。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b公式。原因：分子Σ(xi-x̄)(yi-ȳ)、分母Σ(xi-x̄)²，易混，需强调。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a的代入。原因：a=ȳ-bx̄且回归线必过(x̄,ȳ)，易忘。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回归分析 ──┐
│ 相关≠函数 │
│ 散点:右上有 │
│ 关/右下负 │
│ r∈[-1,1] │
│ b=Σ(x-x̄)(y-│
│ ȳ)/Σ(x-x̄)²│
│ a=ȳ-bx̄ │
│ 过(x̄,ȳ)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相关系数r范围____。2. 回归直线必过____。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【提高作业】数据x:1,2,3,4；y:2,3,5,6，求回归直线（近似）。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本单元主题：成对数据的统计分析。把今天学到的方法带进下一篇——自己读、自己想、自己写。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