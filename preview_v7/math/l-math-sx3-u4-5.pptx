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数学 · 选择性必修第三册 · 第4单元 随机变量及其分布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正态分布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第21课时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直观想象：理解正态密度曲线的钟形与对称性。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数学抽象：说明参数μ（位置）、σ（形态）的意义。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数学运算：用3σ原则计算区间概率。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数据分析：认识正态分布在实测中的广泛存在。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X~N(μ,σ²)，密度曲线钟形对称于x=μ，σ越小越尖瘦。性质：P(μ-σ&lt;X&lt;μ+σ)≈0.6827、2σ≈0.9545、3σ≈0.9973（3σ原则）。重点是对称轴μ与σ的含义及3σ原则应用。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记号：X~N(μ,σ²)，曲线关于x=μ对称。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μ：均值/中心位置；σ：标准差，越小曲线越尖瘦（集中）。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3σ：P(μ±σ)≈0.6827、P(μ±2σ)≈0.9545、P(μ±3σ)≈0.9973。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应用：3σ原则做异常值判断。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μ与σ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3σ原则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应用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例题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μ与σ角色。原因：μ定中心、σ定胖瘦，学生易反，需图。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三数值。原因：0.6827/0.9545/0.9973易混，需记「约68%、95%、99.7%」。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区间概率。原因：对称区间概率求法（如单侧）易错。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正态分布 ──┐
│ X~N(μ,σ²) │
│ 对称轴x=μ │
│ μ:中心位置 │
│ σ:胖瘦(分散)│
│ 3σ:68%/95%/│
│ 99.7% │
│ 超3σ≈异常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正态曲线关于____对称。2. P(μ±2σ)≈____。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【提高作业】X~N(10,4)（σ=2），P(8&lt;X&lt;12)约多少？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本单元主题：随机变量及其分布。把今天学到的方法带进下一篇——自己读、自己想、自己写。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