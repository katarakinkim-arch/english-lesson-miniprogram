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数学 · 必修第一册 · 第1单元 集合与常用逻辑用语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1153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集合的概念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40480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新课  ·  第1课时  ·  45分钟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394960"/>
            <a:ext cx="2011680" cy="3302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62356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学习任务群：    |    年级：高一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数学抽象：能说出集合的定义与元素三特性(确定、互异、无序)，举例说明。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逻辑推理：理解元素与集合的属于关系，正确使用∈与∉。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数学运算：记住常见数集符号N、N*、Z、Q、R及其包含关系。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2823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823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直观想象：用列举法与描述法正确表示一个给定集合。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课文背景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676656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节是高中数学抽象思维的起点。从「一组确定的对象」引入集合，建立元素与集合的属于关系(∈/∉)，介绍列举法与描述法两种表示，并约定常见数集符号(N/N*/Z/Q/R)。重点是集合元素的三个特性：确定性、互异性、无序性。</a:t>
            </a:r>
          </a:p>
        </p:txBody>
      </p:sp>
      <p:pic>
        <p:nvPicPr>
          <p:cNvPr id="6" name="Picture 5" descr="watch.jpg"/>
          <p:cNvPicPr>
            <a:picLocks noChangeAspect="1"/>
          </p:cNvPicPr>
          <p:nvPr/>
        </p:nvPicPr>
        <p:blipFill>
          <a:blip r:embed="rId2"/>
          <a:srcRect t="24802" b="24802"/>
          <a:stretch>
            <a:fillRect/>
          </a:stretch>
        </p:blipFill>
        <p:spPr>
          <a:xfrm>
            <a:off x="8046720" y="1508760"/>
            <a:ext cx="4114800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46720" y="466344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资料图（自由授权，复用 watch.jpg）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914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4813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20240"/>
            <a:ext cx="99971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集合：确定的不同对象组成的总体。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395728"/>
            <a:ext cx="10911535" cy="914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2505456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2944368"/>
            <a:ext cx="99971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三特性：确定性、互异性、无序性。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419856"/>
            <a:ext cx="10911535" cy="914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3529584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3968496"/>
            <a:ext cx="99971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关系：a∈A 或 a∉A。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4443984"/>
            <a:ext cx="10911535" cy="914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71600" y="4553712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4992624"/>
            <a:ext cx="99971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④ 表示：列举法{1,2,3}、描述法{x∈R|x&gt;0}。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5468112"/>
            <a:ext cx="10911535" cy="914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71600" y="5577840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6016752"/>
            <a:ext cx="99971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⑤ 数集：N自然数、N*正整数、Z整数、Q有理、R实数。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学习路径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361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5910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813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1 导入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9456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04672" y="235915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30428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2 三特性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01752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04672" y="318211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32369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12724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3 属于关系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84048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04672" y="400507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405993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95020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4 两种表示法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66344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4672" y="482803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488289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77316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5 数集符号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54864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04672" y="56509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672" y="57058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55961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6 小结+作业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易混易错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确定性。原因：学生易把模糊标准(高个子)当集合，需强调"能判属于与否"。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描述法。原因：{x|P(x)}的构造易错，需示范"代表元+条件"。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数集符号。原因：N与N*、Q与R易混，需对比表。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要点板书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5394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120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┌── 集合的概念 ──┐
│ 集合=确定的对象总体│
│ 三特性: │
│ 确定性/互异性/ │
│ 无序性 │
│ 关系: a∈A a∉A │
│ 表示: │
│ 列举{1,2,3} │
│ 描述{x|P(x)} │
│ 数集: │
│ N⊂Z⊂Q⊂R │
│ N*正整数(无0) │
└────────────────┘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分层作业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5270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6596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1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【基础作业】1. 判断能否构成集合：(a)小于10的自然数 (b)高个子同学。2. 用∈/∉填空：1___{1,2}；3___{1,2}。3. 写数集包含关系。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7180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0815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52044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【提高作业】用描述法表示：偶数集、大于2的实数集。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本课小结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54864" cy="4318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10682935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本单元主题：集合与常用逻辑用语。把今天学到的方法带进下一篇——自己读、自己想、自己写。</a:t>
            </a:r>
          </a:p>
          <a:p>
            <a:pPr algn="l"/>
            <a:r>
              <a:rPr sz="16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方法迁移：圈关键信息 → 理事件脉络 → 析人物精神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