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第1单元 集合与常用逻辑用语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集合的概念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数学抽象：能说出集合的定义与元素三特性(确定、互异、无序)，举例说明。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逻辑推理：理解元素与集合的属于关系，正确使用∈与∉。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数学运算：记住常见数集符号N、N*、Z、Q、R及其包含关系。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直观想象：用列举法与描述法正确表示一个给定集合。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节是高中数学抽象思维的起点。从「一组确定的对象」引入集合，建立元素与集合的属于关系(∈/∉)，介绍列举法与描述法两种表示，并约定常见数集符号(N/N*/Z/Q/R)。重点是集合元素的三个特性：确定性、互异性、无序性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集合：确定的不同对象组成的总体。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三特性：确定性、互异性、无序性。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关系：a∈A 或 a∉A。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表示：列举法{1,2,3}、描述法{x∈R|x&gt;0}。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数集：N自然数、N*正整数、Z整数、Q有理、R实数。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三特性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属于关系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两种表示法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数集符号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确定性。原因：学生易把模糊标准(高个子)当集合，需强调"能判属于与否"。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描述法。原因：{x|P(x)}的构造易错，需示范"代表元+条件"。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数集符号。原因：N与N*、Q与R易混，需对比表。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集合的概念 ──┐
│ 集合=确定的对象总体│
│ 三特性: │
│ 确定性/互异性/ │
│ 无序性 │
│ 关系: a∈A a∉A │
│ 表示: │
│ 列举{1,2,3} │
│ 描述{x|P(x)} │
│ 数集: │
│ N⊂Z⊂Q⊂R │
│ N*正整数(无0)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判断能否构成集合：(a)小于10的自然数 (b)高个子同学。2. 用∈/∉填空：1___{1,2}；3___{1,2}。3. 写数集包含关系。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【提高作业】用描述法表示：偶数集、大于2的实数集。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本单元主题：集合与常用逻辑用语。把今天学到的方法带进下一篇——自己读、自己想、自己写。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