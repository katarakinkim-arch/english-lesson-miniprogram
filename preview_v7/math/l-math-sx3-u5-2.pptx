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第5单元 成对数据的统计分析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独立性检验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数据分析：制作2×2列联表整理分类数据。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数学运算：计算χ²统计量。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逻辑推理：据χ²与临界值判断是否有关联。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逻辑推理：严谨表述「有…把握认为有关」（非因果）。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用2×2列联表整理两个分类变量数据，构造χ²=(n(ad-bc)²)/((a+b)(c+d)(a+c)(b+d))，与临界值比较判断是否有关联。重点是列联表与χ²计算、结论表述。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列联表：行、列分别为两分类变量的各类别计数。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χ²公式：χ²=n(ad-bc)²/[(a+b)(c+d)(a+c)(b+d)]。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判断：χ²越大越有把握有关；超临界值（如3.841、6.635）对应95%、99%把握。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表述：说「有关联」，不说是因果。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χ²公式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计算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临界值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结论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χ²分母。原因：四组边际和(a+b)(c+d)(a+c)(b+d)易写错顺序，需强调。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交叉积。原因：ad-bc中a,d为对角，易写成ab-cd，需定位。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结论措辞。原因：只能说「有关联/有把握」，不能说因果，需严谨。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独立性检验 ──┐
│ 2×2列联表 │
│ χ²=n(ad-bc)²│
│ /[(a+b)(c+d│
│ )(a+c)(b+d)]│
│ &gt;3.841:95% │
│ &gt;6.635:99% │
│ 说有关非因果│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χ²公式中分子含____的平方。2. χ²&gt;3.841表示有____把握有关。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【提高作业】列联表a=30,b=20,c=10,d=40，求χ²（n=100）并判断。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本单元主题：成对数据的统计分析。把今天学到的方法带进下一篇——自己读、自己想、自己写。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