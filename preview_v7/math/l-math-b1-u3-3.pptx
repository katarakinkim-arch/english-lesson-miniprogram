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第3单元 函数的概念与性质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函数的单调性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数学抽象：理解增函数、减函数的严格定义。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逻辑推理：掌握定义法证明单调性的四步。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数学运算：作差后通过配方/因式分解定号。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直观想象：用图象上升/下降直观验证。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用严格定义刻画单调性：对区间I上任意x1&lt;x2，若f(x1)&lt;f(x2)则增、f(x1)&gt;f(x2)则减。重点训练"定义法证明单调性"的四步(取值、作差、变形、定号)，这是高中函数推理的基本功。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定义：I上任取x1&lt;x2，f(x1)&lt;f(x2)增、&gt;减。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四步：取值→作差→变形→定号。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变形：配方/因式分解使符号可判。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单调区间：性质成立的区间。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严格定义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四步法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变形定号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含参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任取x1&lt;x2。原因：易漏"任意"，需强调严谨。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作差变形。原因：不知配方/因式分解，需示范。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定号。原因：含参时符号依赖区间，需讨论。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单调性 ──┐
│ 任取x1&lt;x2 │
│ f(x1)&lt;f(x2)增 │
│ f(x1)&gt;f(x2)减 │
│ 四步: │
│ 取值→作差→变形│
│ →定号 │
│ 变形:配方/因式│
│ 含参讨论符号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用定义证f(x)=2x+1在R上增。2. f(x)=-x在R上单调？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【提高作业】证f(x)=x²在(-∞,0]上减。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本单元主题：函数的概念与性质。把今天学到的方法带进下一篇——自己读、自己想、自己写。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