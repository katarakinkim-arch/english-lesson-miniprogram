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第1单元 数列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等比数列（概念与通项）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数学抽象：复述等比数列定义与公比q（q≠0）。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数学运算：推导并应用通项an=a1·q^(n-1)。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逻辑推理：用定义判定等比数列。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数学运算：求等比中项。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等比数列：从第二项起，每一项与前一项的比等于同一非零常数q（公比）。通项an=a1·q^(n-1)；中项b²=ac（ac&gt;0）。重点是通项公式与公比q≠0。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定义：an/an-1=q（非零常数），n≥2，各项非零。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通项：an=a1·q^(n-1)。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中项：a,b,c成等比⇔b²=ac（需ac&gt;0）。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q可正可负可分数，q=1为常数列。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累乘推导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通项应用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公比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中项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指数n-1。原因：通项易错写a1·q^n，需强调「第n项乘了n-1次q」。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q≠0。原因：公比与各项均非零，b²=ac要求ac&gt;0，易漏。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q符号。原因：q&lt;0时正负交错，学生易乱。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等比数列 ──┐
│ 定义:an/a(n-1)│
│ =q(≠0) │
│ 通项:an= │
│ a1·q^(n-1) │
│ 中项:b²=ac │
│ (ac&gt;0) │
│ q≠0可正负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等比通项an=____。2. a,b,c成等比⇔____。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【提高作业】等比数列a2=6,a4=54，求a1与q。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本单元主题：数列。把今天学到的方法带进下一篇——自己读、自己想、自己写。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