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第2单元 等式与不等式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二次函数与一元二次方程、不等式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数学运算：会解一元二次不等式，正确写出解集。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直观想象：用抛物线图象(开口、交点)理解不等式解集。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数学抽象：理解"三个二次"的内在联系。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逻辑推理：根据Δ与a的符号分类讨论解集。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建立"三个二次"的统一：二次函数y=ax²+bx+c、对应方程ax²+bx+c=0、对应不等式ax²+bx+c&gt;0的解集，通过Δ与图象(抛物线开口、与x轴交点)相互转化。这是不等式求解与函数应用的枢纽。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三个二次：函数y=ax²+bx+c、方程=0、不等式&gt;0。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桥梁：Δ决定交点数；a决定开口。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解集：ax²+bx+c&gt;0在"x轴上方"区间；&lt;0在"下方"。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步骤：求根→看开口→定区间。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开口与交点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Δ分类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步骤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含参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开口方向。原因：a&lt;0时解集反向，需红线。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Δ&lt;0。原因：无根时"恒正/恒负"判错，需图。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区间写法。原因：端点开闭与等号不对应，需细。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三个二次 ──┐
│ 函数/方程/不等式│
│ a&gt;0开口上 │
│ Δ&gt;0:两交点 │
│ Δ=0:相切 │
│ Δ&lt;0:不交 │
│ 步骤: │
│ 求根→开口→区间 │
│ &gt;0取上方 │
│ &lt;0取下方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解x²-3x+2&gt;0。2. 解-x²+2x-1≥0。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【提高作业】若x²+2x+a&gt;0对一切x成立，求a范围。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本单元主题：等式与不等式。把今天学到的方法带进下一篇——自己读、自己想、自己写。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