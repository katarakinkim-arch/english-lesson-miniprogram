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选择性必修第一册 · 第1单元 空间向量与立体几何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空间向量及其线性运算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直观想象：理解空间向量的概念，能在空间图形中表示向量并平移。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数学运算：掌握空间向量的加减法与数乘运算及其几何意义。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逻辑推理：理解共线向量定理与共面向量定理并会判定。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数学抽象：归纳空间向量线性运算律与平面向量的一致性。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把平面向量推广到空间：空间向量仍有大小与方向，线性运算（加减、数乘）法则与平面一致，但多了共面向量定理。重点是空间向量线性运算的几何意义与共线、共面向量定理。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空间向量：既有大小又有方向的量，可自由平移。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加减法：三角形法则、平行四边形法则在空间中同样适用。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数乘：λa⃗ 模为|λ||a⃗|，λ&lt;0时反向。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共线定理：b⃗=λa⃗（a⃗≠0）⇔共线。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共面定理：p⃗=xa⃗+yb⃗（a⃗、b⃗不共线）⇔共面。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加减法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数乘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共线向量定理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共面向量定理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空间想象。原因：二维画三维易错，需借助长方体模型。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共面判定。原因：需两个不共线向量张成平面，易漏「不共线」条件。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向量平移。原因：空间向量可自由平移，学生易固定起点。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空间向量线性运算 ──┐
│ 空间向量=大小+方向│
│ 可自由平移 │
│ 加减:三角/平行四│
│ 边形法则 │
│ 数乘:λa⃗ 模|λ||a⃗│
│ 共线:a⃗≠0,b⃗=λa⃗│
│ 共面:p⃗=xa⃗+yb⃗ │
│ (a⃗,b⃗不共线)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判断：空间向量可自由平移（ ）。2. 若b⃗=2a⃗（a⃗≠0），则a⃗、b⃗___。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【提高作业】证明：已知a⃗、b⃗不共线，若p⃗=3a⃗-2b⃗，则p⃗、a⃗、b⃗共面。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本单元主题：空间向量与立体几何。把今天学到的方法带进下一篇——自己读、自己想、自己写。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