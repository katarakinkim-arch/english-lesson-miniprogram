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数学 · 选择性必修第三册 · 第3单元 计数原理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排列与组合（概念）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第14课时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数学抽象：复述排列与组合的定义及区别。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数学运算：用A(n,m)、C(n,m)公式计算。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逻辑推理：依据「是否计次序」选择排列或组合。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数学运算：掌握C(n,m)=C(n,n-m)等性质。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排列：从n个不同元素取m个（m≤n）按次序排成一列，数A(n,m)=n!/(n-m)!。组合：取出m个成一组（不计序），数C(n,m)=A(n,m)/m!=n!/(m!(n-m)!)。重点是排列「有序」、组合「无序」。</a:t>
            </a:r>
          </a:p>
        </p:txBody>
      </p:sp>
      <p:pic>
        <p:nvPicPr>
          <p:cNvPr id="6" name="Picture 5" descr="watch.jpg"/>
          <p:cNvPicPr>
            <a:picLocks noChangeAspect="1"/>
          </p:cNvPicPr>
          <p:nvPr/>
        </p:nvPicPr>
        <p:blipFill>
          <a:blip r:embed="rId2"/>
          <a:srcRect t="24802" b="24802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watch.jpg）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排列：取m个并排序，A(n,m)=n!/(n-m)!。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组合：取m个不排序，C(n,m)=n!/[m!(n-m)!]。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区别：排列计次序，组合不计次序。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性质：C(n,m)=C(n,n-m)；C(n,0)=1。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组合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区别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公式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性质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次序判断。原因：是否「有序」是选排列/组合的唯一标准，易误判。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公式关系。原因：C=A/m!，易漏除m!，需强调。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阶乘计算。原因：0!=1、n!定义易错，需说明。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排列与组合 ──┐
│ 排列:有序 │
│ A(n,m)=n!/ │
│ (n-m)! │
│ 组合:无序 │
│ C(n,m)=n!/ │
│ [m!(n-m)!] │
│ C(n,m)=C(n, │
│ n-m) 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排列与组合的区别____。2. C(5,2)=____。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【提高作业】C(10,7)用性质化简并计算。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本单元主题：计数原理。把今天学到的方法带进下一篇——自己读、自己想、自己写。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