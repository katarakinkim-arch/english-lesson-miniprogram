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第1单元 平面向量及其应用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平面向量基本定理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数学抽象：复述平面向量基本定理。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逻辑推理：说明基底须"不共线"。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数学运算：用给定基底线性表示某向量。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直观想象：理解基底与平面坐标系的对应。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平面向量基本定理：任一向量可唯一表示为两个不共线向量\(\vec{e_1},\vec{e_2}\)的线性组合\(\vec{a}=\lambda_1\vec{e_1}+\lambda_2\vec{e_2}\)。这组不共线向量叫基底。重点是与平面直角坐标系的对应。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定理：\(\vec{e_1},\vec{e_2}\)不共线，则任一\(\vec{a}\)可唯一写为\(\lambda_1\vec{e_1}+\lambda_2\vec{e_2}\)。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基底：一组不共线的向量。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唯一性：系数是唯一的。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与坐标系：\(\vec{i},\vec{j}\)是标准基底。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不共线必要性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唯一性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基底示例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线性表示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不共线条件。原因：共线则无法表示所有方向，需强调，可用反例。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系数唯一。原因：抽象，需几何说明平行四边形唯一。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基底选择。原因：基底不唯一，系数随之变，需点。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基本定理 ──┐
│ \vec{a}=λ1\vec{e1}+│
│ λ2\vec{e2} │
│ 基底:不共线 │
│ 唯一系数 │
│ 标准基底: │
│ \vec{i},\vec{j} │
│ 换基底→系数变│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以\(\vec{i},\vec{j}\)为基底，表示\((2,3)\)。2. 两基底共线能否表示所有向量？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【提高作业】若\(\vec{a}=2\vec{e_1}+3\vec{e_2}\)，\(\vec{b}=\vec{e_1}-2\vec{e_2}\)，求\(\vec{a}+\vec{b}\)的表示。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本单元主题：平面向量及其应用。把今天学到的方法带进下一篇——自己读、自己想、自己写。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