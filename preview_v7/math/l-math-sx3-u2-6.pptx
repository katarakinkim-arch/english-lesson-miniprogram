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第2单元 一元函数导数及其应用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导数的综合应用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习题课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数学运算：求曲线过已知点的切线方程（设切点）。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数学运算：由单调/极值条件求参数范围。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逻辑推理：用导数构造函数证明不等式。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直观想象：综合理解导数各工具的联系。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综合应用：①切线方程（过点求斜率f′(x0)）；②由单调性/极值求参数；③用导数证明不等式（构造函数求最值）。重点是综合调用导数工具。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切线：过点P可设切点(x0,f(x0))，斜率f′(x0)，方程y-f(x0)=f′(x0)(x-x0)且过P。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参数：由f′符号/极值条件列不等式求参。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不等式：移项得g(x)≥0，证g最小值≥0。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综合：先分析再分问求解。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过点切线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不等式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过点非切点。原因：已知点在曲线上才是切点，否则需设切点解，易错。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不等式构造。原因：移项构造g(x)，证其最值非负，方向易反。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参数讨论。原因：含参导数需分类，易漏情况。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导数综合 ──┐
│ 切线:设切点 │
│ (过点≠切点) │
│ 参数:f′≥0恒 │
│ 成立求范围 │
│ 不等式:构造h │
│ 证h最小≥0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过曲线外一点作切线须____。2. 证f≥g可构造____。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【提高作业】证明x&gt;0时e^x&gt;x+1。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本单元主题：一元函数导数及其应用。把今天学到的方法带进下一篇——自己读、自己想、自己写。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