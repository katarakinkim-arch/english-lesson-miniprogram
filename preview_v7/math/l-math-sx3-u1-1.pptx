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数学 · 选择性必修第三册 · 第1单元 数列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数列的概念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数学抽象：理解数列是特殊函数（自变量为正整数）。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数学运算：由通项公式求指定项。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数学运算：由前n项和Sn求通项an（注意n=1）。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逻辑推理：说明an与Sn的关系及n=1的特殊性。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数列是按一定次序排列的一列数，可看作定义域为正整数集（或子集）的函数。通项公式an=f(n)；前n项和Sn=a1+a2+…+an，且an=Sn-Sn-1（n≥2），a1=S1。重点是通项与前n项和的关系。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数列：按次序排列的一列数，可视为函数an=f(n)。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通项：an关于n的表达式。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前n项和：Sn=a1+…+an。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互化：an=S1（n=1）；an=Sn-Sn-1（n≥2）。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函数观点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通项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前n项和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an与Sn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n=1特殊。原因：an=Sn-Sn-1仅对n≥2成立，n=1须用a1=S1，易漏。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Sn求an。原因：分段写出，易把n=1错套公式。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数列即函数。原因：理解定义域为正整数是关键。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数列概念 ──┐
│ 数列=有序数列│
│ 函数an=f(n) │
│ 通项:f(n) │
│ Sn=前n项和 │
│ an=S1(n=1) │
│ an=Sn-Sn-1 │
│ (n≥2)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数列可看作____的函数。2. an=Sn-Sn-1对____成立。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【提高作业】Sn=2n²-n，求通项an。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本单元主题：数列。把今天学到的方法带进下一篇——自己读、自己想、自己写。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