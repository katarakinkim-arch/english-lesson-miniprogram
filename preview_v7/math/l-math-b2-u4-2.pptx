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第4单元 统计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用统计图表示数据(频率分布直方图)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数据分析：绘制频率分布直方图。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直观想象：理解直方图面积表示频率。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数学运算：由数据分组求频数频率。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数学抽象：区分条形图与直方图。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数据分组、求频率/组距，画频率分布直方图；用折线图、扇形图等。重点是直方图的小矩形面积=频率、纵轴为频率/组距。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分组：定组距、组数，列频数分布表。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纵轴：频率/组距；矩形高=频率/组距。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面积：每组矩形面积=该组频率，总面积=1。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读图：求区间频率用面积(高×组距)。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频数表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直方图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面积=频率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读图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纵轴含义。原因：是频率/组距非频率，易错，需强调。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面积=频率。原因：读某区间频率要看面积非高，需示范。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组距选择。原因：组数过多或过少都失真，需讲经验。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直方图 ──┐
│ 分组:组距一致│
│ 纵轴:频率/组距│
│ 面积=频率 │
│ 总面=1 │
│ 读数:面积非高│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直方图的纵轴是__。2. 各组面积之和=__。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【提高作业】已知组距2、某组频率0.2，求该组矩形高。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本单元主题：统计。把今天学到的方法带进下一篇——自己读、自己想、自己写。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