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第2单元 圆锥曲线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椭圆及其标准方程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数学抽象：复述椭圆定义（到两定点距离和为常数）。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直观想象：理解a、b、c的几何意义与关系。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数学运算：写出焦点在x轴、y轴的标准方程。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逻辑推理：由已知条件确定椭圆方程。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椭圆：平面内到两定点F1、F2距离之和为常数2a（&gt;|F1F2|）的点的轨迹。焦点在x轴：(x²/a²)+(y²/b²)=1（a&gt;b&gt;0，c²=a²-b²）；焦点在y轴则x、y互换。重点是定义与标准方程。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定义：|PF1|+|PF2|=2a（2a&gt;|F1F2|）。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标准式：x轴焦点 x²/a²+y²/b²=1；y轴焦点 y²/a²+x²/b²=1。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关系：a&gt;b&gt;0，c²=a²-b²（a最大）。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焦点：(±c,0)或(0,±c)。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绳演示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标准式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a,b,c关系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焦点位置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a最大。原因：椭圆a&gt;b，c²=a²-b²，易与双曲线记反，需强调。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焦点位置。原因：看分母大小，x分母大则焦点在x轴，易错。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定义常数。原因：须2a&gt;|F1F2|，否则退化，需说明。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椭圆标准方程 ──┐
│ 定义:|PF1|+ │
│ |PF2|=2a │
│ x轴:x²/a²+ │
│ y²/b²=1 │
│ y轴:y²/a²+ │
│ x²/b²=1 │
│ c²=a²-b²(a大)│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椭圆中a、b、c关系____。2. 焦点在____分母大的轴上。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【提高作业】椭圆过点(3,0)(0,2)，焦点在x轴，写方程。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本单元主题：圆锥曲线。把今天学到的方法带进下一篇——自己读、自己想、自己写。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