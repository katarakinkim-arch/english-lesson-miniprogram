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二面角的向量求法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数学运算：用法向量夹角余弦求二面角。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直观想象：判断法向量夹角与二面角是相等还是互补。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逻辑推理：说明二面角范围为[0,π]，不一定锐角。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数学运算：规范建系求两半平面法向量。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二面角的大小等于其两个半平面法向量的夹角或其补角，cosθ=±(n⃗·m⃗)/(|n⃗||m⃗|)。通过观察法向量指向（同侧/异侧）或结合实际图形判断取原角还是补角。重点是法向量夹角与二面角的关系。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公式：cosθ=(n⃗·m⃗)/(|n⃗||m⃗|)，θ为法向量夹角。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关系：二面角等于法向量夹角或其补角。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判断：两法向量指向二面角同侧⇒相等；异侧⇒互补。也可观察棱上一点两半平面内向量。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范围：[0,π]，可钝。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同侧异侧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判断方法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取原角或补角。原因：取决于法向量指向，需看图，易错。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范围非锐角。原因：二面角可钝，直接取绝对值会错，需判断。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法向量方向。原因：不同取法结果差符号，需统一。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二面角向量法 ──┐
│ cosθ=(n⃗·m⃗)/ │
│ (|n⃗||m⃗|) │
│ =法向量夹角 │
│ 或补角 │
│ 同侧⇒相等 │
│ 异侧⇒互补 │
│ 范围[0,π]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二面角范围____。2. 两法向量异侧时二面角取____。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【提高作业】求正方体中相邻两面所成二面角的大小（用法向量）。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