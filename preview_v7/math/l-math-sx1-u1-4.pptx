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选择性必修第一册 · 第1单元 空间向量与立体几何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空间向量的坐标表示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数学运算：写出空间向量的坐标并做加减、数乘、数量积。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直观想象：建立空间直角坐标系，用坐标表示点与向量。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数学运算：用坐标计算向量模长与两点距离。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逻辑推理：用坐标判定两向量平行、垂直与夹角。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建立空间直角坐标系后，向量a⃗=(x,y,z)。坐标运算：加减、数乘按分量；模|a⃗|=√(x²+y²+z²)；数量积a⃗·b⃗=x1x2+y1y2+z1z2；夹角cosθ=(a⃗·b⃗)/(|a⃗||b⃗|)。重点是坐标法运算与夹角公式。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坐标：a⃗=(x,y,z)，加减数乘按分量。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数量积：a⃗·b⃗=x1x2+y1y2+z1z2。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模：|a⃗|=√(x²+y²+z²)，距离d=√((x2-x1)²+(y2-y1)²+(z2-z1)²)。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夹角：cosθ=(x1x2+y1y2+z1z2)/(|a⃗||b⃗|)。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垂直：x1x2+y1y2+z1z2=0。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向量坐标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坐标运算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模与距离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夹角与垂直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建系。原因：需两两垂直的三轴，选点错则全错，需规范。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数量积公式。原因：三项和易漏z项，需强调。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夹角分母。原因：两模相乘易漏一个，需分步。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空间向量坐标 ──┐
│ a⃗=(x,y,z) │
│ 加减:分量算 │
│ 点积:x1x2+ │
│ y1y2+z1z2 │
│ |a⃗|=√(x²+y²+│
│ z²) │
│ 垂直:点积=0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a⃗=(1,0,0)、b⃗=(0,1,0)，则a⃗·b⃗=____。2. 两点距离公式=____。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【提高作业】a⃗=(1,2,2)、b⃗=(2,-2,1)，判断位置关系并求|a⃗|。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本单元主题：空间向量与立体几何。把今天学到的方法带进下一篇——自己读、自己想、自己写。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