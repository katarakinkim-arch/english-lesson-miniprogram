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第5单元 概率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条件概率与全概率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数学抽象：复述条件概率定义。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数学运算：计算P(B|A)与P(AB)。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逻辑推理：用全概率公式分解复杂事件。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直观想象：理解"缩减样本空间"。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条件概率P(B|A)=P(AB)/P(A)(P(A)&gt;0)。全概率公式：由条件概率分解复杂事件概率。重点是条件概率计算与全概率思想。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条件概率：\(P(B|A)=P(AB)/P(A)\)(P(A)&gt;0)。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含义：在A发生前提下B发生的概率(样本空间缩为A)。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乘法：\(P(AB)=P(A)P(B|A)\)。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全概率：\(P(B)=\sum P(A_i)P(B|A_i)\)(A_i互斥完备)。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缩减空间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乘法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全概率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缩减空间。原因：条件概率把样本空间限制到A，直觉难，需图。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分子是P(AB)。原因：非P(B)，易错，需强调。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全概率分划。原因：A_i须互斥且并成全集，选不好则错，需示范。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条件/全概率 ──┐
│ P(B|A)=P(AB)/│
│ P(A) │
│ 缩空间到A │
│ 乘法:P(AB)= │
│ P(A)P(B|A)│
│ 全概率:Σw_i·│
│ P(B|A_i)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条件概率分母一般是__。2. 全概率公式要求A_i__且__。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【提高作业】甲厂0.6(合格0.98)、乙厂0.4(0.95)，随机取一件合格概率？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本单元主题：概率。把今天学到的方法带进下一篇——自己读、自己想、自己写。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