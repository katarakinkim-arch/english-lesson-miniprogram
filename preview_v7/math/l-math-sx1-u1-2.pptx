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选择性必修第一册 · 第1单元 空间向量与立体几何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空间向量的数量积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数学运算：理解空间向量数量积的定义并会计算。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直观想象：用数量积几何意义理解投影与夹角。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逻辑推理：会用a⃗·b⃗=0判定两向量垂直。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数学抽象：归纳数量积的运算律（交换、分配，不结合）。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定义空间向量数量积a⃗·b⃗=|a⃗||b⃗|cosθ，导出夹角公式cosθ=(a⃗·b⃗)/(|a⃗||b⃗|)与模长公式|a⃗|²=a⃗·a⃗。重点是数量积的几何意义与夹角计算，难点是垂直判定a⃗·b⃗=0。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数量积：a⃗·b⃗=|a⃗||b⃗|cosθ，结果是数量。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夹角：cosθ=(a⃗·b⃗)/(|a⃗||b⃗|)，θ∈[0,π]。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垂直：a⃗·b⃗=0⇔a⃗⊥b⃗（含零向量）。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模：|a⃗|²=a⃗·a⃗，|a⃗|=√(a⃗·a⃗)。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运算律：交换、分配成立；无结合律(a⃗·b⃗)c⃗≠a⃗(b⃗·c⃗)。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投影意义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夹角公式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垂直判定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模与运算律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结果为数量。原因：学生易误以为数量积是向量，需强调。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夹角范围。原因：θ∈[0,π]，cosθ为负表示钝角，易漏。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无结合律。原因：类比实数误推结合，需反例。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空间向量数量积 ──┐
│ a⃗·b⃗=|a⃗||b⃗|cosθ│
│ 结果为数量 │
│ cosθ=(a⃗·b⃗)/ │
│ (|a⃗||b⃗|) │
│ 垂直:a⃗·b⃗=0 │
│ |a⃗|=√(a⃗·a⃗) │
│ 无结合律!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数量积结果是____（向量/数量）。2. a⃗·b⃗=0⇔____。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【提高作业】已知|a⃗|=2、|b⃗|=3、a⃗·b⃗=-3，求夹角并判断是否垂直。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本单元主题：空间向量与立体几何。把今天学到的方法带进下一篇——自己读、自己想、自己写。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