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第4单元 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随机抽样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数据分析：说出抽样基本思想。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数学运算：按层比例计算各层样本量。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逻辑推理：选择恰当抽样方法。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数学抽象：区分总体、样本、样本量。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总体、样本、抽样概念。简单随机抽样(抽签、随机数)、分层抽样(按比例从各层抽取)。重点是从实际问题选择抽样方法。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总体/样本/样本量。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简单随机：每个个体等可能入样(抽签、随机数表)。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分层：按差异明显层划分，各层按比例抽。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原则：样本应有代表性、随机性。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简单随机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分层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比例计算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选择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分层抽样比例。原因：各层样本量=层占比×总样本量，易算错，需示范。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方法选择。原因：差异明显用分层、否则简单随机，易混，需对比。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代表性。原因：抽样为推断总体，非描述，需点。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随机抽样 ──┐
│ 总体/样本/量│
│ 简单随机:等可│
│ 能(抽签/随机)│
│ 分层:按比例 │
│ n_i=N_i/N·n │
│ 选:差异大→分层│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分层抽样各层样本量如何定？2. 男30女20抽10，各抽__。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【提高作业】设计调查本校学生每周运动时间的抽样方案。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本单元主题：统计。把今天学到的方法带进下一篇——自己读、自己想、自己写。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