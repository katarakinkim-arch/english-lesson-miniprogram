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第4单元 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用数字特征描述数据(平均数、方差)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数据分析：计算平均数、方差、标准差。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数学运算：用公式与简便算法。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逻辑推理：由方差比较稳定性。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数学抽象：区分集中趋势与离散程度。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集中趋势：平均数、中位数、众数。离散程度：方差s²、标准差s。重点是方差反映波动，以及用样本估计总体的思想。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均值：\(\bar{x}=\frac{1}{n}\sum x_i\)。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方差：\(s^2=\frac{1}{n}\sum(x_i-\bar{x})^2\)，越大越波动。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标准差：\(s=\sqrt{s^2}\)，与数据同单位。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性质：\(x_i+a\)均值变a、方差不变；\(kx_i\)方差乘k²。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中位数众数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方差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标准差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性质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方差公式。原因：平方、平均易错，需分步；n与n-1在高中用n，需点。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标准差单位。原因：s与x同单位便于比较，易忘开方，需强调。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极端值。原因：均值受极端值影响大，中位数更稳，需举。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数字特征 ──┐
│ 均值x̄=Σx/n │
│ 中位:抗极端 │
│ 方差s²=Σ(x-│
│ x̄)²/n │
│ 标准差s=√s²│
│ 越大越波动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方差越大说明数据越__。2. 数据都加5，方差__。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【提高作业】x:2,4,6与y:1,4,7，比较哪组方差大。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本单元主题：统计。把今天学到的方法带进下一篇——自己读、自己想、自己写。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