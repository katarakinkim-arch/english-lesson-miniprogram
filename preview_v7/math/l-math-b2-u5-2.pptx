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第5单元 概率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古典概型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数学抽象：复述古典概型两特征。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数学运算：数样本点求概率。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逻辑推理：用树状图/列举不重不漏。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直观想象：区分有序与无序样本点。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古典概型两特征：有限样本点、等可能。概率P(A)=A包含样本点数/总样本点数。重点是计数(列举、树状图、排列组合)与模型识别。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特征：样本点有限、等可能。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公式：\(P(A)=n(A)/n(\Omega)\)。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计数：列举、树状图、分步乘法。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前提：必须先确认等可能，否则不能直接除。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列举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树状图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错例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等可能前提。原因：非等可能(如"和")不能直接用，需点；先判模型。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不重不漏。原因：列举样本点易漏或重复，需树状图。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有序无序。原因：(1,2)与(2,1)是否同一点，依"是否区分顺序"，需澄清。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古典概型 ──┐
│ 有限+等可能 │
│ P(A)=n(A)/ │
│ n(Ω) │
│ 树状图:不重│
│ 不漏 │
│ 对基本结果│
│ 计数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古典概型两特征__。2. 抛两币，恰一正概率__。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【提高作业】从1~10取一数，是3的倍数概率？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本单元主题：概率。把今天学到的方法带进下一篇——自己读、自己想、自己写。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