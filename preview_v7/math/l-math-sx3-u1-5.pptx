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等比数列的前n项和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数学运算：用错位相减法推导等比前n项和。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数学运算：应用Sn=a1(1-q^n)/(1-q)（q≠1）。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逻辑推理：说明q=1须单独讨论。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数学运算：据已知求Sn。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错位相减法推导：Sn=a1(1-q^n)/(1-q)= (a1-an·q)/(1-q)（q≠1）；q=1时Sn=na1。重点是错位相减思想与q=1分类。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q≠1：Sn=a1(1-q^n)/(1-q)=(a1-an·q)/(1-q)。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q=1：Sn=na1。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推导：qSn错位相减得(1-q)Sn。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必须先判q是否等于1。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q=1分类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q=1分类。原因：公式分母1-q，q=1无意义，必单独算，易漏。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错位相减。原因：qSn与Sn对齐相减，项数、首项末项易错。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公式形式。原因：两等价式，易混用错。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等比前n项和 ──┐
│ 错位相减: │
│ (1-q)Sn= │
│ a1-a1q^n │
│ q≠1:Sn= │
│ a1(1-q^n)/ │
│ (1-q) │
│ q=1:Sn=na1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等比求和公式（q≠1）____。2. q=1时Sn=____。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【提高作业】等比数列a1=1,q=2，求S10。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