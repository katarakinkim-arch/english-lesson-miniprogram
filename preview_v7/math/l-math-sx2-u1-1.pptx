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第1单元 直线和圆的方程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倾斜角与斜率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直观想象：理解倾斜角的定义与范围[0,π)。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数学运算：由两点坐标计算直线斜率。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逻辑推理：说明斜率不存在的情形（直线垂直x轴）。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数学抽象：建立倾斜角与斜率的对应关系。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直线的倾斜角α∈[0,π)，斜率k=tanα（α≠π/2）。已知两点P1、P2，斜率k=(y2-y1)/(x2-x1)（x1≠x2）。重点是斜率公式与倾斜角、斜率的对应关系。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倾斜角：x轴正向到直线向上方向的角，α∈[0,π)。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斜率：k=tanα（α≠π/2）；α=π/2时斜率不存在。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两点斜率：k=(y2-y1)/(x2-x1)（x1≠x2）。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k&gt;0⇔α锐角；k&lt;0⇔α钝角；k=0⇔水平。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斜率定义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两点公式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不存在情形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对应表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斜率不存在。原因：垂直x轴的直线α=π/2，tan无定义，需强调。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k与α对应。原因：α∈(π/2,π)时k&lt;0且随α增大k增大（负得少），易混。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两点公式分母。原因：x1=x2时斜率不存在，需先判断。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倾斜角与斜率 ──┐
│ α∈[0,π) │
│ k=tanα │
│ (α≠π/2) │
│ k=(y2-y1)/ │
│ (x2-x1) │
│ x1=x2⇒无斜率│
│ k&gt;0锐,k&lt;0钝│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倾斜角范围____。2. 过(1,1)(1,4)的直线斜率____。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【提高作业】斜率k=-1时倾斜角是多少？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本单元主题：直线和圆的方程。把今天学到的方法带进下一篇——自己读、自己想、自己写。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