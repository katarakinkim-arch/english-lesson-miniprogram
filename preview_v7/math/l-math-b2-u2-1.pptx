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第2单元 复数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复数的概念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数学抽象：说出复数定义与i的性质。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逻辑推理：判断复数是否为实数、纯虚数。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数学运算：写出实部、虚部。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直观想象：理解复数集与实数集的包含。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引入虚数单位i(i²=-1)，定义复数z=a+bi(a,b∈R)。实部a、虚部b。复数集C。重点是与实数集的包含关系及相等条件。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虚数单位：\(i^2=-1\)。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复数：\(z=a+bi\)(a,b∈R)，实部a、虚部b。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分类：b=0实数；a=0且b≠0纯虚数。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相等：a+bi=c+di⇔a=c且b=d。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复数定义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实部虚部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分类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相等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i²=-1违直觉。原因：学生觉"不可能"，需从解方程动机引入。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实部虚部。原因：b是虚部(不是bi)，易错，需强调。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纯虚数。原因：a=0且b≠0，两条件，易漏a=0，需点。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复数概念 ──┐
│ i²=-1 │
│ z=a+bi(a,b∈R)│
│ 实部a 虚部b │
│ 实数:b=0 │
│ 纯虚:a=0,b≠0│
│ 相等:实部= │
│ 虚部=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z=2+3i实部__虚部__。2. 何时z是纯虚数？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【提高作业】若(2a-1)+(a+3)i=5-2i，求a。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本单元主题：复数。把今天学到的方法带进下一篇——自己读、自己想、自己写。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