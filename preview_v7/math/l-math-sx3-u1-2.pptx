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第1单元 数列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等差数列（概念与通项）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数学抽象：复述等差数列定义与公差d。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数学运算：推导并应用通项公式an=a1+(n-1)d。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逻辑推理：用定义判定一个数列是否为等差数列。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数学运算：求等差中项。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等差数列：从第二项起，每一项与前一项的差等于同一常数d（公差）。通项an=a1+(n-1)d；中项2b=a+c。重点是通项公式的推导与应用。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定义：an-an-1=d（常数），n≥2。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通项：an=a1+(n-1)d。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中项：a,b,c成等差⇔2b=a+c。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d&gt;0递增、d&lt;0递减、d=0常数列。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累加推导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通项应用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公差符号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中项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下标n-1。原因：通项易错写为a1+nd，需强调「第n项差了n-1个d」。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d符号。原因：递减列d&lt;0，学生易当正，需看图。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定义判定。原因：须「从第二项起」差恒等，不能用首尾。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等差数列 ──┐
│ 定义:an-a(n-1)│
│ =d(常数) │
│ 通项:an= │
│ a1+(n-1)d │
│ 中项:2b=a+c │
│ d&gt;0增,d&lt;0减│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等差通项an=____。2. a,b,c成等差⇔____。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【提高作业】等差数列中a3=7,a7=19，求a1与d。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本单元主题：数列。把今天学到的方法带进下一篇——自己读、自己想、自己写。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