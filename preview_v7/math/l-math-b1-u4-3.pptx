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必修第一册 · 第4单元 指数与对数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对数与对数运算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数学抽象：理解对数定义(aᵇ=N⇔logₐN=b)及前提。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数学运算：掌握对数运算性质与换底公式。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逻辑推理：能在指数式与对数式间互化。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直观想象：理解对数是指数的逆。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对数是指数的逆运算：aᵇ=N⇔logₐN=b(a&gt;0,a≠1,N&gt;0)。掌握常用对数lg、自然对数ln，及运算性质(logₐ(MN)=logₐM+logₐN、logₐ(M/N)=logₐM-logₐN、logₐMⁿ=nlogₐM)与换底公式logₐb=lgb/lga。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定义：aᵇ=N⇔logₐN=b(a&gt;0,a≠1,N&gt;0)。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特例：lgN=log₁₀N、lnN=logₑN。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性质：logₐ(MN)=logₐM+logₐN；logₐ(M/N)=logₐM-logₐN；logₐMⁿ=nlogₐM。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换底：logₐb=lgb/lga。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定义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性质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错例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换底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N&gt;0前提。原因：真数必须正，易漏，需红线。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性质混淆。原因：log(M+N)≠logM+logN，需强调。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互化。原因：指数↔对数转不快，需练。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对数 ──┐
│ a^b=N⇔log_aN=b│
│ N&gt;0! lg=10 ln=e│
│ 性质: │
│ log(MN)=logM+logN│
│ log(M/N)=logM-logN│
│ logM^n=nlogM │
│ log(M+N)≠拆! │
│ 换底:log_ab=lgb/lga│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求log₂8、log₂(1/2)。2. log₃9+log₃(1/3)=?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【提高作业】用换底求log₂5(留表达式)。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本单元主题：指数与对数。把今天学到的方法带进下一篇——自己读、自己想、自己写。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