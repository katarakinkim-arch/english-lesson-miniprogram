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平面与平面平行的判定与性质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逻辑推理：复述面面平行判定与性质。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直观想象：理解定理情境。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数学运算：证明面面平行。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数学抽象：建立"线面→面面"转化链。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面面平行判定：一个平面内两条相交直线都平行于另一平面，则两平面平行。性质：两平行平面与第三平面相交，交线平行。重点是两个定理及与线面平行的转化。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判定：α内两相交直线分别∥β⇒α∥β。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性质：α∥β,γ∩α=a,γ∩β=b⇒a∥b。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转化：面面平行常先证线面平行。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相交条件：判定中两线必须相交。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相交条件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转化链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相交条件。原因：判定须两线相交，平行则不行，易漏，需反例。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转化链。原因：从面面到线面到线线，层级多，需理顺，需示范。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性质应用。原因：已知面面平行求交线平行，需作第三平面，需点。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面面平行 ──┐
│ 判定:α内两相│
│ 交线∥β⇒α∥β│
│ 性质:α∥β, │
│ γ截⇒交线∥ │
│ 链:线线→线面│
│ →面面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面面平行判定中两线必须__。2. α∥β，γ截得a⊂α,b⊂β则a__b。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【提高作业】正方体中证平面AB'C'D∥平面A'BCD'。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