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第5单元 概率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事件的独立性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数学抽象：复述事件独立的定义。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逻辑推理：区分独立与互斥。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数学运算：用乘法公式求交事件概率。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直观想象：理解"互不影响"含义。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两事件独立：P(AB)=P(A)P(B)。推广到多个独立事件。重点是独立性的判断(凭实际意义或验证等式)与乘法公式应用。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独立：A发生不影响B⇔P(AB)=P(A)P(B)。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推广：多个两两独立则交的概率=各概率乘积。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与互斥：独立≠互斥；互斥时P(AB)=0≠P(A)P(B)(一般)。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判断：凭实际"互不影响"或验证等式。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与互斥对比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乘法公式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多事件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独立≠互斥。原因：概念相反易混，需对比(独立可同发生、互斥不能)。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验证等式。原因：用P(AB)=P(A)P(B)判独立，需先求P(AB)，易错。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乘法前提。原因：只有独立才能拆成乘积，否则用条件概率，需点。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独立性 ──┐
│ 独立:P(AB)= │
│ P(A)P(B) │
│ 独立≠互斥 │
│ 互斥:P(AB)=0│
│ 乘法:独立才│
│ 能拆乘积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独立事件P(AB)=__。2. 独立与互斥__(相同/不同)。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【提高作业】P(A)=0.6,P(B)=0.5且独立，求P(A∪B)。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本单元主题：概率。把今天学到的方法带进下一篇——自己读、自己想、自己写。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