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选择性必修第一册 · 第1单元 空间向量与立体几何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用向量法证明平行与垂直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逻辑推理：说出线线、线面、面面平行垂直的向量判定条件。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数学运算：求直线方向向量与平面法向量。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直观想象：把几何位置关系转化为向量关系。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逻辑推理：用向量法规范书写证明过程。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用方向向量与法向量将位置关系代数化：线线平行⇔方向向量平行；线面平行⇔方向向量⊥法向量；线面垂直⇔方向向量∥法向量；面面垂直⇔法向量垂直。重点是建系后用向量法证明。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线线平行：方向向量平行。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线面平行：直线方向向量⊥平面法向量（且线不在面内）。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线面垂直：直线方向向量∥平面法向量。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面面垂直：两平面法向量垂直（点积为0）。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面面平行：法向量平行。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线面平行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线面垂直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面面关系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综合例题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线面平行条件。原因：应为方向向量⊥法向量，易误用平行，需辨析。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条件组合。原因：六种关系易混，需对比表。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建系与算错。原因：任一步错全错，需规范。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向量法证平行垂直 ──┐
│ 线线平行:v⃗∥u⃗ │
│ 线面平行:v⃗⊥n⃗ │
│ (点不在面内) │
│ 线面垂直:v⃗∥n⃗ │
│ 面面垂直:n⃗⊥m⃗ │
│ 面面平行:n⃗∥m⃗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线面平行⇔方向向量与法向量____。2. 面面垂直⇔法向量____。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【提高作业】正方体中证明：体对角线垂直于一对角面。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本单元主题：空间向量与立体几何。把今天学到的方法带进下一篇——自己读、自己想、自己写。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