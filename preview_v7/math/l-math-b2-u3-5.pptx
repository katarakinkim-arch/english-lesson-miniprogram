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直线与平面平行的判定与性质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逻辑推理：复述线面平行判定与性质定理。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直观想象：理解定理的几何情境。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数学运算：用定理证明线面平行。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数学抽象：区分判定(充分条件)与性质(必要条件)。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线面平行判定：平面外一条直线与平面内一条直线平行，则该线与平面平行。性质：线面平行则过该线的平面与已知面的交线与之平行。重点是两个定理的应用。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判定：a⊄α,b⊂α,a∥b⇒a∥α。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性质：a∥α,a⊂β,α∩β=l⇒a∥l。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思路：证线面平行常先证线线平行(中位线等)。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条件：判定中a必须在平面外。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条件强调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性质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证明套路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判定vs性质。原因：方向相反易混，需对比(判定:线线→线面；性质:线面→线线)。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平面外条件。原因：判定须a⊄α，易漏，需强调。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作辅助线。原因：性质定理要"过a的平面β"，不会构造，需示范。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线面平行 ──┐
│ 判定:a⊄α,b⊂α│
│ a∥b⇒a∥α │
│ 性质:a∥α, │
│ a⊂β,α∩β=l│
│ ⇒a∥l │
│ 证法:找面内│
│ 平行线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判定定理中直线必须在平面__。2. a∥α，过a的平面β交α于l，则a__l。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【提高作业】正方体ABCD-A'B'C'D'，证A'B'∥平面ABCD(用判定)。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