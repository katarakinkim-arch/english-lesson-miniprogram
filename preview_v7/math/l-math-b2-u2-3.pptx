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第2单元 复数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复数的几何意义与三角表示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直观想象：在复平面表示复数。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数学运算：求复数的模与辐角。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数学抽象：写出三角形式。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逻辑推理：理解模的几何意义。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复数z=a+bi对应复平面点(a,b)或向量。模|z|=√(a²+b²)，辐角θ满足cosθ=a/r,sinθ=b/r。三角形式z=r(cosθ+isinθ)。重点是从代数到几何的对应。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复平面：横轴实、纵轴虚；z=a+bi↔点(a,b)。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模：\(|z|=\sqrt{a^2+b^2}\)(到原点距离)。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辐角：\(\tan\theta=b/a\)，多值(加2kπ)。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三角形式：\(z=r(\cos\theta+i\sin\theta)\)。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辐角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三角形式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互化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轴对应。原因：横实纵虚易记反，需强调。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辐角多值。原因：θ加2kπ都相同，主值范围易漏，需点[-π,π]。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三角形式。原因：须"模×单位复数"且括号为标准，易写错，需示范。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复数几何 ──┐
│ 复平面:横实纵虚│
│ |z|=√(a²+b²) │
│ 辐角θ∈(-π,π]│
│ 三角:r(cosθ+ │
│ i sinθ) │
│ 乘除:模×/÷ │
│ 辐角+/-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z=3+4i的模__。2. z=1+i的辐角主值__。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【提高作业】将2(cosπ/3+isinπ/3)化为代数形。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本单元主题：复数。把今天学到的方法带进下一篇——自己读、自己想、自己写。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