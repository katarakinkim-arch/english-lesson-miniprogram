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数学 · 选择性必修第三册 · 第4单元 随机变量及其分布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二项分布与超几何分布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第20课时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数学运算：用二项分布公式计算概率与期望。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数学运算：用超几何分布公式计算概率。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逻辑推理：依据「有/无放回」选择二项和超几何。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数学抽象：说明两分布的适用情境。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n次独立重复试验（伯努利），成功次数X~B(n,p)，P(X=k)=C(n,k)p^k(1-p)^(n-k)，E=np、D=np(1-p)。超几何分布：从N件含M件次品中抽n件，次品数X，P(X=k)=C(M,k)C(N-M,n-k)/C(N,n)。重点区分有/无放回。</a:t>
            </a:r>
          </a:p>
        </p:txBody>
      </p:sp>
      <p:pic>
        <p:nvPicPr>
          <p:cNvPr id="6" name="Picture 5" descr="watch.jpg"/>
          <p:cNvPicPr>
            <a:picLocks noChangeAspect="1"/>
          </p:cNvPicPr>
          <p:nvPr/>
        </p:nvPicPr>
        <p:blipFill>
          <a:blip r:embed="rId2"/>
          <a:srcRect t="24802" b="24802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watch.jpg）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二项：n次独立重复，X~B(n,p)，P(X=k)=C(n,k)p^k(1-p)^(n-k)，E=np、D=np(1-p)。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超几何：不放回抽n件，次品数X，P(X=k)=C(M,k)C(N-M,n-k)/C(N,n)。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区别：有放回/独立⇒二项；无放回⇒超几何。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n很大N很大时超几何近似二项。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二项公式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期望方差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超几何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对比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选型。原因：有放回独立用二项、无放回用超几何，易反，需看情境。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二项公式。原因：p^k(1-p)^(n-k)指数与k对应错，需强调。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超几何下标。原因：C(M,k)C(N-M,n-k)三项组合，易写错。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二项/超几何 ──┐
│ 二项(独立): │
│ P=C(n,k)p^k │
│ (1-p)^(n-k)│
│ E=np,D=np(1-p│
│ 超几何(不放):│
│ P=C(M,k)C(N-│
│ M,n-k)/C(N,n│
│ 放回→二项 │
└────────────────┘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独立重复试验用____分布。2. 不放回抽样用____分布。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【提高作业】10件含3次品，不放回抽4件，次品数X的分布列关键项（k=0,1）。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本单元主题：随机变量及其分布。把今天学到的方法带进下一篇——自己读、自己想、自己写。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