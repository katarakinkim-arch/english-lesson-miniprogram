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第2单元 一元函数导数及其应用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导数的运算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数学运算：用基本公式求常见函数导数。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数学运算：用四则运算法则求导。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数学运算：用链式法则求复合函数导数。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逻辑推理：说明复合求导「外导乘内导」。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基本公式：(x^n)′=nx^(n-1)、(sinx)′=cosx、(cosx)′=-sinx、(e^x)′=e^x、(lnx)′=1/x。四则：(u±v)′=u′±v′、(uv)′=u′v+uv′、(u/v)′=(u′v-uv′)/v²。复合：(f(g(x)))′=f′(g(x))·g′(x)。重点是公式与复合函数求导。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幂：(x^n)′=nx^(n-1)；三角：(sinx)′=cosx、(cosx)′=-sinx。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指数/对数：(e^x)′=e^x、(a^x)′=a^x lna、(lnx)′=1/x。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四则：(uv)′=u′v+uv′；(u/v)′=(u′v-uv′)/v²。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复合：(f∘g)′=f′(g(x))·g′(x)（乘内导）。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复合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复合内导。原因：链式法则须乘g′(x)，学生常只求外导，易漏。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商法则。原因：(u/v)′分子是u′v-uv′，顺序错则符号反。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多层复合。原因：逐层外导连乘，易少一层。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导数运算 ──┐
│ (x^n)′=nx^(n-1)│
│ (e^x)′=e^x │
│ (uv)′=u′v+uv′│
│ (u/v)′=(u′v-│
│ uv′)/v² │
│ 复合:y′=f′(g)│
│ ·g′(x) │
│ 别漏内导!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(x³)′=____。2. 复合函数求导要____。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【提高作业】求y=sin(2x)的导数。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本单元主题：一元函数导数及其应用。把今天学到的方法带进下一篇——自己读、自己想、自己写。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