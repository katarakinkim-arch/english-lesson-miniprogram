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诱导公式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逻辑推理：掌握诱导公式的记忆规律(奇变偶不变，符号看象限)。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数学运算：将任意角三角函数化为锐角三角函数。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数学抽象：理解公式背后的单位圆对称性。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直观想象：用终边对称理解公式。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诱导公式将任意角三角函数化为锐角三角函数。核心口诀"奇变偶不变，符号看象限"：α±π/2等"π/2的奇数倍"变函数名，α±π等偶数倍不变；符号由原角所在象限定。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奇变偶不变：±π/2的奇数倍变名(sin↔cos)，偶数倍(±π)不变。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符号看象限：原角α视为锐角时，原函数在原象限的符号。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例：sin(π-α)=sinα；cos(π/2+α)=-sinα。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目标：任意角→锐角。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奇变偶不变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符号看象限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对称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奇/偶指什么。原因：指"π/2的倍数"奇偶，非角奇偶，需解。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符号看哪。原因：看"原函数名在原象限"非结果，易错，需强调。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变名。原因：奇数倍才变sin↔cos，易忘，需练。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诱导公式 ──┐
│ 目标:任意→锐角│
│ 奇变偶不变: │
│ ±π/2奇倍变名 │
│ (sin↔cos) │
│ ±π偶倍不变 │
│ 符号看象限: │
│ 原函数名在原角│
│ 象限的符号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化sin(π-α)、cos(π+α)。2. tan(π/2+α)=?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【提高作业】求sin(7π/6)(用诱导公式)。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