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第5单元 概率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频率与概率(随机模拟)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数据分析：说明频率稳定于概率。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数学运算：用随机模拟估计概率。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逻辑推理：区分频率(试验值)与概率(理论值)。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数学抽象：理解大数律直观。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通过大量重复试验，事件频率稳定在概率附近(大数律直观)。用随机模拟(计算器/计算机产生随机数)估计概率。重点是频率稳定思想与模拟方法。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关系：重复试验，频率→概率(稳定)。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频率：m/n(发生次数/总次数)，随n波动。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模拟：用随机数替代真实试验估计概率。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思想：概率是理论值，频率是它的经验近似。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稳定曲线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频率≠概率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随机模拟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设计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频率≠概率。原因：频率是某次试验比值、波动；概率是极限稳定值，需澄清。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模拟设计。原因：如何映射随机数到事件，需示范。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波动理解。原因：n小频率波动大、n大趋稳，需图。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频率与概率 ──┐
│ 频率=m/n │
│ n大→稳于p │
│ 概率:理论值 │
│ 频率:试验值│
│ 模拟:随机替代│
│ 估计p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概率是__值，频率是__值。2. 频率随试验次数增加趋于__。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【提高作业】设计随机模拟估计"抛三币至少两正"的概率思路。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本单元主题：概率。把今天学到的方法带进下一篇——自己读、自己想、自己写。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