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第3单元 函数的概念与性质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函数的奇偶性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数学抽象：理解奇、偶函数的定义与前提(定义域关于原点对称)。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直观想象：用图象对称性(y轴/原点)直观判断。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数学运算：计算f(-x)并比较判断奇偶性。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逻辑推理：掌握奇偶性的证明步骤。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奇偶性：对定义域内任意x，f(-x)=f(x)为偶函数(图象关于y轴对称)，f(-x)=-f(x)为奇函数(关于原点对称)。强调定义域须关于原点对称这一前提，并与单调性结合。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偶：f(-x)=f(x)，图象关于y轴对称。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奇：f(-x)=-f(x)，图象关于原点对称。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前提：定义域必须关于原点对称。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既非奇又非偶：不满足任一定义。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前提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计算f(-x)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流程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对称域前提。原因：域不对称直接非奇非偶，易漏查，需红线。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f(-x)计算。原因：代入-x易错(尤其含x²与-x)，需练。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图象对应。原因：奇→原点、偶→y轴，易混，需图。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奇偶性 ──┐
│ 前提:域关于原点对称│
│ 偶:f(-x)=f(x) │
│ (y轴对称) │
│ 奇:f(-x)=-f(x)│
│ (原点对称) │
│ 流程: │
│ 查域→算f(-x) │
│ →比→结论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判f(x)=x²的奇偶性。2. 判f(x)=x+1是否奇？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【提高作业】证明f(x)=x³在R上是奇函数。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本单元主题：函数的概念与性质。把今天学到的方法带进下一篇——自己读、自己想、自己写。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