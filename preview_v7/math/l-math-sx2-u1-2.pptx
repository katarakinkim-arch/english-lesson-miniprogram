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选择性必修第二册 · 第1单元 直线和圆的方程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直线方程的几种形式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数学运算：写出点斜式、斜截式、两点式直线方程。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直观想象：理解截距的几何意义（可正可负可零）。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逻辑推理：说明各形式适用条件（尤其斜率不存在时）。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数学抽象：在不同形式间互化。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点斜式y-y0=k(x-x0)；斜截式y=kx+b；两点式由两点确定；截距式x/a+y/b=1（a、b为截距且非零）。掌握各形式的适用条件，重点是点斜式与斜截式。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点斜式：y-y0=k(x-x0)（需斜率存在）。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斜截式：y=kx+b（b为y轴截距）。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两点式：由两点确定直线。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截距式：x/a+y/b=1（a、b为两轴截距，非零）。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截距≠距离，可正可负。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斜截式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两点式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截距式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适用条件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斜率不存在。原因：垂直x轴直线无点斜式，需写x=x0，易漏。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截距含义。原因：截距是坐标值可负，非距离，易混。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形式选择。原因：给两点用两点式，给斜率点用点斜式，需判。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直线方程形式 ──┐
│ 点斜式:y-y0= │
│ k(x-x0) │
│ 斜截:y=kx+b │
│ 两点式 │
│ 截距:x/a+y/b=│
│ 1(a,b≠0) │
│ 截距≠距离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过点(0,2)斜率3的直线____。2. 截距可____（正/负/零均可）。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【提高作业】直线过(1,0)和(0,2)，写出截距式与一般式。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本单元主题：直线和圆的方程。把今天学到的方法带进下一篇——自己读、自己想、自己写。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