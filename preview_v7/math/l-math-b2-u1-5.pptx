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必修第二册 · 第1单元 平面向量及其应用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平面向量的坐标表示与运算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数学运算：求向量坐标并做加减、数乘。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直观想象：理解向量坐标的几何意义。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逻辑推理：由坐标关系判定共线。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数学抽象：区分位置向量与自由向量。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在直角坐标系下，向量用终点坐标减起点坐标表示；\(\vec{a}=(x,y)\)。坐标运算：加减法对应分量加减，数乘分量乘标量。重点是从几何到坐标的转化。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坐标：\(\vec{a}=(x,y)\)，自由向量只看分量。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加减：\((x_1,y_1)±(x_2,y_2)=(x_1±x_2,y_1±y_2)\)。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数乘：\(\lambda(x,y)=(\lambda x,\lambda y)\)。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共线：\((x_1,y_1)//(x_2,y_2)\)⇔\(x_1y_2-x_2y_1=0\)。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终点减起点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加减与数乘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共线判别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综合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坐标求法。原因：\(\vec{AB}=(x_B-x_A,y_B-y_A)\)非两坐标相加，易错，需强调差。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共线坐标式。原因：\(x_1y_2-x_2y_1=0\)易与斜率混，需推导。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自由向量。原因：起点任意不影响坐标，需点。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向量坐标 ──┐
│ \vec{a}=(x,y) │
│ \vec{AB}=(xB-xA,│
│ yB-yA) │
│ 加减:分量对位 │
│ 数乘:各×λ │
│ 共线:x1y2- │
│ x2y1=0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A(1,2),B(4,6)，求\(\vec{AB}\)。2. \((1,2)+(3,-1)=\)____。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【提高作业】\(\vec{a}=(2,m)\)与\(\vec{b}=(4,6)\)共线，求m。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本单元主题：平面向量及其应用。把今天学到的方法带进下一篇——自己读、自己想、自己写。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