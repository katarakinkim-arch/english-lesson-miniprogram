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第5单元 三角函数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三角函数的概念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数学抽象：理解单位圆定义sinα=y、cosα=x、tanα=y/x。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直观想象：由终边位置判断各三角函数符号。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数学运算：记住特殊角(0,π/2,π,3π/2)的三角值。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逻辑推理：掌握平方关系sin²α+cos²α=1。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用单位圆统一定义：角α终边与单位圆交点P(x,y)，则sinα=y、cosα=x、tanα=y/x(x≠0)。由定义得符号规律(各象限正负)、平方关系sin²α+cos²α=1，以及特殊角(0,π/2,π)的三角函数值。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单位圆：P(x,y)在α终边上⇒sinα=y,cosα=x,tanα=y/x(x≠0)。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符号：一全正、二正弦、三正切、四余弦。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平方关系：sin²α+cos²α=1。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特殊角：sin0=0,sinπ/2=1,cos0=1,cosπ=-1。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符号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特殊角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平方关系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tan边界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单位圆定义。原因：习惯Rt三角形法，任意角不会，需重建。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符号规律。原因：各象限正负易混，需口诀"一全正"。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tan分母。原因：x=0时tan无定义(α=π/2+kπ)，需红线。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三角函数概念 ──┐
│ 单位圆P(x,y) │
│ sinα=y cosα=x │
│ tanα=y/x(x≠0) │
│ 符号: │
│ 一全正二正弦 │
│ 三正切四余弦 │
│ sin²+cos²=1 │
│ 特:sin0=0 │
│ cos0=1 sinπ/2=1│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α=π，求sinα,cosα。2. 第几象限sinα&lt;0且cosα&gt;0？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【提高作业】若sinα=3/5且α在第二象限，求cosα。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本单元主题：三角函数。把今天学到的方法带进下一篇——自己读、自己想、自己写。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