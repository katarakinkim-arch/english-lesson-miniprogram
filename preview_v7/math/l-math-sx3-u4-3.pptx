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第4单元 随机变量及其分布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离散型随机变量的期望与方差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第19课时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数学运算：计算离散型随机变量的期望E(X)。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数学运算：计算方差D(X)（两公式择一）。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数学抽象：说明期望（平均）与方差（波动）的意义。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数学运算：用性质E(aX+b)、D(aX+b)简化。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期望E(X)=Σxi·pi，刻画平均水平（加权平均）。方差D(X)=Σ(xi-E(X))²·pi，刻画离散程度；D(X)=E(X²)-[E(X)]²。性质：E(aX+b)=aE(X)+b，D(aX+b)=a²D(X)。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期望：E(X)=Σxi·pi（加权平均）。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方差：D(X)=Σ(xi-E(X))²·pi=E(X²)-[E(X)]²。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意义：E表平均位置，D表离散程度（越大越分散）。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性质：E(aX+b)=aE(X)+b；D(aX+b)=a²D(X)。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期望算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方差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方差公式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性质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方差权重。原因：D(X)中每项乘pi，易漏权重或平方，需强调。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公式选择。原因：D=E(X²)-[E(X)]²常更简，但易算错E(X²)。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性质系数。原因：D(aX+b)=a²D(X)，b不影响方差，易错。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期望与方差 ──┐
│ E(X)=Σxi·pi │
│ D(X)=Σ(xi-E)²│
│ ·pi │
│ =E(X²)-E(X)²│
│ E(aX+b)=aE+b│
│ D(aX+b)=a²D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期望公式____。2. D(aX+b)=____。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【提高作业】Y=2X+1，已知E(X)=3,D(X)=4，求E(Y)、D(Y)。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本单元主题：随机变量及其分布。把今天学到的方法带进下一篇——自己读、自己想、自己写。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