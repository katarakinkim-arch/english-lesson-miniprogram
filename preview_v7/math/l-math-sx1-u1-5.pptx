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选择性必修第一册 · 第1单元 空间向量与立体几何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空间向量运算的坐标应用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数学运算：用坐标比例判定两向量平行。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数学运算：用坐标点积判定两向量垂直。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逻辑推理：在立体几何图形中建立适当坐标系。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直观想象：用坐标法将几何关系转化为代数计算。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用坐标表示向量后，平行与垂直转为坐标关系：a⃗∥b⃗⇔对应分量成比例（b⃗≠0）；a⃗⊥b⃗⇔点积为0。结合立体几何图形建系，用向量法判定线线、线面关系。重点是坐标法判定平行垂直。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平行：a⃗∥b⃗（b⃗≠0）⇔x1/x2=y1/y2=z1/z2（对应分量成比例）。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垂直：a⃗⊥b⃗⇔x1x2+y1y2+z1z2=0。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建系：选两两垂直的三条棱为轴，标原点。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向量法：把线线、线面关系转为向量平行/垂直。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平行坐标法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垂直坐标法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综合例题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易错辨析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比例分母为零。原因：某分量为0时不能直接除，需分类，易错。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建系不当。原因：轴不垂直则坐标失效，需规范。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平行vs垂直混淆。原因：方法不同，需按目标选。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坐标判定平行垂直 ──┐
│ 建系:三轴垂直 │
│ 平行:a⃗∥b⃗ │
│ 分量成比例 │
│ 垂直:a⃗⊥b⃗ │
│ 点积=0 │
│ 零分量特殊处 │
│ 理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a⃗=(1,2,3)与b⃗=(2,4,6)的关系____。2. 垂直的坐标条件是____。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【提高作业】在棱长为1的正方体中建系，判定AB与CC1方向向量的关系。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本单元主题：空间向量与立体几何。把今天学到的方法带进下一篇——自己读、自己想、自己写。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