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第4单元 指数与对数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指数与指数幂的运算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数学运算：掌握根式与分数指数幂的互化并化简。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数学抽象：理解a^(m/n)=ⁿ√(a^m)的含义与前提。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数学运算：正确运用幂的运算性质。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逻辑推理：明确偶次根号下须非负。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从n次方根与根式√ⁿa出发，将整数指数幂推广到有理数指数幂：a^(m/n)=ⁿ√(a^m)。统一幂的运算性质(a^r·a^s=a^(r+s)、(a^r)^s=a^(rs)、(ab)^r=a^r·b^r)，为指数函数奠基。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n次方根：xⁿ=a的x；√ⁿa(n奇任意a，n偶a≥0)。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分数指数：a^(m/n)=ⁿ√(a^m)(a&gt;0,m,n∈N*,n&gt;1)。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性质：a^r·a^s=a^(r+s)、(a^r)^s=a^(rs)、(ab)^r=a^r b^r。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负指数：a^(-r)=1/a^r。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分数指数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互化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绝对值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根与幂互化。原因：ⁿ√(a^m)⇔a^(m/n)易混，需练。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偶次根非负。原因：√a²=|a|非a，易漏绝对值，需红线。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性质套用。原因：(a^r)^s顺序与底正，需规范。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指数幂的运算 ──┐
│ a^(m/n)=ⁿ√(a^m)│
│ (a&gt;0) │
│ 互化:根↔指数 │
│ 性质: │
│ a^r·a^s=a^(r+s)│
│ (a^r)^s=a^(rs) │
│ (ab)^r=a^r b^r │
│ √a²=|a|≠a │
│ 偶次根非负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写³√(x²)的指数形式。2. 化简√x⁴(x∈R)。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【提高作业】计算2^(3/2)·2^(-1/2)。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本单元主题：指数与对数。把今天学到的方法带进下一篇——自己读、自己想、自己写。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