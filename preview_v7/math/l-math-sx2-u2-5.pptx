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选择性必修第二册 · 第2单元 圆锥曲线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抛物线及其标准方程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数学抽象：复述抛物线定义（到焦点与准线等距）。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直观想象：区分四种标准方程及开口方向。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数学运算：由标准式写出焦点坐标与准线方程。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逻辑推理：由已知条件确定抛物线形式与p。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抛物线：平面内到定点F（焦点）与定直线l（准线）距离相等的点的轨迹。标准形式四种：y²=2px（p&gt;0，焦点(p/2,0)，准线x=-p/2）；y²=-2px；x²=2py；x²=-2py。重点是四种形式与焦点、准线。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定义：|PF|=d(P,l)（到焦点与准线等距）。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四种：y²=2px（右）、y²=-2px（左）、x²=2py（上）、x²=-2py（下），p&gt;0。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焦点：y²=2px⇒(p/2,0)，准线x=-p/2。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p的几何意义：焦准距（焦点到准线距离=p），p&gt;0。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四种形式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焦点准线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p意义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四种形式。原因：开口方向决定形式，易混，需图示。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焦点坐标。原因：焦点在开口方向、坐标含p/2，符号易错。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p&gt;0约定。原因：p恒正，方向由方程符号体现，易乱。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抛物线标准方程 ──┐
│ 定义:|PF|=d │
│ y²=2px 开口右│
│ y²=-2px 左 │
│ x²=2py 上 │
│ x²=-2py 下 │
│ 焦点(p/2,0) │
│ 准线x=-p/2 │
│ p&gt;0焦准距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y²=2px的焦点____、准线____。2. p表示____。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【提高作业】焦点(-1,0)的抛物线标准方程。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本单元主题：圆锥曲线。把今天学到的方法带进下一篇——自己读、自己想、自己写。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