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第1单元 集合与常用逻辑用语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并集与交集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数学运算：准确计算两个集合的并集与交集。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直观想象：用Venn图表示A∪B与A∩B。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逻辑推理：理解"或"(至少其一)与"且"(同时)的运算语义。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数学抽象：掌握基本性质(A∪A=A、A∩B=A⇔A⊆B等)。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集合的基本运算：并集A∪B={x|x∈A或x∈B}、交集A∩B={x|x∈A且x∈B}。通过Venn图与实际问题理解"或/且"的运算语义，并掌握运算性质(A∪A=A、A∩A=A、A⊆B⇔A∩B=A等)。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并集：A∪B={x|x∈A或x∈B}(至少其一)。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交集：A∩B={x|x∈A且x∈B}(同时)。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Venn：并集=两圈并集区域；交集=重叠区。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性质：A∪A=A、A∩A=A、A⊆B⇔A∩B=A。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并集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交集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或/且语义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性质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逻辑"或"。原因：自然语言"或"常表择一，需解为"可兼有"。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空集交集。原因：无公共元素时A∩B=∅易漏，需强调。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性质应用。原因：A∩B=A⇔A⊆B反向用难，需练。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并集与交集 ──┐
│ A∪B={x∈A或x∈B}│
│ 或=至少其一(可兼)│
│ A∩B={x∈A且x∈B}│
│ 且=同时 │
│ 无公共⇒∩=∅ │
│ 性质: │
│ A∪A=A A∩A=A │
│ A∩B=A⇔A⊆B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A={1,2},B={2,3}，求A∪B、A∩B。2. A={x|x&gt;0},B={x|x&lt;2}，用区间写A∩B。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【提高作业】若A∩B=A，说明A与B关系并证明。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本单元主题：集合与常用逻辑用语。把今天学到的方法带进下一篇——自己读、自己想、自己写。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