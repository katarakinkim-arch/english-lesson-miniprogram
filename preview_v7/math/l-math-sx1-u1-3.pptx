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选择性必修第一册 · 第1单元 空间向量与立体几何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空间向量基本定理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数学抽象：复述空间向量基本定理，理解基底的含义。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逻辑推理：判断三个向量能否作为空间基底（是否共面）。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数学运算：将已知向量用基底唯一线性表示并求系数。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直观想象：在长方体中用共顶点三棱建立基底。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空间向量基本定理：若e⃗1、e⃗2、e⃗3不共面，则任意空间向量p⃗可唯一表示为p⃗=xe⃗1+ye⃗2+ze⃗3。e⃗1、e⃗2、e⃗3称为空间的一个基底。重点是基底唯一性与线性表示。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基本定理：e⃗1、e⃗2、e⃗3不共面⇒任意p⃗=xe⃗1+ye⃗2+ze⃗3且表示唯一。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基底：不共面的三个向量叫空间的一个基底。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零向量不可作基底。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共面向量不能作基底（缺一个维度）。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基底概念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长方体基底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不共面判定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系数求法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不共面条件。原因：平面基底是两向量，空间需三不共面，易混，需模型。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系数唯一性。原因：由定理保证，学生需会用方程求x、y、z。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基底选择。原因：常选正交单位基底{i⃗,j⃗,k⃗}简化。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空间向量基本定理 ──┐
│ e⃗1,e⃗2,e⃗3不共面│
│ ⇒p⃗=xe⃗1+ye⃗2+ │
│ ze⃗3(唯一) │
│ 基底:三不共面 │
│ 零向量不可作 │
│ 常用: │
│ i⃗,j⃗,k⃗正交基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空间基底含____个不共面向量。2. 零向量____（能/不能）作基底。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【提高作业】在长方体ABCD-A1B1C1D1中，以AB、AD、AA1为基底，表示AC1⃗。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本单元主题：空间向量与立体几何。把今天学到的方法带进下一篇——自己读、自己想、自己写。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