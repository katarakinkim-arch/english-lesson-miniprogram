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第3单元 立体几何初步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基本立体图形(柱、锥、台、球)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直观想象：识别柱、锥、台、球的结构。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数学抽象：说出棱柱、棱锥、棱台的定义特征。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逻辑推理：辨析相近图形(柱vs台)。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数学运算：指认图形元素(底面、侧棱、高)。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认识多面体(棱柱、棱锥、棱台)与旋转体(圆柱、圆锥、圆台、球)的结构特征。重点是通过实物/模型归纳定义与元素关系。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棱柱：两底面平行且全等，侧棱平行。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棱锥：一底面+公共顶点，侧棱交于顶点。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棱台：棱锥截得，两底平行不全等。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旋转体：圆柱/锥/台(直角梯形、直角三角形旋转)、球(半圆)。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棱柱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棱锥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棱台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旋转体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柱锥台区分。原因：底面数与侧棱关系不同，易混，需用模型对比。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棱台来源。原因：由棱锥平行截面截得，理解难，需演示。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球定义。原因：半圆绕直径转，非"圆"，需澄清。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基本立体 ──┐
│ 棱柱:两底∥全等│
│ 侧棱∥ │
│ 棱锥:一底+顶点│
│ 棱台:两底∥不全│
│ 侧棱延长交 │
│ 旋转体:柱锥台│
│ 球:半圆绕径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棱柱的两底面关系__。2. 球由什么旋转得到？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【提高作业】举例说明"两底平行全等"却不是棱柱的图形(如平行六面体截歪)。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本单元主题：立体几何初步。把今天学到的方法带进下一篇——自己读、自己想、自己写。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