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第3单元 函数的概念与性质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函数性质的综合应用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数学运算：利用奇偶性将问题转化到单调区间内。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逻辑推理：由奇偶+单调解抽象不等式f(a)&lt;f(b)。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直观想象：用对称性画出整体图象。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数学抽象：体会"用性质替代计算"的函数思维。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本章收尾综合：单调性与奇偶性联用(奇函数在对称区间单调性一致、偶函数相反)，利用性质求函数值域/最值、比较大小、解抽象不等式f(a)&lt;f(b)。培养"用性质代替计算"的函数思维。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奇：对称区间单调性相同；偶：相反。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比较：f(a)&lt;f(b)结合单调去掉f()。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求最值：先判奇偶定对称，再用单调取端/极值。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抽象不等式：转成自变量大小比较。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比较大小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抽象不等式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最值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区间单调方向。原因：奇偶使方向变，需记"奇同偶反"，易错。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去f()。原因：抽象不等式不会用单调去f，需训练。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整体最值。原因：跨区间需对称拼，需图。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性质综合 ──┐
│ 奇同偶反 │
│ 比较:统一区间 │
│ 再比 │
│ 抽象不等式: │
│ 去f()⇒比自变量│
│ 最值:对称少算 │
│ 顺序:域→奇偶 │
│ →单调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f偶且在[0,∞)增，比f(-2)与f(1)。2. f奇且增，解f(x)&lt;f(2)。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【提高作业】f偶、[0,∞)减，求f(x)在[-3,3]最大值点。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本单元主题：函数的概念与性质。把今天学到的方法带进下一篇——自己读、自己想、自己写。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