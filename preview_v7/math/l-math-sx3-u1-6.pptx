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第1单元 数列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数列求和（错位相减与裂项相消）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数学运算：对等差×等比型用错位相减法求和。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数学运算：对可裂项型用裂项相消求和。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逻辑推理：识别数列求和的类型并选方法。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数学抽象：归纳裂项的通式与配平。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非特殊数列求和的两大通法：①错位相减（等差×等比型）；②裂项相消（如1/(n(n+1))=1/n-1/(n+1)、1/(√n+√(n+1))=√(n+1)-√n）。重点是识别类型并套法。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错位相减：{an·bn}，an等差、bn等比。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裂项：1/(n(n+1))=1/n-1/(n+1)。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根式裂项：1/(√n+√(n+1))=√(n+1)-√n。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关键：裂项配平系数，相消留首尾项。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错位型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裂项型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配平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残留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裂项系数。原因：如1/((2n-1)(2n+1))=1/2(1/(2n-1)-1/(2n+1))，易漏1/2，需配平。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抵消残留。原因：中间全消，留首几项与末几项，易数错。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类型识别。原因：等差×等比用错位，分式可拆用裂项。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数列求和 ──┐
│ 错位:等差×等比│
│ 裂项:1/[n(n+1)]│
│ =1/n-1/(n+1)│
│ 根式:1/(√n+ │
│ √(n+1))= │
│ √(n+1)-√n │
│ 配平系数! │
│ 消后留首尾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1/(n(n+1))=____。2. 裂项关键是____。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【提高作业】求∑1/((2k-1)(2k+1))（k=1到n）。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本单元主题：数列。把今天学到的方法带进下一篇——自己读、自己想、自己写。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