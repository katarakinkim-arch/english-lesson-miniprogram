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空间几何体的直观图(斜二测画法)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直观想象：用斜二测画平面/简单立体的直观图。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数学运算：按规则处理各方向线段长度。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逻辑推理：理解平行性保持不变。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数学抽象：归纳斜二测三条规则。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用斜二测画法画空间图形直观图：x轴水平、y轴与x轴45°、z轴竖直；平行于x/z的线段长度不变，平行于y的减半。重点是画法规则与保真度。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建系：x水平、z竖直、y与x成45°(或135°)。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长度：平行于x、z的线段原长；平行于y的减半。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平行：平行性不变。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画法：先底面再竖高。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平面图形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长方体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旋转体直观图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错例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y方向减半。原因：最易忘，需强调"纵向压缩一半"。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角度。原因：y与x成45°非90°，习惯难改，需示范。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遮挡。原因：看不见的线画虚线，易乱，需讲。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斜二测 ──┐
│ x水平 z竖直 │
│ y与x成45° │
│ 平行x,z:不变│
│ 平行y:减半 │
│ 平行性不变 │
│ 隐线画虚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斜二测中平行于y轴的线段长度如何变化？2. 正方形的直观图是__。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【提高作业】用斜二测画棱长为2的正方体直观图(标关键尺寸)。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