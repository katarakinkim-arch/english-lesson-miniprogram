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第5单元 三角函数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正弦函数、余弦函数的图象与性质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直观想象：会用五点法画y=sinx、y=cosx图象。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数学抽象：掌握周期2π、奇偶性与值域[-1,1]。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数学运算：写出单调区间与最值点。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逻辑推理：由图象归纳性质。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由单位圆"描点法"得y=sinx、y=cosx图象(正弦曲线、余弦曲线)。性质：周期2π、奇函数(sin)/偶函数(cos)、定义域R、值域[-1,1]、在[0,2π]上的单调增减速区间，以及最值点。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五点：(0,0),(π/2,1),(π,0),(3π/2,-1),(2π,0)画正弦。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周期：T=2π；sin(x+2π)=sinx。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奇偶：sin奇、cos偶。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值域[-1,1]；sin在[-π/2,π/2]增、[π/2,3π/2]减。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正弦性质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余弦曲线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周期奇偶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单调最值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五点法。原因：关键点漏，需练描。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单调区间。原因：cos与sin增减段不同，易错，需图。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周期。原因：2π忘或误写π，需强调。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正余弦图与性 ──┐
│ 五点法: │
│ sin:(0,0)(π/2,1)│
│ (π,0)(3π/2,-1)│
│ (2π,0) │
│ 周期2π │
│ sin奇 cos偶 │
│ 值[-1,1] │
│ sin增[-π/2,π/2]│
│ cos增[π,2π]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y=sinx周期与奇偶性。2. y=cosx在[0,π]单调？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【提高作业】解sinx&gt;0(一个周期)。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本单元主题：三角函数。把今天学到的方法带进下一篇——自己读、自己想、自己写。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