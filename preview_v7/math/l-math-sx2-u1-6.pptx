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第1单元 直线和圆的方程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直线与圆的位置关系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数学运算：用圆心到直线距离d与半径r判定位置关系。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数学运算：用联立判别式Δ判定位置关系。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数学运算：相交时用垂径定理求弦长。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直观想象：理解d与r的几何比较。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判定：法一圆心到直线距离d与半径r比较（d&lt;r相交、d=r相切、d&gt;r相离）；法二联立方程组判别式Δ。弦长=2√(r²-d²)。重点是几何法（距离比较）更简捷。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几何法：d&lt;r相交、d=r相切、d&gt;r相离。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代数法：联立得一元二次方程，Δ&gt;0相交、=0相切、&lt;0相离。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弦长：l=2√(r²-d²)。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切线：d=r，或联立Δ=0求斜率。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代数法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比较选择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弦长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切线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方法选择。原因：几何法快但需算d；代数法通用但繁，需据题选。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弦长公式。原因：l=2√(r²-d²)易漏2或错用d，需推导。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d计算。原因：点到线距公式易错，连锁出错。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直线与圆位置 ──┐
│ 几何:d与r比 │
│ d&lt;r交,d=r切,│
│ d&gt;r离 │
│ 代数:Δ符号 │
│ 弦长l=2√(r²-│
│ d²) │
│ 切线:d=r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d=r时直线与圆____。2. 弦长公式l=____。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【提高作业】圆x²+y²=25与直线y=x+1相交，求弦长。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本单元主题：直线和圆的方程。把今天学到的方法带进下一篇——自己读、自己想、自己写。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