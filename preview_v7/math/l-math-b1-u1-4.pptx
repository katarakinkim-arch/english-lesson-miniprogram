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数学抽象：理解全集与补集的定义，明确补集依赖全集。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直观想象：用Venn图表示∁ᵤA(圈外部分)。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数学运算：正确计算给定全集下的补集。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逻辑推理：掌握∁ᵤ(∁ᵤA)=A等性质。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在并集、交集之后引入补集：给定全集U，A在U中的补集∁ᵤA={x|x∈U且x∉A}。补集是"相对于全集的剩余部分"，与交集配合可实现"差集"思路，并为后续充要条件与命题否定铺垫。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全集U：讨论问题的所有元素集合。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补集：∁ᵤA={x|x∈U且x∉A}。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Venn：补集=U中A圈外的部分。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性质：A∪∁ᵤA=U、A∩∁ᵤA=∅、∁ᵤ(∁ᵤA)=A。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符号与图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依赖全集。原因：学生漏U直接求补，需强调前提。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符号∁ᵤ。原因：下标易漏，需规范。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双重补。原因：∁ᵤ(∁ᵤA)=A反向难，需练。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补集 ──┐
│ 全集U:讨论范围 │
│ ∁ᵤA={x∈U,x∉A} │
│ Venn:A圈外U部分│
│ 性质: │
│ A∪∁ᵤA=U │
│ A∩∁ᵤA=∅ │
│ ∁ᵤ(∁ᵤA)=A │
│ 步骤:定U→算→取余│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U={1,2,3,4},A={1,2}，求∁ᵤA。2. 写出∁ᵤ(∁ᵤA)与A的关系。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【提高作业】U={x|0&lt;x&lt;10},A={x|0&lt;x&lt;4}，用区间写∁ᵤA。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