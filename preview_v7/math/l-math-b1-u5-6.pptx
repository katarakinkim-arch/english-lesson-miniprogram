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第5单元 三角函数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三角函数的应用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数学建模：能用y=Asin(ωx+φ)+b拟合周期现象。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直观想象：从数据/图象提取A、周期、中线b。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数学运算：确定ω=2π/T与初相φ。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数学抽象：体会三角函数描述世界节律的价值。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本章收尾：用y=Asin(ωx+φ)+b建立周期现象模型(简谐运动、交变电流、潮汐、气温)。从实际数据提取A(振幅)、ω(周期)、φ(初相)、b(中线)，并用于预测与解释，体会"数学描述世界节律"。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模型：y=Asin(ωx+φ)+b(周期现象)。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参数：A=(最大-最小)/2、b=(最大+最小)/2、T定ω=2π/T。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步骤：看周期→定ω→读振幅中线→定φ→验证。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应用：振动、潮汐、气温、电流。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模型参数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四步法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简谐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潮汐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提参数。原因：A/b从峰谷算、T从图读，易错，需步骤。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定φ。原因：初相由起点偏移定，需代入点，难。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模型选择。原因：何时sin何时cos犹豫，需看起点。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三角应用 ──┐
│ 模型: │
│ y=Asin(ωx+φ)+b│
│ A=(峰-谷)/2 │
│ b=(峰+谷)/2 │
│ ω=2π/T │
│ 四步: │
│ 周期→幅中线→φ│
│ →验证 │
│ 应用:振动潮汐 │
│ 气温电流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周期现象模型形式？2. 峰30谷10，求A,b。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【提高作业】某温度年周期12月、峰30谷10、1月(起点)为10，写模型(以sin表示)。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本单元主题：三角函数。把今天学到的方法带进下一篇——自己读、自己想、自己写。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