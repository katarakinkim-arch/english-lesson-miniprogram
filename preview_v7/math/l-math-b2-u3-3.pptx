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第3单元 立体几何初步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简单几何体的表面积与体积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数学运算：计算柱锥台球的表面积与体积。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直观想象：理解公式的几何来源。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逻辑推理：用割补、等积变换解题。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数学抽象：归纳体积公式体系。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推导柱、锥、台、球的表面积与体积公式。柱V=Sh、锥V=1/3Sh、台V=1/3(S+√SS'+S')h、球V=4/3πR³。重点是公式应用与等积变换。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柱：S侧=ch(直柱)、V=Sh。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锥：V=1/3 Sh。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台：V=1/3 h(S+√(SS')+S')。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球：S=4πR²、V=4/3 πR³。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台体积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表面积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割补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1/3系数。原因：锥体积是柱的1/3，易漏，需演示(倒水)。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台公式。原因：复杂难记，可记为"柱锥之间"，需点来源。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表面积。原因：侧面积非全面积，需加底，易混，需提醒。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表面积体积 ──┐
│ 柱V=Sh │
│ 锥V=1/3 Sh │
│ 台V=1/3h(S+│
│ √SS'+S') │
│ 球V=4/3πR³ │
│ 表=侧+底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圆柱r=2,h=3，V=__。2. 同底同高锥V=__。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【提高作业】圆台R=3,r=1,h=2，求体积。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本单元主题：立体几何初步。把今天学到的方法带进下一篇——自己读、自己想、自己写。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