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第3单元 计数原理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排列组合应用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数学运算：用直接法/间接法解计数问题。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逻辑推理：识别相邻用捆绑、不相邻用插空。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数学运算：处理特殊元素与特殊位置优先。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逻辑推理：综合分类分步列式。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综合运用：①直接法（分类/分步）；②间接法（总减不合）；③特殊元素/位置优先；④捆绑法（相邻）、插空法（不相邻）。重点是识别模型并选用方法。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捆绑法：k个相邻元素绑成一体与其余排列，内部再排（乘k!）。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插空法：先排无限制元素，再将不相邻元素插入空位。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间接法：总数减不符合条件的数。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特殊优先：受限元素/位置先安排。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捆绑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插空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间接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捆绑vs插空。原因：相邻绑、不相邻插，方向相反最易反用，需强化。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内部排列。原因：捆绑后内部还要排（乘k!），易漏。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间接法。原因：正面分类多时用总数减反面，易忘加回。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排列组合应用 ──┐
│ 相邻⇒捆绑 │
│ (内部×k!) │
│ 不相邻⇒插空 │
│ 间接:总-不合│
│ 特殊优先安排│
│ 捆绑插空别反│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元素相邻用____法。2. 元素不相邻用____法。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【提高作业】5人排队，甲、乙不相邻有几种？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本单元主题：计数原理。把今天学到的方法带进下一篇——自己读、自己想、自己写。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