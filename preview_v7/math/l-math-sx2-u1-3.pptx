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选择性必修第二册 · 第1单元 直线和圆的方程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直线的一般式与平行垂直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数学运算：把各种形式化为一般式Ax+By+C=0。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逻辑推理：用系数关系判定两直线平行。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数学运算：用A1A2+B1B2=0判定两直线垂直。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直观想象：理解一般式系数的几何意义。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直线一般式Ax+By+C=0（A、B不同时为0）。两直线平行：A1/B1=A2/B2≠C1/C2（斜率存在时）；垂直：A1A2+B1B2=0。重点是一般式下的平行垂直判定。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一般式：Ax+By+C=0（A、B不同时为0）。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平行：A1/B1=A2/B2且A1/B1≠C1/C2（即不成比例重合）；或A1B2-A2B1=0且A1C2-A2C1≠0。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垂直：A1A2+B1B2=0。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斜率：k=-A/B（B≠0）。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化归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平行判定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垂直判定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平行不重合。原因：比例相等可能重合，需常数项不等，易漏。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垂直系数。原因：A1A2+B1B2=0含符号，易写反。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B=0情形。原因：直线垂直x轴时无斜率，需单独处理。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一般式与平行垂直 ──┐
│ Ax+By+C=0 │
│ (A,B不全0) │
│ 平行:A1B2- │
│ A2B1=0且不重│
│ 垂直:A1A2+ │
│ B1B2=0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两直线垂直⇔____。2. 平行需排除____。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【提高作业】求过(1,2)且垂直于3x-4y+1=0的直线方程。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本单元主题：直线和圆的方程。把今天学到的方法带进下一篇——自己读、自己想、自己写。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