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必修第一册 · 第3单元 函数的概念与性质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函数的概念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数学抽象：理解函数定义(非空数集间单值对应)，说出三要素。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直观想象：用"输入-黑箱-输出"图理解对应关系。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数学运算：会用区间表示定义域与值域。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逻辑推理：判断两个函数是否相同(看三要素)。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用"对应关系"统一定义函数：设A,B为非空数集，对A中任一x，按某法则f在B中有唯一确定的y与之对应，则称f:A→B为函数。强调三要素(定义域、对应法则、值域)，区间表示法。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定义：非空数集A→B，A中每x有唯一y对应。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三要素：定义域、对应法则、值域。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区间：[a,b]闭、(a,b)开、[a,b)半开、(-∞,a)等。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两函数相同⇔定义域与对应法则同。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定义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三要素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区间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相同判定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唯一对应。原因：学生以为"多值"也行，需强调单值。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非空数集。原因：A,B须数集且非空，易忘。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区间写法。原因：开闭与∞不写等号，需规范。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函数概念 ──┐
│ 非空数集A→B │
│ 每x有唯一y │
│ 三要素: │
│ 定义域/法则/值 │
│ 区间: │
│ [a,b]闭 (a,b)开│
│ (-∞,a) ∞不= │
│ 相同⇔域+法则同│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求f(x)=√(x-1)定义域(区间)。2. f(x)=x与g(x)=x²/x同函数？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【提高作业】判断y=x与y=³√x³是否同一函数并说明。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本单元主题：函数的概念与性质。把今天学到的方法带进下一篇——自己读、自己想、自己写。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