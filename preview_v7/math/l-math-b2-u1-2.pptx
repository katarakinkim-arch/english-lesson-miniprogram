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必修第二册 · 第1单元 平面向量及其应用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向量的加法运算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数学运算：会用三角形法则与平行四边形法则作向量和。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直观想象：用位移理解加法几何意义。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逻辑推理：说明向量加法满足交换律、结合律。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数学抽象：归纳多个向量相加的"折线法"。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定义向量加法：三角形法则(首尾相接)与平行四边形法则(共起点)。推导交换律、结合律，并用位移实例说明"先走再走=直接走"。重点是两种法则的几何意义与运算律。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三角形法则：\(\vec{a}+\vec{b}\)首尾相接，和从\(\vec{a}\)起点指向\(\vec{b}\)终点。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平行四边形法则：共起点，和为对角线。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运算律：\(\vec{a}+\vec{b}=\vec{b}+\vec{a}\)；\((\vec{a}+\vec{b})+\vec{c}=\vec{a}+(\vec{b}+\vec{c})\)。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\(\vec{a}+\vec{0}=\vec{a}\)。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三角形法则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平行四边形法则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运算律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多个向量求和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两法则选择。原因：三角形适于首尾相接、平行四边形适于共起点，需按图选，需示范。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多个向量和。原因：顺序接成折线，易断链，需练。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零向量。原因：加零不变，易忘，需点。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向量加法 ──┐
│ 三角形:首尾接│
│ 和=起→终 │
│ 平行四边形: │
│ 共起点对角线│
│ 交换律:\vec{a}+\vec{b}│
│ =\vec{b}+\vec{a} │
│ 结合律成立 │
│ 多向量:折线法│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用两法则作\(\vec{a}+\vec{b}\)。2. 填空：\(\vec{a}+\vec{0}=\)____；\((\vec{a}+\vec{b})+\vec{c}=\)____。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【提高作业】证明向量加法交换律(几何法)。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本单元主题：平面向量及其应用。把今天学到的方法带进下一篇——自己读、自己想、自己写。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