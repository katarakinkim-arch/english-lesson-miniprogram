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数学 · 选择性必修第二册 · 第2单元 圆锥曲线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双曲线及其标准方程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第10课时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数学抽象：复述双曲线定义（距离差绝对值为常数）。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直观想象：对比椭圆与双曲线的定义与c关系。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数学运算：写出焦点在x轴、y轴的标准方程。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逻辑推理：由已知确定双曲线方程。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双曲线：平面内到两定点距离之差的绝对值为常数2a（0&lt;2a&lt;|F1F2|）的点的轨迹。焦点x轴：x²/a²-y²/b²=1（c²=a²+b²）；y轴：y²/a²-x²/b²=1。重点是定义与标准方程，注意与椭圆c关系的区别。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定义：||PF1|-|PF2||=2a（0&lt;2a&lt;|F1F2|）。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标准式：x轴 x²/a²-y²/b²=1；y轴 y²/a²-x²/b²=1。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关系：c²=a²+b²（c最大）。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焦点：(±c,0)或(0,±c)。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拉链演示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标准式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c关系对比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焦点判断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c关系反向。原因：双曲线c²=a²+b²（椭圆c²=a²-b²），极易套错，需对比。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绝对值。原因：差是绝对值，两支都满足，易漏。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焦点判断。原因：x²系数正则在x轴，需看符号。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双曲线标准方程 ──┐
│ 定义:||PF1|- │
│ |PF2||=2a │
│ x轴:x²/a²- │
│ y²/b²=1 │
│ y轴:y²/a²- │
│ x²/b²=1 │
│ c²=a²+b²(c大)│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双曲线c关系到____（加/减）。2. 正项决定____。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【提高作业】双曲线过(3,0)，焦点(5,0)，写方程。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本单元主题：圆锥曲线。把今天学到的方法带进下一篇——自己读、自己想、自己写。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