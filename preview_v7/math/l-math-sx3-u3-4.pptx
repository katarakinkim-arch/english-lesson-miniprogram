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第3单元 计数原理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二项式定理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数学抽象：复述二项式定理展开式。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数学运算：写出第k+1项通项并求特定项。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数学运算：求二项式系数和与各项系数和。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逻辑推理：说明二项式系数的对称性及最值。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(a+b)^n=ΣC(n,k)a^(n-k)b^k（k=0..n）。第k+1项通项T(k+1)=C(n,k)a^(n-k)b^k。二项式系数C(n,k)，性质：对称C(n,k)=C(n,n-k)、最值在中部、各项系数和=2^n（令a=b=1）、奇偶数项和相等（令a=1,b=-1）。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定理：(a+b)^n=ΣC(n,k)a^(n-k)b^k。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通项：T(k+1)=C(n,k)a^(n-k)b^k（a降b升）。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系数和：令a=b=1得ΣC(n,k)=2^n。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奇偶和：令a=1,b=-1得奇数项系数和=偶数项系数和=2^(n-1)。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通项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指数规律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系数和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赋值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通项指数。原因：T(k+1)中a^(n-k)b^k，a降b升，k易代错，需强调。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系数和赋值。原因：用a=b=1求系数和、a=1,b=-1求差，易忘赋值法。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二项式系数vs系数。原因：前者纯C(n,k)，后者含a,b具体值，易混。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二项式定理 ──┐
│ (a+b)^n=Σ │
│ C(n,k)a^(n-k│
│ )b^k │
│ T(k+1)=C(n,k│
│ )a^(n-k)b^k│
│ 系数和:2^n │
│ 奇=偶=2^(n-1│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通项第k+1项____。2. 二项式系数和____。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【提高作业】(1-2x)^6中常数项与x²项系数。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本单元主题：计数原理。把今天学到的方法带进下一篇——自己读、自己想、自己写。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