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第1单元 直线和圆的方程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圆的方程（标准式与一般式）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直观想象：由圆的标准方程说出圆心与半径。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数学运算：将一般式配方化为标准式。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逻辑推理：说明一般式表示圆的条件D²+E²-4F&gt;0。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数学运算：在已知条件下求圆方程。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标准式：(x-a)²+(y-b)²=r²，圆心(a,b)、半径r。一般式：x²+y²+Dx+Ey+F=0（D²+E²-4F&gt;0），配方得圆心(-D/2,-E/2)、半径√(D²+E²-4F)/2。重点是两种形式互化。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标准式：(x-a)²+(y-b)²=r²，圆心(a,b)、半径r。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一般式：x²+y²+Dx+Ey+F=0，需D²+E²-4F&gt;0。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配方：圆心(-D/2,-E/2)，半径r=√(D²+E²-4F)/2。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求圆：已知圆心半径用标准式；已知三点用一般式待定系数。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几何意义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一般式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配方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条件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配方符号。原因：圆心横纵坐标为-D/2、-E/2，易错号，需强调。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半径公式。原因：r=√(D²+E²-4F)/2，易忘/2或漏根号。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表示圆条件。原因：D²+E²-4F&gt;0才可能，否则点或空集。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圆的方程 ──┐
│ 标准:(x-a)²+│
│ (y-b)²=r² │
│ 一般:x²+y²+ │
│ Dx+Ey+F=0 │
│ 圆心(-D/2, │
│ -E/2) │
│ r=√(D²+E²- │
│ 4F)/2 │
│ 需D²+E²-4F&gt;0│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(x-1)²+(y+2)²=4的圆心____、半径____。2. 一般式表圆条件____。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【提高作业】求过(0,0)(2,0)(0,2)三点的圆方程。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本单元主题：直线和圆的方程。把今天学到的方法带进下一篇——自己读、自己想、自己写。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