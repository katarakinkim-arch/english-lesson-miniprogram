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平面向量数量积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数学运算：计算数量积(定义式与坐标式)。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直观想象：理解投影的几何意义。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逻辑推理：由数量积判垂直、求夹角与模。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数学抽象：区分数量积(数)与线性运算(向量)。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定义数量积\(\vec{a}\cdot\vec{b}=|\vec{a}||\vec{b}|\cos\theta\)，几何意义是一个向量在另一个上投影的乘积。导出坐标公式\(x_1x_2+y_1y_2\)、模长与夹角公式。重点是投影理解与坐标化。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定义：\(\vec{a}\cdot\vec{b}=|\vec{a}||\vec{b}|\cos\theta\)。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坐标：\(x_1x_2+y_1y_2\)。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模：\(|\vec{a}|=\sqrt{x^2+y^2}=\sqrt{\vec{a}\cdot\vec{a}}\)。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垂直：\(\vec{a}\cdot\vec{b}=0\)⇔\(\vec{a}\perp\vec{b}\)(a,b非零)。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投影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坐标公式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模与夹角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垂直判定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结果是数。原因：学生误以为向量，需强调"点积得标量"。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投影符号。原因：\(\cos\theta&lt;0\)时投影为负，易漏，需图。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垂直判定。原因：\(\vec{a}\cdot\vec{b}=0\)含零向量情形，需点"非零"。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数量积 ──┐
│ \vec{a}·\vec{b}= │
│ |a||b|cosθ │
│ =x1x2+y1y2 │
│ |a|=√(a·a) │
│ cosθ=(a·b)/ │
│ (|a||b|) │
│ 垂直⇔a·b=0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\((1,2)·(3,4)=\)____。2. \(\vec{a}\perp\vec{b}\)则\(\vec{a}\cdot\vec{b}=\)____。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【提高作业】\(\vec{a}=(1,2),\vec{b}=(2,m)\)，夹角90°求m。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