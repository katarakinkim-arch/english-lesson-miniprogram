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必修第一册 · 第3单元 函数的概念与性质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函数的表示法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数学抽象：掌握解析、列表、图象三种表示及适用场景。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直观想象：会画简单函数图象(含分段函数)，正确标端点。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数学运算：求分段函数的函数值。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逻辑推理：根据表示法互相转化。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三种表示：解析法(公式)、列表法(表格)、图象法(坐标系曲线)。图象法需理解"以x为横、y为纵的点集"。引入分段函数(不同区间不同法则)，并强调作图时"空心/实心点"表示端点归属。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解析法：公式(精确但抽象)。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列表法：表格(直观但有限)。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图象法：点(x,f(x))集合。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分段函数：不同区间不同法则，注意分界点与端点开闭。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三表示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分段函数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端点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求值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分段求值。原因：先判x落在哪段，易错段，需步骤。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端点。原因：空心(不含)/实心(含)搞反，需规范。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各段定义域。原因：分段区间要无缝覆盖，需检查。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表示法 ──┐
│ 解析:公式 │
│ 列表:表格 │
│ 图象:点集 │
│ 分段: │
│ 先判段再代入 │
│ 端点:含●不含○│
│ 区间无缝覆盖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f(x)={x+1,x≤1;2x,x&gt;1}，求f(0),f(3)。2. 画y=|x|图象。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【提高作业】写分段函数表示"不超过x的最大整数"(高斯函数)草图思路。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本单元主题：函数的概念与性质。把今天学到的方法带进下一篇——自己读、自己想、自己写。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