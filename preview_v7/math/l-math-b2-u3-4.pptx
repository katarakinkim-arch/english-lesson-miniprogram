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第3单元 立体几何初步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点、直线、平面之间的位置关系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直观想象：理解平面的无限延展性。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逻辑推理：复述并应用三个公理。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数学抽象：表述点线面的位置关系。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数学运算：用符号语言表述。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建立平面的概念与三个公理(公理1直线在平面内、公理2两平面交于一直线、公理3不共线三点定一面)，以及空间点线面位置关系。重点是公理的理解与应用。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公理1：若直线上两点在平面内，则整条直线在平面内。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公理2：两平面有一公共点，则交于过该点的一条直线。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公理3：不共线三点确定唯一平面。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位置：点∈面、线⊂面、线线平行/相交/异面。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公理1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公理2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公理3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位置关系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公理区分。原因：三条各管不同，易混，需对比表。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异面直线。原因：既不平行也不相交，难想象，需模型。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符号语言。原因：∈/⊂/∥混用，需规范。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点线面位置 ──┐
│ 公理1:两点在│
│ 面⇒线在面 │
│ 公理2:两面共│
│ 点⇒交线 │
│ 公理3:不共线│
│ 三点定一面 │
│ 线线:平/交/│
│ 异面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不共线三点确定__个平面。2. 两平面有一个公共点，则交于__。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【提高作业】用符号表示"直线l在平面α内"。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本单元主题：立体几何初步。把今天学到的方法带进下一篇——自己读、自己想、自己写。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