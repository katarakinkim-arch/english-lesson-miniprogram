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物理 · 选择性必修第二册 · 第1单元 电磁感应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法拉第电磁感应定律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新课  ·  第2课时  ·  45分钟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    |    年级：高二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物理观念：掌握法拉第定律E=nΔΦ/Δt，理解变化率含义。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科学思维：会计算平均感应电动势，区分ΔΦ与ΔΦ/Δt。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科学探究：通过实验定性观察变化率对电动势的影响。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科学态度与责任：体会「率」这一微分思想在物理定律中的体现。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法拉第电磁感应定律：感应电动势大小与磁通量变化率成正比，E=nΔΦ/Δt（n为匝数）。电动势取决于变化快慢（ΔΦ/Δt）而非变化量大小。若回路闭合才有感应电流I=E/R。</a:t>
            </a:r>
          </a:p>
        </p:txBody>
      </p:sp>
      <p:pic>
        <p:nvPicPr>
          <p:cNvPr id="6" name="Picture 5" descr="watch.jpg"/>
          <p:cNvPicPr>
            <a:picLocks noChangeAspect="1"/>
          </p:cNvPicPr>
          <p:nvPr/>
        </p:nvPicPr>
        <p:blipFill>
          <a:blip r:embed="rId2"/>
          <a:srcRect t="24802" b="24802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watch.jpg）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定律：E = n ΔΦ/Δt（n匝数）。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65176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276148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20040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正比于变化率（ΔΦ/Δt）而非变化量。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93192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40416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448056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平均电动势对应一段时间。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521208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71600" y="532180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576072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④ 闭合时I=E/R。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1 导入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2 变化率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3 匝数n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4 平均电动势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5 计算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4864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04672" y="56509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57058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55961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6 练习+作业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变化率。原因：易用ΔΦ代替ΔΦ/Δt，需强调「快慢」。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匝数n。原因：漏乘匝数，需点明。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平均vs瞬时。原因：该式给平均，需说明。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┌── 法拉第定律 ──┐
│ E=nΔΦ/Δt │
│ 正比变化率 │
│ n:匝数 │
│ 平均电动势 │
│ I=E/R │
└────────────┘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【基础作业】1. 法拉第定律表达式____。2. 感应电动势正比于磁通量的____（填变化量/变化率）。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【提高作业】200匝线圈在0.1s内磁通量由0.05Wb均匀减到0，求平均电动势。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本单元主题：电磁感应。把今天学到的方法带进下一篇——自己读、自己想、自己写。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