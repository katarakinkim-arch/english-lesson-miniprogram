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选择性必修第二册 · 第1单元 电磁感应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法拉第电磁感应定律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物理观念：掌握法拉第定律E=nΔΦ/Δt，理解变化率含义。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科学思维：会计算平均感应电动势，区分ΔΦ与ΔΦ/Δt。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科学探究：通过实验定性观察变化率对电动势的影响。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科学态度与责任：体会「率」这一微分思想在物理定律中的体现。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法拉第电磁感应定律：感应电动势大小与磁通量变化率成正比，E=nΔΦ/Δt（n为匝数）。电动势取决于变化快慢（ΔΦ/Δt）而非变化量大小。若回路闭合才有感应电流I=E/R。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定律：E = n ΔΦ/Δt（n匝数）。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正比于变化率（ΔΦ/Δt）而非变化量。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平均电动势对应一段时间。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闭合时I=E/R。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变化率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匝数n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平均电动势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计算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变化率。原因：易用ΔΦ代替ΔΦ/Δt，需强调「快慢」。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匝数n。原因：漏乘匝数，需点明。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平均vs瞬时。原因：该式给平均，需说明。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法拉第定律 ──┐
│ E=nΔΦ/Δt │
│ 正比变化率 │
│ n:匝数 │
│ 平均电动势 │
│ I=E/R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法拉第定律表达式____。2. 感应电动势正比于磁通量的____（填变化量/变化率）。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【提高作业】200匝线圈在0.1s内磁通量由0.05Wb均匀减到0，求平均电动势。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本单元主题：电磁感应。把今天学到的方法带进下一篇——自己读、自己想、自己写。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