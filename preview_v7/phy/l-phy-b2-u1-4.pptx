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第1单元 曲线运动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匀速圆周运动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物理观念：理解匀速圆周运动的描述量及关系v=ωr，知道其为变速曲线运动。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科学思维：掌握向心加速度与向心力公式，理解其方向指向圆心。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科学探究：通过圆周运动实验测量v、ω、T的关系。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科学态度与责任：正确认识「向心力是合力效果」而非独立新力。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匀速圆周运动：速率不变、速度方向变，是变加速曲线运动。描述量：线速度v=2πr/T、角速度ω=2π/T、周期T、频率f，且v=ωr。向心加速度a=v²/r=ω²r指向圆心。向心力F=mv²/r= mω²r，由合力提供，只改变速度方向。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描述：v=2πr/T，ω=2π/T，v=ωr，T=1/f。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向心加速度：a=v²/r=ω²r，指向圆心。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向心力：F=mv²/r=mω²r，由合力提供。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匀速圆周是变速运动（方向变），a与v垂直。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描述量关系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向心加速度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向心力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来源分析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v与ω混淆。原因：概念多，需列表对比v/ω/T/f。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向心加速度方向。原因：易说切线，需强调指向圆心、只改方向。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向心力来源。原因：误以为新力，需说明由合力（重力/弹力/摩擦等）提供。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圆周运动 ──┐
│ v=ωr │
│ T=1/f │
│ a=v²/r(向心)│
│ F=mv²/r │
│ 合力提供! │
│ a指向圆心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匀速圆周运动的向心加速度方向____，它____（填改变/不改变）速度大小。2. 向心力由____提供。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【提高作业】质量0.5kg小球系绳长1m，在水平面以ω=3rad/s匀速转，求向心力。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本单元主题：曲线运动。把今天学到的方法带进下一篇——自己读、自己想、自己写。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