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第4单元 牛顿运动定律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牛顿第三定律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物理观念：理解牛顿第三定律，知道作用力与反作用力等大反向共线。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科学思维：区分作用力反作用力与一对平衡力（是否同体）。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科学探究：通过弹簧测力计对拉实验验证F与F′同时等大。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科学态度与责任：用定律破除「大力胜小力」等直觉误区。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牛顿第三定律：两物体间的作用力与反作用力总是大小相等、方向相反、作用在同一直线上。它们同时产生同时消失、同种性质、作用在不同物体上。区别于一对平衡力（作用在同一物体、可不同性质、未必同时消失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第三定律：F = -F′（等大、反向、共线）。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特点：同时产生消失、同种性质、作用在不同物体。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与平衡力区别：平衡力作用在同一物体。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不能相互抵消（因不同体）。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对拉实验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第三定律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与平衡力对比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拔河辨析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不同物体。原因：易与平衡力混，需强调「作用在两物体」。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拔河误区。原因：以为赢家力大，实际双方互推等大、胜负看摩擦，需破。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同时性。原因：易认为有先后，需实验显示同时。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第三定律 ──┐
│ F=-F′ │
│ 等大反向共线│
│ 异体!同时 │
│ 同种性质 │
│ vs平衡力: │
│ 平衡力同体 │
│ 拔河看摩擦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牛顿第三定律：作用力与反作用力____、____、____。2. 与平衡力最本质区别是____。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【提高作业】人用10N推墙，墙对人的力多大？这二力是平衡力吗？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本单元主题：牛顿运动定律。把今天学到的方法带进下一篇——自己读、自己想、自己写。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