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第2单元 万有引力与航天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万有引力理论的成就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物理观念：会用「万有引力提供向心力」求中心天体质量，理解其应用。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科学思维：掌握由卫星周期或地表重力两种途径计算天体质量与密度。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科学探究：了解用万有引力理论预测海王星的过程。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科学态度与责任：体会理论预言并被观测证实的科学威力。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将万有引力提供向心力：GMm/r²=mv²/r=mω²r=m(4π²/T²)r，可求中心天体质量M（已知卫星r、T等）。由此算地球质量、太阳质量；预测并发现海王星。也可由地表重力GMm/R²=mg求M。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引力=向心力：GMm/r²=m(4π²/T²)r→M=4π²r³/(GT²)。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地表重力：GM/R²=g→M=gR²/G。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只能求中心天体质量（环绕体质量消去）。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密度ρ=M/(4πR³/3)。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引力=向心力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由g求M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密度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海王星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等式建立。原因：不知「引力充当向心力」，需示范。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谁的质量。原因：易求成卫星质量，需强调m约掉得中心体M。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两途径。原因：T途径与g途径混淆，需对比。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引力成就 ──┐
│ 引力=向心力│
│ M=4π²r³/GT²│
│ M=gR²/G │
│ ρ=M/V │
│ 预言海王星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由卫星周期求中心天体质量公式____。2. 由地表重力求M公式____。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【提高作业】近地卫星周期T=5400s，求地球平均密度（G=6.7×10⁻¹¹）。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本单元主题：万有引力与航天。把今天学到的方法带进下一篇——自己读、自己想、自己写。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