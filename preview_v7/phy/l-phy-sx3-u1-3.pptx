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第1单元 分子动理论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分子间的作用力与物体的内能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物理观念：理解分子间同时存在引力和斥力，建立内能由分子动能和势能组成的观念。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科学思维：会用图像分析分子力随距离的变化，辨析r₀处平衡。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科学探究：通过铅柱粘合等实验感受分子间引力。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科学态度与责任：体会平衡与变化的辩证关系，严谨对待内能概念。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间同时存在引力和斥力，统称分子力。r=r₀（约10⁻¹⁰m）时引斥平衡；r&lt;r₀时斥力主导；r&gt;r₀时引力主导；r&gt;10r₀时力可忽略。分子势能与r有关。物体内能=所有分子动能（与温度有关）+分子势能（与体积、物态有关）总和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同时存在引力与斥力。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r₀处平衡；r&lt;r₀斥主导；r&gt;r₀引主导。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分子势能随r变化。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内能=分子总动能（温）+总势能（体积/态）。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分子力随距离变化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r₀两侧行为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分子势能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内能组成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辨析+作业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r₀处平衡。原因：误以为「力为零=无作用力」，需强调引斥等大。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内能与温度。原因：把内能等同于温度，忽略势能项，需举例相变。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势能变化。原因：r₀两侧势能都增大，易误单调。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分子力与内能 ──┐
│ r₀≈10⁻¹⁰m │
│ &lt;r₀斥主导 │
│ &gt;r₀引主导 │
│ Ep@r₀最小 │
│ E内=Ek+Ep │
│ 温↑Ek↑态↑Ep↑│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平衡距离r₀处分子间引力与斥力____，合力为____。2. 物体内能包括分子____总和与分子____总和。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【提高作业】0℃的冰熔成0℃的水，内能如何变化？说明原因。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本单元主题：分子动理论。把今天学到的方法带进下一篇——自己读、自己想、自己写。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