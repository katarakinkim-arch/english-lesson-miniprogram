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第2单元 匀变速直线运动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匀变速直线运动的速度与位移的关系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物理观念：掌握速度-位移公式v²-v₀²=2ax及其适用情形。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科学思维：通过联立消去t推导公式，学会按已知量选择公式。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科学探究：用光电门测不同位移处速度验证v²关系。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科学态度与责任：养成「先分析已知再选公式」的解题规范。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联立v=v₀+at与x=v₀t+½at²消去t，得到不含时间的速度-位移公式v²-v₀²=2ax。适用于不涉及时间的匀变速问题，如刹车距离、子弹穿木。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推导：由v=v₀+at与x式消去t得v²-v₀²=2ax。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适用：不涉及时间t的问题。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三公式等价，按已知未知选用。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刹车：先算停车时间，停后静止不倒退。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三公式对比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刹车陷阱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选择策略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公式选择。原因：不知何时用v²式，需按「缺t」判断。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刹车陷阱。原因：代入大t得负位移，需先求停车时间。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联立消元。原因：代数操作易错，需板书。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v²-v₀²=2ax ──┐
│ 消t得到 │
│ 缺t用它 │
│ 刹车先求t₀ │
│ t₀=v₀/|a| │
│ x₀=v₀²/2|a| │
│ 停后不倒退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速度-位移公式____。2. 刹车问题应先用____求停车时间。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【提高作业】汽车以15m/s行驶，刹车间加速度-3m/s²，求刹停距离。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本单元主题：匀变速直线运动。把今天学到的方法带进下一篇——自己读、自己想、自己写。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