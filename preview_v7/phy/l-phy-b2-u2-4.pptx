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第2单元 万有引力与航天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宇宙航行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物理观念：理解三个宇宙速度的含义，掌握第一宇宙速度推导。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科学思维：分析卫星轨道高度与v、T的关系（高轨低速大周期）。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科学探究：了解同步卫星的特点与应用。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科学态度与责任：体会航天工程对人类探索的意义。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第一宇宙速度v₁=√(gR)=√(GM/R)≈7.9km/s是环绕速度也是最小发射速度。第二宇宙速度11.2km/s（脱离地球）、第三宇宙速度16.7km/s（脱离太阳）。卫星越高轨道v越小、T越大。同步卫星周期24h、定轨赤道上空。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v₁=√(gR)=√(GM/R)≈7.9km/s（环绕最大、发射最小）。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v₂=11.2km/s（逃地），v₃=16.7km/s（逃日）。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高轨：v小、T大（v=√(GM/r)）。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同步卫星：T=24h，定轨赤道上空，h≈36000km。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v₁推导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三个速度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高轨低速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同步卫星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v₁双重含义。原因：环绕最大vs发射最小易混，需讲清。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高轨低速。原因：直觉越高越快，需v=√(GM/r)说明。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同步定点。原因：须在赤道且T=24h，需强调。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宇宙航行 ──┐
│ v₁=√(gR) │
│ ≈7.9km/s │
│ v₂=11.2逃地│
│ v₃=16.7逃日│
│ 高轨:v小T大│
│ 同步:赤道上空│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第一宇宙速度____（数值），它既是____速度也是____速度。2. 轨道越高，线速度越____、周期越____。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【提高作业】估算近地卫星周期（R=6400km，g=10）。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本单元主题：万有引力与航天。把今天学到的方法带进下一篇——自己读、自己想、自己写。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