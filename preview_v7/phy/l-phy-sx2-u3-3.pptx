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第3单元 电磁场与电磁波初步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电磁波的发射、传播和接收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物理观念：理解电磁波发射（调制）、传播方式与接收（调谐、检波）过程。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科学思维：能区分调制与检波、说明调谐选台原理。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科学探究：通过收音机选台实验体会调谐与检波。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科学态度与责任：认识无线电技术在信息传播中的价值。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发射：用开放电路与高频振荡，把信号「加载」到载波上叫调制（调幅AM调频FM）。传播方式：地波（长波沿地）、天波（短波经电离层反射）、空间波（直线视距）。接收：天线接收→调谐（选台，使接收回路谐振）→检波（解调取出信号）→放大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调制：把信号加到载波（AM调幅、FM调频）。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传播：地波（长波）、天波（短波反射）、空间波（视距）。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调谐：调接收回路谐振选台。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检波：从已调波取出原信号（解调）。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调制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传播方式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调谐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检波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调制vs检波。原因：一加一取易混，需分收发端。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调谐。原因：选台原理（谐振）不清，需说回路频率匹配。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传播方式。原因：三种波段适用乱，需对比。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发射接收 ──┐
│ 调制:加载信号│
│ AM/FM │
│ 调谐:选台 │
│ 检波:取出 │
│ 地/天/空间波│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把信号加载到载波上叫____，在____（填发/收）端。2. 收音机选台是____环节，还原声音是____环节。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【提高作业】简述调幅AM与调频FM的区别。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本单元主题：电磁场与电磁波初步。把今天学到的方法带进下一篇——自己读、自己想、自己写。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