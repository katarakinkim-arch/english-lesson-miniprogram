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第1单元 电磁感应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磁通量 电磁感应现象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物理观念：理解磁通量Φ=BS⊥，掌握电磁感应产生条件。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科学思维：会计算磁通量及其变化，判断有无感应电流。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科学探究：通过实验（磁铁插入线圈）观察感应电流产生。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科学态度与责任：体会法拉第十年坚持、逆向思考的科学精神。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磁通量Φ=BS⊥（磁感应强度垂直穿过面积的分量），单位韦伯Wb。产生感应电流的条件：闭合回路、磁通量发生变化。奥斯特发现电生磁，法拉第历经十年发现磁生电（电磁感应）。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磁通量：Φ=BS⊥（B垂直面积分量），单位Wb。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条件：闭合回路 + 磁通量发生变化。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磁通量变化：B变、S变或夹角变均可。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电生磁（奥斯特）→磁生电（法拉第）。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磁通量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磁通量变化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实验观察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条件归纳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Φ定义。原因：忽略B与面夹角，需强调S⊥（投影）。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条件。原因：漏「闭合」或误「有磁场就有电流」，需实验。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变化来源。原因：不知B/S/夹角皆可变，需列举。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电磁感应 ──┐
│ Φ=BScosθ │
│ 单位:Wb │
│ 条件: │
│ ①闭合回路 │
│ ②Φ发生变化 │
│ 静磁不发电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磁通量公式____，单位____。2. 产生感应电流的两个条件____、____。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【提高作业】B=0.5T垂直穿过S=0.2m²的线圈，磁通量？若转90°使面平行B，磁通量变多少？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本单元主题：电磁感应。把今天学到的方法带进下一篇——自己读、自己想、自己写。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