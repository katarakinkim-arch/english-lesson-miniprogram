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选择性必修第三册 · 第3单元 热力学定律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功、热与内能 热力学第一定律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物理观念：理解做功与热传递都能改变内能，掌握热力学第一定律。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科学思维：能按统一符号约定用ΔU=Q+W分析具体过程。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科学探究：通过压缩空气升温、摩擦生热等事例体会做功改内能。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科学态度与责任：认识能量守恒的普适性，树立守恒观念。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改变内能两种方式：做功（能量转化）和热传递（能量转移）。热力学第一定律：ΔU=Q+W（规定外界对系统做功W&gt;0，系统吸热Q&gt;0，内能增加ΔU&gt;0）。是能量守恒定律在热学中的体现。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改内能两方式：做功、热传递（等效但本质异）。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定律：ΔU=Q+W。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符号约定：外界对系统做功W&gt;0，吸热Q&gt;0，内能增ΔU&gt;0。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绝热Q=0；等容W=0。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符号约定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定律表述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绝热过程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等容过程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计算+作业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符号约定。原因：教材/习惯不同易乱，须全班统一一套约定，需反复练。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做功本质。原因：做功是能量转化（机械→内），传热是转移，需区分。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特例。原因：绝热、等容易漏，需列举W=0或Q=0情形。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热力学第一定律 ──┐
│ ΔU=Q+W │
│ 约定: │
│ 外界做功W&gt;0 │
│ 吸热Q&gt;0 │
│ 绝热ΔU=W │
│ 等容ΔU=Q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改变内能的两种方式____和____。2. 热力学第一定律表达式____，其中外界对系统做功W取____（正/负）。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【提高作业】系统放热50J，同时对外做功80J，内能变化多少？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本单元主题：热力学定律。把今天学到的方法带进下一篇——自己读、自己想、自己写。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