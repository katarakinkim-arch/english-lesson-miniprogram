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第1单元 分子动理论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分子热运动（扩散现象与布朗运动）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物理观念：认识扩散与布朗运动，建立分子永不停息热运动的观念。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科学思维：会分析布朗运动成因，区分粒子运动与分子运动。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科学探究：观察布朗运动实验，归纳温度、颗粒大小的影响。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科学态度与责任：体会从宏观现象推断微观运动的科学推理方法。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扩散：不同物质相互接触时彼此进入对方，温度越高扩散越快，说明分子在运动。布朗运动：悬浮微粒（如花粉）受液体分子无规则撞击做无规则运动，不是分子运动本身，但反映液体分子的无规则热运动；温度越高、颗粒越小越明显。分子永不停息的无规则运动叫热运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扩散：物质彼此进入，温度越高越快。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布朗运动：悬浮颗粒的无规则运动（非分子运动）。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成因：液体分子无规则撞击不平衡。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反映分子热运动；温度↑、颗粒↓更明显。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温度的影响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布朗运动现象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成因分析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颗粒大小与温度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对比总结+作业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布朗≠分子运动。原因：颗粒用显微镜可见，分子不可见，需强调「间接反映」。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颗粒大小影响。原因：易说反，越小越明显，需讲清撞击不平衡。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与扩散区别。原因：扩散是分子直接运动，布朗是颗粒被撞。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热运动 ──┐
│ 扩散:分子直接│
│ 布朗:颗粒被撞│
│ 成因:撞击失衡│
│ 温度↑更剧烈 │
│ 颗粒↓更明显 │
│ 证明热运动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布朗运动是____（填分子/悬浮颗粒）的运动，它____（填直接/间接）反映分子热运动。2. 温度越高，分子热运动越____。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【提高作业】为什么观察布朗运动要用很小的颗粒？颗粒很大时为何看不到明显布朗运动？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本单元主题：分子动理论。把今天学到的方法带进下一篇——自己读、自己想、自己写。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