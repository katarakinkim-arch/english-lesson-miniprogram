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选择性必修第二册 · 第1单元 电磁感应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互感和自感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物理观念：理解互感与自感现象，掌握自感电动势E=LΔI/Δt。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科学思维：能分析通电/断电时自感对电流变化的影响。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科学探究：通过实验观察通电慢亮、断电闪亮现象。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科学态度与责任：认识自感在电器（日光灯、扼流圈）中的利弊。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互感：两个线圈靠近，一个线圈电流变化在另一线圈激发感应电动势（变压器、感应圈原理）。自感：线圈自身电流变化在体内产生自感电动势E=LΔI/Δt，阻碍电流变化，L为自感系数。断电时自感产生瞬时高压（日光灯启动器、双线绕法减自感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互感：一线圈电流变在邻线圈生电动势（变压器原理）。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自感：自身电流变产生自感电动势，E=LΔI/Δt。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自感阻碍电流变化（增时延缓、减时维持）。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断电闪亮：线圈与灯回路放电；L由线圈本身定。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自感现象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通电慢亮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断电闪亮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日光灯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自感方向。原因：阻碍变化非阻止，需「增反减同于电流变化」。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断电闪亮。原因：回路与条件不清，需实验。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互感vs自感。原因：对象不同（他圈/自身），需区分。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互感自感 ──┐
│ 互感:邻圈 │
│ 自感:E=LΔI/Δt│
│ 阻碍电流变化│
│ 通电:慢亮 │
│ 断电:闪亮 │
│ 应用:日光灯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自感电动势公式____，L叫____。2. 自感总是____（填阻碍/阻止）电流的变化。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【提高作业】为何断电时与线圈并联的灯泡可能闪亮？说明能量来源。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本单元主题：电磁感应。把今天学到的方法带进下一篇——自己读、自己想、自己写。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