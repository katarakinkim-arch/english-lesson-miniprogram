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第2单元 交变电流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变压器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物理观念：理解变压器原理（互感），掌握U₁/U₂=n₁/n₂与功率关系。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科学思维：能进行电压、电流、匝数换算，分析升压/降压。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科学探究：通过实验测量原副线圈电压与匝数关系。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科学态度与责任：认识变压器在电能输送中的关键作用。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变压器由铁芯与两个线圈构成，利用互感改变交流电压。理想变压器：U₁/U₂=n₁/n₂（匝数比），I₁/I₂=n₂/n₁，输入功率=输出功率（P入=P出）。原线圈接交流，直流不能变压（磁通不变无感应）。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原理：互感（需交流，直流不变压）。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电压比：U₁/U₂=n₁/n₂。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电流比：I₁/I₂=n₂/n₁（理想）。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功率：P入=P出（理想无损耗）。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互感原理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电压比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电流比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功率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需交流。原因：直流磁通不变不感应，需强调。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匝数比。原因：U比=匝数比、I比反比，易颠倒，需练。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功率。原因：P入=P出用于求I，需说明理想。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变压器 ──┐
│ 互感(需交流)│
│ U1/U2=n1/n2 │
│ I1/I2=n2/n1 │
│ P入=P出 │
│ 升压:匝多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变压器改变的是____电（填交流/直流）电压。2. 理想变压器电压比____，电流比____。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【提高作业】n₁=1100、n₂=55，原边220V，副边电压？若副边负载10Ω求原边电流。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本单元主题：交变电流。把今天学到的方法带进下一篇——自己读、自己想、自己写。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