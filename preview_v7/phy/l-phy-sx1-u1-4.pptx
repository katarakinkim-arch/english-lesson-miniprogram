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选择性必修第一册 · 第1单元 动量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实验：验证动量守恒定律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实验课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物理观念：明确实验目的——验证系统总动量守恒。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科学探究：会用光电门测速，规范完成碰撞实验并采集数据。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科学思维：处理数据、计算碰前碰后总动量并比较。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科学态度与责任：养成多次测量、分析误差的科学严谨态度。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用气垫导轨（或斜槽、纸带）让两滑块碰撞，用光电门测碰前碰后速度，验证m₁v₁+m₂v₂=m₁v₁′+m₂v₂′。要点：调平导轨、测质量、记录挡光时间、多次测量取平均、分析误差（摩擦、读数）。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原理：m₁v₁+m₂v₂=m₁v₁′+m₂v₂′。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测速：v=d/Δt（挡光片宽d除挡光时间）。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操作：调平导轨、测质量、记录碰前碰后挡光时间。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误差：摩擦、读数、气垫不均。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装置器材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测速原理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操作步骤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数据处理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误差分析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测速原理。原因：不懂v=d/Δt，需讲挡光片。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调平。原因：未调平引入外力破坏守恒，需强调。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数据处理。原因：列两总动量比较，易算错，需示范。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验动量守恒 ──┐
│ 原理: │
│ m1v1+m2v2= │
│ m1v1'+m2v2' │
│ v=d/Δt │
│ 先调平导轨 │
│ 重复取平均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本实验验证的关系式____。2. 滑块速度用什么公式算____。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【提高作业】m₁=m₂=0.3kg，碰前v₁=0.4m/s、v₂=0；碰后v₁′=0.18、v₂′=0.22，验证守恒（算p前、p后）。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本单元主题：动量。把今天学到的方法带进下一篇——自己读、自己想、自己写。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