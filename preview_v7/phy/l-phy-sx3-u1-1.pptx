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选择性必修第三册 · 第1单元 分子动理论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物体是由大量分子组成的（油膜法测分子直径）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物理观念：建立物质由大量分子组成的观念，知道分子大小数量级。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科学思维：掌握油膜法原理d=V/S，会进行宏观微观量换算。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科学探究：经历油膜法测分子直径的实验设计与数据处理。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科学态度与责任：体会估算法在微观世界研究中的价值，严谨处理数据。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物质由大量分子组成，分子直径数量级约10⁻¹⁰m。油膜法测分子直径：使油酸在水面形成单分子层油膜，d=V/S（V为油酸体积，S为油膜面积）。阿伏伽德罗常数N_A=6.02×10²³mol⁻¹，可估算分子质量、体积。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分子直径数量级约10⁻¹⁰m。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油膜法：d = V/S（单分子层）。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单位换算：cm²→m²（×10⁻⁴）、mL→m³（×10⁻⁶）。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N_A=6.02×10²³mol⁻¹ 是宏微观桥梁。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分子大小数量级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油膜法原理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实验演示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浓度与单位换算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单分子层想象。原因：肉眼不可见，需动画演示油酸铺展。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浓度换算。原因：用酒精溶液，纯油酸体积V=溶液体积×浓度，易忘乘浓度。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单位。原因：cm²、mL与m混用，需统一。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分子动理论① ──┐
│ d≈10⁻¹⁰m │
│ 油膜法: │
│ d=V/S │
│ V=液×浓度 │
│ 单位统一 │
│ N_A桥梁 │
└─────────────┘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油膜法测分子直径公式____。2. 1mL=____m³，1cm²=____m²。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【提高作业】浓度1/1000的油酸酒精溶液，取1/200mL滴于水面形成S=5×10⁻³m²单分子膜，估算分子直径。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本单元主题：分子动理论。把今天学到的方法带进下一篇——自己读、自己想、自己写。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