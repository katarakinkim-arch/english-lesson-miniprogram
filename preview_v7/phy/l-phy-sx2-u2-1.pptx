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10911535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物理 · 选择性必修第二册 · 第2单元 交变电流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207008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737360"/>
            <a:ext cx="10911535" cy="2011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4000" b="1">
                <a:solidFill>
                  <a:srgbClr val="1C2A33"/>
                </a:solidFill>
                <a:latin typeface="楷体"/>
                <a:ea typeface="楷体"/>
                <a:cs typeface="楷体"/>
              </a:rPr>
              <a:t>交变电流的产生和描述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3840480"/>
            <a:ext cx="109115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新课  ·  第1课时  ·  45分钟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5394960"/>
            <a:ext cx="2011680" cy="33020"/>
          </a:xfrm>
          <a:prstGeom prst="rect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5623560"/>
            <a:ext cx="10911535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学习任务群：    |    年级：高二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学习目标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417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04672" y="1581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4672" y="1636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1527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目标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1600" y="1965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物理观念：理解正弦交变电流的产生，掌握e=Eₘsinωt与Eₘ=NBSω。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63640" y="1417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6428232" y="1581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28232" y="1636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995160" y="1527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目标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995160" y="1965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科学思维：理解中性面含义，能换算T、f、ω。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" y="3703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804672" y="3867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04672" y="3922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371600" y="3813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目标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71600" y="4251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科学探究：通过线圈转动模型与示波器观察交变波形。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263640" y="3703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428232" y="3867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28232" y="3922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995160" y="3813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目标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995160" y="4251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科学态度与责任：体会从运动学（转动）到电动势函数的建模。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2E7D6B"/>
                </a:solidFill>
                <a:latin typeface="微软雅黑"/>
                <a:ea typeface="微软雅黑"/>
                <a:cs typeface="微软雅黑"/>
              </a:rPr>
              <a:t>课文背景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508760"/>
            <a:ext cx="6766560" cy="457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0000"/>
              </a:lnSpc>
              <a:spcAft>
                <a:spcPts val="600"/>
              </a:spcAft>
            </a:pPr>
            <a:r>
              <a:rPr sz="16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矩形线圈在匀强磁场中绕垂直磁场的轴匀速转动，产生正弦式交变电流。e=Eₘsinωt（从中性面起），Eₘ=NBSω为最大值。中性面：线圈平面与磁感线垂直时磁通量最大、感应电动势为0。周期T、频率f=1/T。</a:t>
            </a:r>
          </a:p>
        </p:txBody>
      </p:sp>
      <p:pic>
        <p:nvPicPr>
          <p:cNvPr id="6" name="Picture 5" descr="watch.jpg"/>
          <p:cNvPicPr>
            <a:picLocks noChangeAspect="1"/>
          </p:cNvPicPr>
          <p:nvPr/>
        </p:nvPicPr>
        <p:blipFill>
          <a:blip r:embed="rId2"/>
          <a:srcRect t="24802" b="24802"/>
          <a:stretch>
            <a:fillRect/>
          </a:stretch>
        </p:blipFill>
        <p:spPr>
          <a:xfrm>
            <a:off x="8046720" y="1508760"/>
            <a:ext cx="4114800" cy="310896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8046720" y="4663440"/>
            <a:ext cx="4114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资料图（自由授权，复用 watch.jpg）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学习重点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371600"/>
            <a:ext cx="10911535" cy="1170432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371600" y="148132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1920240"/>
            <a:ext cx="9997135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3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① 产生：线圈匀转于磁场→正弦交流电。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2651760"/>
            <a:ext cx="10911535" cy="1170432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371600" y="276148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71600" y="3200400"/>
            <a:ext cx="9997135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3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② e=Eₘsinωt，Eₘ=NBSω。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" y="3931920"/>
            <a:ext cx="10911535" cy="1170432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371600" y="404164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371600" y="4480560"/>
            <a:ext cx="9997135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3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③ 中性面：线圈⊥磁感线，Φ最大、e=0。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0080" y="5212080"/>
            <a:ext cx="10911535" cy="1170432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371600" y="532180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71600" y="5760720"/>
            <a:ext cx="9997135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3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④ ω=2π/T=2πf。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2E7D6B"/>
                </a:solidFill>
                <a:latin typeface="微软雅黑"/>
                <a:ea typeface="微软雅黑"/>
                <a:cs typeface="微软雅黑"/>
              </a:rPr>
              <a:t>学习路径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37160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04672" y="153619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4672" y="159105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148132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 1 导入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219456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804672" y="235915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04672" y="241401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71600" y="230428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 2 中性面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" y="301752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804672" y="318211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04672" y="32369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71600" y="312724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 3 表达式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0080" y="384048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804672" y="400507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04672" y="405993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371600" y="395020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 4 Eₘ来源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40080" y="466344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804672" y="482803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04672" y="488289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371600" y="477316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 5 周期频率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40080" y="548640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804672" y="565099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04672" y="570585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6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371600" y="559612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 6 练习+作业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易混易错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417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04672" y="1581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4672" y="1636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!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1527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1600" y="1965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① 中性面。原因：易以为e最大，需强调Φ最大e=0。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63640" y="1417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6428232" y="1581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28232" y="1636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!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995160" y="1527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995160" y="1965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② Eₘ来源。原因：Eₘ=NBSω易漏N或ω，需推。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" y="3703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804672" y="3867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04672" y="3922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!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371600" y="3813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71600" y="4251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③ 相位起点。原因：从中性面起才是sin，需说明。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C8A86B"/>
                </a:solidFill>
                <a:latin typeface="微软雅黑"/>
                <a:ea typeface="微软雅黑"/>
                <a:cs typeface="微软雅黑"/>
              </a:rPr>
              <a:t>要点板书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417320"/>
            <a:ext cx="10911535" cy="539496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554480"/>
            <a:ext cx="10362895" cy="5120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100"/>
              </a:spcAft>
            </a:pPr>
            <a:r>
              <a:rPr sz="1300" b="0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┌── 交变电流 ──┐
│ e=Eₘsinωt │
│ Eₘ=NBSω │
│ 中性面:Φ大│
│ e=0 │
│ ω=2πf │
│ f=50Hz(国)│
└────────────┘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2E7D6B"/>
                </a:solidFill>
                <a:latin typeface="微软雅黑"/>
                <a:ea typeface="微软雅黑"/>
                <a:cs typeface="微软雅黑"/>
              </a:rPr>
              <a:t>分层作业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417320"/>
            <a:ext cx="10911535" cy="141732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371600" y="152704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1965960"/>
            <a:ext cx="9997135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2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【基础作业】1. 正弦交变电动势表达式____，最大值____。2. 中性面时磁通量____，感应电动势____。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2971800"/>
            <a:ext cx="10911535" cy="141732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371600" y="308152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71600" y="3520440"/>
            <a:ext cx="9997135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2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【提高作业】线圈N=50,S=0.02m²,B=0.2T,转速30r/s，求Eₘ与T。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C8A86B"/>
                </a:solidFill>
                <a:latin typeface="微软雅黑"/>
                <a:ea typeface="微软雅黑"/>
                <a:cs typeface="微软雅黑"/>
              </a:rPr>
              <a:t>本课小结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40080" y="1737360"/>
            <a:ext cx="54864" cy="431800"/>
          </a:xfrm>
          <a:prstGeom prst="rect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645920"/>
            <a:ext cx="10682935" cy="2194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0000"/>
              </a:lnSpc>
              <a:spcAft>
                <a:spcPts val="1000"/>
              </a:spcAft>
            </a:pPr>
            <a:r>
              <a:rPr sz="22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本单元主题：交变电流。把今天学到的方法带进下一篇——自己读、自己想、自己写。</a:t>
            </a:r>
          </a:p>
          <a:p>
            <a:pPr algn="l"/>
            <a:r>
              <a:rPr sz="16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方法迁移：圈关键信息 → 理事件脉络 → 析人物精神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09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