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第2单元 交变电流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交变电流的产生和描述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物理观念：理解正弦交变电流的产生，掌握e=Eₘsinωt与Eₘ=NBSω。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科学思维：理解中性面含义，能换算T、f、ω。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科学探究：通过线圈转动模型与示波器观察交变波形。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科学态度与责任：体会从运动学（转动）到电动势函数的建模。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矩形线圈在匀强磁场中绕垂直磁场的轴匀速转动，产生正弦式交变电流。e=Eₘsinωt（从中性面起），Eₘ=NBSω为最大值。中性面：线圈平面与磁感线垂直时磁通量最大、感应电动势为0。周期T、频率f=1/T。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产生：线圈匀转于磁场→正弦交流电。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e=Eₘsinωt，Eₘ=NBSω。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中性面：线圈⊥磁感线，Φ最大、e=0。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ω=2π/T=2πf。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中性面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表达式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Eₘ来源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周期频率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中性面。原因：易以为e最大，需强调Φ最大e=0。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Eₘ来源。原因：Eₘ=NBSω易漏N或ω，需推。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相位起点。原因：从中性面起才是sin，需说明。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交变电流 ──┐
│ e=Eₘsinωt │
│ Eₘ=NBSω │
│ 中性面:Φ大│
│ e=0 │
│ ω=2πf │
│ f=50Hz(国)│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正弦交变电动势表达式____，最大值____。2. 中性面时磁通量____，感应电动势____。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【提高作业】线圈N=50,S=0.02m²,B=0.2T,转速30r/s，求Eₘ与T。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本单元主题：交变电流。把今天学到的方法带进下一篇——自己读、自己想、自己写。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