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第2单元 万有引力与航天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万有引力定律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物理观念：掌握万有引力定律F=Gm₁m₂/r²及其普适性。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科学思维：理解平方反比关系与r的物理意义（质心距）。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科学探究：了解卡文迪许扭秤实验测G的思想。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科学态度与责任：体会「天上地上统一规律」的科学统一美。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牛顿提出万有引力定律：任意两质点间引力F=Gm₁m₂/r²，G为引力常量。万有引力是支配天体与地面上物体运动的同一规律（月球、苹果同理）。卡文迪许扭秤测出G，使万有引力可定量计算。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定律：F = G m₁m₂ / r²。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G≈6.67×10⁻¹¹ N·m²/kg²（卡文迪许测）。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r：两质点（或球心）间距离。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普适：天体与地面物体同一引力规律。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月地检验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定律公式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G与扭秤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r的含义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r的含义。原因：易用表面距离，需强调「质心/球心距」。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普适性。原因：以为天上地上不同，需说同一公式。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平方反比。原因：r变大F剧减，需举例。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万有引力 ──┐
│ F=Gm₁m₂/r² │
│ G≈6.67e-11 │
│ r=质心距 │
│ 天上地上统一│
│ 平方反比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万有引力定律表达式____，G叫____。2. 公式中的r指____。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【提高作业】地球质量约6×10²⁴kg、半径6.4×10⁶m，估算地表g（G=6.7×10⁻¹¹）。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本单元主题：万有引力与航天。把今天学到的方法带进下一篇——自己读、自己想、自己写。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