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第4单元 牛顿运动定律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牛顿第二定律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物理观念：掌握牛顿第二定律F合=ma，理解a与合力成正比、与质量成反比。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科学思维：理解定律的矢量性（a与F合同向）与瞬时性。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科学探究：通过控制变量实验探究a与F、m的关系。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科学态度与责任：体会控制变量法与国际单位制在定量规律中的意义。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牛顿第二定律：物体加速度大小与合力成正比、与质量成反比，方向与合力方向相同，即F合=ma。通过控制变量实验（a∝F、a∝1/m）得出。强调瞬时性（a与F同时产生）、矢量性（a∥F合）。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定律：F合 = ma（a∝F合，a∝1/m）。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矢量性：a方向与F合方向相同。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瞬时性：a与F合同时产生、同时变化。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单位：F用N、m用kg、a用m/s²（国际制）。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控制变量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比例关系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F合=ma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矢量瞬时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F是合力。原因：易用单个力，需强调「合」。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矢量方向。原因：忽略a∥F合，需示范建轴。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控制变量。原因：实验思想弱，需说明先保m变F再保F变m。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F合=ma ──┐
│ a∝F合 │
│ a∝1/m │
│ F合=ma │
│ a∥F合(矢量)│
│ 瞬时:力变a变│
│ 国际制k=1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牛顿第二定律表达式____，F表示____。2. a的方向与____相同。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【提高作业】质量4kg物体受合力12N，求加速度；若合力减为6N方向不变，a变多少？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本单元主题：牛顿运动定律。把今天学到的方法带进下一篇——自己读、自己想、自己写。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