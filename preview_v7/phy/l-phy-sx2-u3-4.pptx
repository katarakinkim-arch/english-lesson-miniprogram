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第3单元 电磁场与电磁波初步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电磁波谱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物理观念：掌握电磁波谱顺序及频率、波长、能量关系。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科学思维：能解释各波段特性差异源于频率（能量）不同。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科学探究：通过实例了解各波段的应用。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科学态度与责任：辩证看待电磁波的利用与防护（如紫外、X射线）。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按频率（或波长）排列：无线电波、红外线、可见光、紫外线、X射线、γ射线。频率递增则波长递减、能量递增。各波段特性与应用不同：无线电通信用、红外热成像、可见照明、紫外杀菌、X射线透视、γ射线探伤治疗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顺序（频增）：无线电&lt;红外&lt;可见&lt;紫外&lt;X&lt;γ。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关系：f增→λ减→能量增（E=hf）。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应用：通信、热成像、照明、杀菌、透视、探伤。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本质：同是电磁波，仅频率不同。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无线电红外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可见紫外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X与γ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顺序。原因：波长频率反向，易排反，需记「频增序」。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能量。原因：能量随频率增，易与波长混，需E=hf。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应用对应。原因：各波段用途乱，需联特性。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电磁波谱 ──┐
│ 频增:无线电 │
│ &lt;红外&lt;可见 │
│ &lt;紫外&lt;X&lt;γ │
│ f↑λ↓E↑ │
│ 应用各异 │
│ 高频需防护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按频率从低到高，电磁波谱顺序____、____、可见光、____、____、____。2. 频率越高，波长越____、能量越____。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【提高作业】为什么紫外线能杀菌而无线电波不能？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本单元主题：电磁场与电磁波初步。把今天学到的方法带进下一篇——自己读、自己想、自己写。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