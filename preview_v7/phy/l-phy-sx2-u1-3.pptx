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物理 · 选择性必修第二册 · 第1单元 电磁感应</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楞次定律</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新课  ·  第3课时  ·  45分钟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年级：高二</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物理观念：掌握楞次定律，理解感应电流阻碍磁通量变化。</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科学思维：会用「增反减同」「来拒去留」判断感应电流方向。</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科学探究：通过实验归纳感应电流方向与磁通变化的关系。</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科学态度与责任：认识楞次定律背后的能量守恒本质。</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楞次定律：感应电流的方向总是使它产生的磁场阻碍引起感应电流的磁通量变化。概括为「增反减同」（原磁通增则感应磁场反、减则同）。也可从「阻碍相对运动」（来拒去留）判断。本质是能量守恒。</a:t>
            </a:r>
          </a:p>
        </p:txBody>
      </p:sp>
      <p:pic>
        <p:nvPicPr>
          <p:cNvPr id="6" name="Picture 5" descr="watch.jpg"/>
          <p:cNvPicPr>
            <a:picLocks noChangeAspect="1"/>
          </p:cNvPicPr>
          <p:nvPr/>
        </p:nvPicPr>
        <p:blipFill>
          <a:blip r:embed="rId2"/>
          <a:srcRect t="24802" b="24802"/>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watch.jpg）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① 楞次定律：感应电流阻碍引起它的磁通量变化。</a:t>
            </a:r>
          </a:p>
        </p:txBody>
      </p:sp>
      <p:sp>
        <p:nvSpPr>
          <p:cNvPr id="8" name="Rounded Rectangle 7"/>
          <p:cNvSpPr/>
          <p:nvPr/>
        </p:nvSpPr>
        <p:spPr>
          <a:xfrm>
            <a:off x="640080" y="265176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76148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20040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② 增反减同：原Φ增→感应磁场反向；原Φ减→同向。</a:t>
            </a:r>
          </a:p>
        </p:txBody>
      </p:sp>
      <p:sp>
        <p:nvSpPr>
          <p:cNvPr id="11" name="Rounded Rectangle 10"/>
          <p:cNvSpPr/>
          <p:nvPr/>
        </p:nvSpPr>
        <p:spPr>
          <a:xfrm>
            <a:off x="640080" y="393192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0416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3" name="TextBox 12"/>
          <p:cNvSpPr txBox="1"/>
          <p:nvPr/>
        </p:nvSpPr>
        <p:spPr>
          <a:xfrm>
            <a:off x="1371600" y="448056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③ 来拒去留：阻碍相对运动。</a:t>
            </a:r>
          </a:p>
        </p:txBody>
      </p:sp>
      <p:sp>
        <p:nvSpPr>
          <p:cNvPr id="14" name="Rounded Rectangle 13"/>
          <p:cNvSpPr/>
          <p:nvPr/>
        </p:nvSpPr>
        <p:spPr>
          <a:xfrm>
            <a:off x="640080" y="521208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532180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6" name="TextBox 15"/>
          <p:cNvSpPr txBox="1"/>
          <p:nvPr/>
        </p:nvSpPr>
        <p:spPr>
          <a:xfrm>
            <a:off x="1371600" y="576072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④ 本质：能量守恒（外力克服阻碍做功）。</a:t>
            </a:r>
          </a:p>
        </p:txBody>
      </p:sp>
      <p:sp>
        <p:nvSpPr>
          <p:cNvPr id="17" name="TextBox 1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1 导入</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2 增反减同</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3 四情形</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4 来拒去留</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5 本质</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6 练习+作业</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① 阻碍变化。原因：易以为阻碍磁通本身，需强调「变化」。</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② 增反减同。原因：原磁场与感应磁场易混，需步骤化。</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③ 与右手定则。原因：切割时用右手定则更简便，需对比。</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楞次定律 ──┐
│ 阻碍Φ变化 │
│ 增反减同 │
│ 来拒去留 │
│ 四步:原B→变│
│ →B′→电流 │
│ 本质:能量守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【基础作业】1. 楞次定律：感应电流总要____引起它的磁通量变化。2. 判断口诀____、____。</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【提高作业】磁体S极向下插入线圈，俯视感应电流方向？说明理由。</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本单元主题：电磁感应。把今天学到的方法带进下一篇——自己读、自己想、自己写。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