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物理 · 选择性必修第三册 · 第3单元 热力学定律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热力学第二定律与能量耗散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物理观念：理解热力学第二定律的两种表述，认识宏观过程的方向性。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科学思维：能辨析自发与非自发过程，理解两种表述的等价。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科学探究：通过实例（墨散、热传导不可逆）体会方向性。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科学态度与责任：树立能量品质与节约能源、可持续发展的责任意识。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热力学第二定律表述：克劳修斯表述（热量不能自发地从低温物体传到高温物体）；开尔文表述（不可能从单一热源吸热使之完全变成功而不引起其他变化）。它指出宏观过程有方向性，能量品质下降（耗散），熵增原理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克劳修斯：热不能自发从低温传到高温。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开尔文：不可能从单一热源吸热全变功而不生他变。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宏观过程有方向性（不可逆）。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能量耗散：可用能减少，品质降级。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克劳修斯表述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开尔文表述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两表述等价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能量耗散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节能责任+作业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自发 vs 非自发。原因：制冷机把热搬向高温需耗电，是「非自发」，易误以为违反定律，需澄清。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与第一定律关系。原因：第二律不否定守恒，只定方向，需说明。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耗散含义。原因：能量守恒但变「不可用」，需举散热水。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热力学第二定律 ──┐
│ 克:热不自发 │
│ 低温→高温 │
│ 开:单热源全变功 │
│ 不可(无他变) │
│ 方向性/不可逆 │
│ 耗散:可用能↓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克劳修斯表述：热量不能自发地从____物体传到____物体。2. 开尔文表述说明热机效率____（能/不能）达到100%。3. 能量耗散指____能减少。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【提高作业】冰箱把热量从冷藏室搬到外界，是否违反热力学第二定律？为什么？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本单元主题：热力学定律。把今天学到的方法带进下一篇——自己读、自己想、自己写。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