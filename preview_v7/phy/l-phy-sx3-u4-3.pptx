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第4单元 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光的干涉 衍射与偏振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物理观念：理解干涉、衍射、偏振现象，认识光的波动性。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科学思维：会分析双缝干涉条纹间距Δx=Lλ/d，区分衍射与干涉。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科学探究：通过双缝、单缝实验观察光的波动现象。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科学态度与责任：体会光具有波粒二象性，建立辩证物质观。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干涉：两列相干光叠加出现明暗相间条纹（杨氏双缝Δx=Lλ/d）。衍射：光绕过障碍物偏离直线传播（单缝、圆孔衍射）。偏振：横波特有，光通过偏振片后振动方向受限，证明光是横波。三者共同证明光的波动性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干涉：相干光叠加，Δx=Lλ/d。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衍射：光绕障，单缝圆孔出条纹。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偏振：横波特有，证光为横波。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三者证光的波动性。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双缝公式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衍射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条纹区别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偏振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总结+作业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相干条件。原因：需同频恒定相位差，普通两灯不干涉，需分束，易忽略。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衍射vs干涉。原因：都出条纹易混，需说单束绕障vs两束叠加。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偏振意义。原因：误以为纵波也有，需强调横波特有证光横波。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光的波动性 ──┐
│ 干涉Δx=Lλ/d │
│ 需相干光源 │
│ 衍射:光绕障 │
│ 中央宽亮 │
│ 偏振→横波 │
│ 证波动性 │
└─────────────┘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双缝干涉条纹间距公式____。2. 光发生明显衍射的条件是障碍物尺寸与____相近。3. 偏振现象证明光是____（横波/纵波）。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【提高作业】双缝间距d=0.2mm，屏距L=1m，用λ=500nm光，条纹间距多少？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