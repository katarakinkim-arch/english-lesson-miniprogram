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物理 · 选择性必修第三册 · 第5单元 原子核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原子核的组成 放射性 衰变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物理观念：了解原子核组成，掌握α、β衰变规律与半衰期。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科学思维：会用质量数与电荷数守恒书写衰变方程。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科学探究：通过云室或盖革计数器观察衰变随机性。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科学态度与责任：认识放射性应用的利与害，树立安全防护意识。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原子核由质子（⁺, Z）和中子（⁰, N）组成，质量数A=Z+N。符号ᴬZX。放射性元素自发衰变：α衰变（放⁴₂He，Z-2 A-4）、β衰变（放⁰₋₁e，Z+1 A不变）。半衰期是统计规律，与物理化学环境无关。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核=质子(Z)+中子(N)，A=Z+N，符号ᴬZX。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α衰变：⁴₂He，Z-2、A-4。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β衰变：⁰₋₁e，Z+1、A不变。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半衰期：统计规律，与环境无关。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符号与数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α衰变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β衰变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守恒训练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半衰期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Z/A变化。原因：α降2降4、β升1保A，易记反，需练方程。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两守恒。原因：漏质量数或电荷数守恒，需每式核两路。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半衰期意义。原因：误当单核寿命，需强调统计、对大量才有意义。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原子核与衰变 ──┐
│ ᴬZX A=Z+N │
│ α:Z-2 A-4 │
│ β:Z+1 A不变 │
│ 两守恒:A,Z │
│ 半衰期:统计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原子核符号ᴬZX中，A表示____，Z表示____。2. α衰变后电荷数____，质量数____。3. β衰变后质量数____，电荷数____。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【提高作业】写出²²²₈₆Rn发生α衰变的方程，并注明子核元素（氡Rn，钋Po）。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本单元主题：原子核。把今天学到的方法带进下一篇——自己读、自己想、自己写。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