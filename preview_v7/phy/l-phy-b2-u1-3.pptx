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必修第二册 · 第1单元 曲线运动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平抛运动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物理观念：掌握平抛运动规律（水平匀速+竖直自由落体）。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科学思维：用正交分解推导轨迹、落地时间、水平射程。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科学探究：通过描迹实验（频闪/数码）验证平抛两分运动。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科学态度与责任：体会「化曲为直」的分解策略价值。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平抛运动：初速度水平、只受重力的匀变速曲线运动。分解为水平匀速（x=v₀t）与竖直自由落体（y=½gt²）。轨迹为抛物线；落地时间由高度定t=√(2h/g)，水平射程x=v₀t。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分解：水平x=v₀t（匀速），竖直y=½gt²（自由落体）。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落地时间：t=√(2h/g)，只由高度定。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水平射程：x=v₀√(2h/g)。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轨迹：y=gx²/(2v₀²)，抛物线。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两分运动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落地时间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轨迹方程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水平射程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时间由高度定。原因：直觉以为v₀大落得慢，需强调竖直独立。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轨迹方程。原因：消t得抛物线，代数易错，需示范。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两方向独立。原因：易混速度分量，需分解图。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平抛 ──┐
│ x=v₀t │
│ y=½gt² │
│ t=√(2h/g) │
│ 射程=v₀t │
│ 轨迹:抛物线│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平抛的水平分运动____，竖直分运动____。2. 落地时间由____决定。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【提高作业】从20m高以15m/s水平抛出，求落地时间、水平射程（g=10）。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本单元主题：曲线运动。把今天学到的方法带进下一篇——自己读、自己想、自己写。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