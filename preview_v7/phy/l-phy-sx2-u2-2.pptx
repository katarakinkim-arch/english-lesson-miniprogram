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物理 · 选择性必修第二册 · 第2单元 交变电流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交变电流的有效值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第2课时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物理观念：理解有效值的热效应定义，掌握正弦交流I=Im/√2。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科学思维：能区分峰值与有效值，明确电表读数用有效值。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科学探究：通过电热等效实验体会有效值含义。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科学态度与责任：认识工程标称采用有效值的实用意义。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有效值：让交流与直流通过相同电阻，在相同时间内产生相等热量，则直流的值就是该交流的有效值。正弦交流I=Im/√2、U=Um/√2、E=Em/√2。电表读数、用电器额定电压均为有效值。</a:t>
            </a:r>
          </a:p>
        </p:txBody>
      </p:sp>
      <p:pic>
        <p:nvPicPr>
          <p:cNvPr id="6" name="Picture 5" descr="watch.jpg"/>
          <p:cNvPicPr>
            <a:picLocks noChangeAspect="1"/>
          </p:cNvPicPr>
          <p:nvPr/>
        </p:nvPicPr>
        <p:blipFill>
          <a:blip r:embed="rId2"/>
          <a:srcRect t="24802" b="24802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watch.jpg）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定义：相同电阻相同时间发热相等时的等效直流值。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正弦：I=Im/√2，U=Um/√2，E=Em/√2。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电表读数、电器额定电压=有效值。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峰值用于考虑绝缘耐压。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热效应定义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正弦关系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峰值vs有效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市电应用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练习+作业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定义理解。原因：抽象，需热效应等效讲。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峰值vs有效。原因：混淆，需强调220V是有效值。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√2关系。原因：来历不清，需由积分说明（或记）。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有效值 ──┐
│ 热效应等效 │
│ I=Im/√2 │
│ U=Um/√2 │
│ 读数为有效 │
│ 220V有效 │
│ 峰值311V │
└────────────┘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有效值按____效应等效定义。2. 正弦交流有效值与峰值关系____。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【提高作业】某交流电压峰值311V，有效值多少？我国家庭电路有效值是多少？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本单元主题：交变电流。把今天学到的方法带进下一篇——自己读、自己想、自己写。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