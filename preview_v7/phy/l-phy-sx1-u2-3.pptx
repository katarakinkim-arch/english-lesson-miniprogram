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第2单元 机械振动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物理观念：理解单摆模型与小角度下简谐运动，掌握周期T=2π√(L/g)。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科学思维：能用单摆测量重力加速度，理解等效摆长。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科学探究：通过实验探究单摆周期与摆长的关系。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科学态度与责任：体会理想模型与实验测量结合的物理方法。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单摆是理想模型（不可伸长轻绳+可视为质点的摆球）。小角度（θ&lt;5°）下回复力F≈-mgx/L，作简谐运动，周期T=2π√(L/g)（与振幅、质量无关，只由摆长L和g决定）。用单摆可测重力加速度g=4π²L/T²。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模型：轻绳+质点摆球（小角度）。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周期：T=2π√(L/g)（与m、A无关）。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条件：偏角&lt;5°才近似简谐。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测g：g=4π²L/T²。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回复力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周期公式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无关量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测重力加速度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小角度条件。原因：易忽略，需强调「否则非简谐」。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无关量。原因：以为与m/A有关，需由式说明。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等效摆长。原因：复合摆L难定，需分析。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单摆 ──┐
│ 小角度简谐 │
│ T=2π√(L/g) │
│ 与m,A无关 │
│ g=4π²L/T² │
│ L=悬点→球心│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单摆周期公式____，成立条件____。2. 用单摆测g的公式____。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【提高作业】摆长0.994m，30次全振动用60s，求g（π²≈10）。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本单元主题：机械振动。把今天学到的方法带进下一篇——自己读、自己想、自己写。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