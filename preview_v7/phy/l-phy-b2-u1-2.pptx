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第1单元 曲线运动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运动的合成与分解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物理观念：理解运动的合成与分解遵循平行四边形定则（矢量）。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科学思维：能将复杂曲线运动分解为两个独立直线分运动。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科学探究：通过红蜡块实验（玻璃管）观察合运动与分运动关系。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科学态度与责任：体会化繁为简（分解）的物理学方法。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复杂运动可看作几个简单分运动的合运动。位移、速度、加速度都是矢量，遵循平行四边形定则。各分运动具有独立性（互不干扰）与等时性（同时发生）。用红蜡块实验说明。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合运动=各分运动的矢量和（平行四边形）。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独立性：各分运动互不影响。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等时性：合与分同时发生。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常用：正交分解（x、y独立）。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红蜡块实验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矢量合成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独立等时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正交分解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矢量合成。原因：位移速度都矢量，易标量加，需强调定则。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独立性。原因：不懂y方向不受x影响，需实验。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等时性。原因：易分别计时，需点明同时。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合成分解 ──┐
│ 矢量:平行四边│
│ v合=√(vx²+vy²)│
│ 独立:互不影响│
│ 等时:同时发生│
│ 正交:x/y分算│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运动的合成遵循____定则。2. 分运动的____性和____性是分解依据。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【提高作业】红蜡块上升2cm/s、管右移4cm/s，合速度大小？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本单元主题：曲线运动。把今天学到的方法带进下一篇——自己读、自己想、自己写。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