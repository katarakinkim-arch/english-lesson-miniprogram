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必修第一册 · 第3单元 相互作用——力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力的合成与分解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物理观念：理解力是矢量，合成与分解遵循平行四边形定则。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科学思维：会用平行四边形定则求合力，能按实际效果分解力。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科学探究：通过实验（橡皮筋）验证力的平行四边形定则。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科学态度与责任：体会等效替代思想在力学中的核心地位。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力是矢量，合成遵循平行四边形定则（或三角形定则）：F合为对角线。互成角度两力合成用余弦定理或作图。力的分解是合成的逆运算，通常按实际作用效果分解，常用正交分解（建立x、y轴分别求分量再合成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合成：平行四边形定则，F合为对角线。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同一直线：同向相加、反向相减（带符号）。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分解：合成逆运算，按实际效果定方向。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正交分解：建x/y轴，Fx=Fcosθ，Fy=Fsinθ，再合成分量。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平行四边形定则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作图法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效果分解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正交分解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矢量性。原因：易标量加减，需强调定则与方向。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分解方向。原因：不知按效果，需举斜面、三角支架例。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正交分解。原因：建轴与投影易错，需示范步骤。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合成与分解 ──┐
│ 矢量:平行四边形│
│ 合力=对角线 │
│ 分解按效果 │
│ 斜面:G₁=Gsinθ│
│ G₂=Gcosθ │
│ 正交:Fx=Fcos │
│ Fy=Fsin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力的合成遵循____定则。2. 斜面重力下滑分力____，垂直分力____。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【提高作业】质量m=2kg物体放θ=30°斜面（g=10），求两分力。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本单元主题：相互作用——力。把今天学到的方法带进下一篇——自己读、自己想、自己写。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