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选择性必修第二册 · 第2单元 交变电流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电感、电容对交变电流的影响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物理观念：理解电感（感抗）与电容（容抗）对交流的影响及频率关系。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科学思维：能判断「通直阻交」「通交隔直」及高频/低频的影响。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科学探究：通过实验观察感抗容抗现象。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科学态度与责任：认识电抗在滤波、耦合电路中的工程价值。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电感线圈对交流有阻碍（感抗），因自感阻碍电流变化，通直流阻交流、高频受阻更大（X_L=ωL）。电容器「通交流隔直流」，因反复充放电，容抗X_C=1/(ωC)，高频易通过、低频受阻大。二者对电流相位也有影响。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电感：通直流、阻交流；感抗X_L=ωL，ω大阻碍大。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电容：通交流、隔直流；容抗X_C=1/(ωC)，ω大阻碍小。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电容靠充放电「通过」交流，不导电。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应用：滤波、耦合、高频旁路。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电感感抗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电容通交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容抗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频率影响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通阻方向。原因：电感与电容相反，易混，需对比口诀。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频率影响。原因：感抗随ω增、容抗随ω减，方向相反，需强调。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电容不导电。原因：误以为导电，需说充放电。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电感电容 ──┐
│ 电感:通直阻交│
│ XL=ωL(ω大) │
│ 电容:通交隔直│
│ XC=1/ωC │
│ (ω大易过) │
│ 滤波用相反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电感对交流的作用____，特性____。2. 电容对交流的作用____，容抗X_C=____。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【提高作业】为使高频信号容易通过而低频受阻，应串联电感还是电容？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本单元主题：交变电流。把今天学到的方法带进下一篇——自己读、自己想、自己写。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