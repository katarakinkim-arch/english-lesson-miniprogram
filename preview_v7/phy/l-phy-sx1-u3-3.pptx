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第3单元 机械波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波的反射、折射、衍射和干涉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物理观念：理解波的反射、折射、衍射与干涉现象及条件。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科学思维：能用路程差判断干涉加强/减弱，分析明显衍射条件。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科学探究：通过双缝/水波实验观察干涉图样。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科学态度与责任：体会波的叠加原理与普遍规律。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波遇障碍或界面会反射（回原介质）、折射（入另一介质改向，因v变）。衍射是波绕过障碍物的现象，明显衍射条件：障碍物尺寸≈波长。干涉是两列相干波叠加形成稳定强弱分布，要求频率相同、振动方向一致、相位差恒定（加强/减弱条件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反射：波回原介质；折射：入他介质改向（v变）。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衍射：绕过障碍，明显条件：障碍尺寸≈波长。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干涉：相干波叠加，稳定强弱图样。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加强Δr=nλ，减弱Δr=(n+½)λ。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衍射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干涉条件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加强减弱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实验图样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衍射条件。原因：误以为任何障碍都明显衍射，需尺寸≈λ。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干涉条件。原因：相干三条件忘，需强调同频同方向恒相差。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加强减弱。原因：路程差判据乱，需示范。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波的现象 ──┐
│ 反射:回原质 │
│ 折射:改向 │
│ 衍射:尺寸≈λ│
│ 干涉:相干 │
│ 加强:Δr=nλ │
│ 减弱:Δr=(n+½)λ│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明显衍射条件____。2. 干涉加强条件____，减弱条件____。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【提高作业】两同相波源λ=1m，P点距两源分别为5m和5.5m，P加强还是减弱？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本单元主题：机械波。把今天学到的方法带进下一篇——自己读、自己想、自己写。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