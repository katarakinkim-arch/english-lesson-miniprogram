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第1单元 曲线运动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曲线运动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物理观念：知道曲线运动速度方向沿轨迹切线，必有加速度。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科学思维：由合力与速度是否共线判断做直线或曲线运动。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科学探究：通过砂轮火星、旋转雨伞实验观察速度方向。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科学态度与责任：养成用实验事实支撑运动学判断的习惯。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曲线运动中速度方向沿轨迹切线方向（由砂轮火星、旋转雨伞水滴证实）。物体做曲线运动的条件：合力（加速度）与速度方向不在同一直线。曲线运动中速度方向时刻改变，必有加速度。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速度方向：沿轨迹切线方向（时刻改变）。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曲线运动必有加速度（速度方向变）。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条件：合力（加速度）与速度不共线。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合力指向曲线凹侧。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速度方向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实验证实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曲线条件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合力指向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速度方向。原因：易说「沿轨迹」，需强调「切线」。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条件判断。原因：与共线的直线运动混淆，需建轴分析。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合力指向。原因：不懂指向凹侧，需演示。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曲线运动 ──┐
│ v沿切线方向 │
│ 方向时刻变 │
│ 必有加速度 │
│ 条件:F与v不共│
│ 线 │
│ F指向凹侧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曲线运动速度方向沿____。2. 做曲线运动的条件____。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【提高作业】物体受恒力F且与初速垂直，运动轨迹大致如何？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本单元主题：曲线运动。把今天学到的方法带进下一篇——自己读、自己想、自己写。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