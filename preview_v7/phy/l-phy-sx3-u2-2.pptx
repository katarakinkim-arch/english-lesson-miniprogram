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选择性必修第三册 · 第2单元 固体液体和气体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气体实验定律与理想气体状态方程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物理观念：掌握三条气体实验定律及理想气体状态方程，理解压强微观本质。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科学思维：能根据题意判断等温/等容/等压，正确列式求解。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科学探究：通过实验（注射器、气体定律演示仪）验证定律。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科学态度与责任：体会控制变量法，严谨处理温度单位。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玻意耳定律（等温）：pV=C。查理定律（等容）：p/T=C（T热力学温度）。盖吕萨克定律（等压）：V/T=C。理想气体状态方程：pV/T=C（或pV=nRT）。气体压强是大量分子频繁碰撞器壁的宏观表现。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玻意耳：等温 pV=C。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查理：等容 p/T=C。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盖吕萨克：等压 V/T=C。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统一：pV/T=C（T用开尔文K）。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玻意耳定律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查理定律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盖吕萨克定律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统一式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计算+作业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温度单位。原因：习惯用℃，必须用K=℃+273，否则查理/盖吕萨克全错，需红字强调。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判不变量。原因：分不清等温/容/压，需读题抓「缓慢」「固定体积」等词。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统一式。原因：三条分不清时直接用pV/T=C最稳，需会推导。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气体定律 ──┐
│ 玻意耳 pV=C │
│ 查理 p/T=C │
│ 盖吕 V/T=C │
│ T用开尔文 │
│ pV/T=C统一 │
│ pV=nRT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玻意耳定律表达式____（条件____）。2. 查理定律中温度必须用____温标。3. 理想气体状态方程____。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【提高作业】某气体在0℃、1atm时体积2L，保持压强不变升温到100℃，求体积。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本单元主题：固体液体和气体。把今天学到的方法带进下一篇——自己读、自己想、自己写。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