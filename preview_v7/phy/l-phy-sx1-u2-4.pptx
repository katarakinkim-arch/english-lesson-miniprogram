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第2单元 机械振动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受迫振动 共振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物理观念：理解受迫振动与共振，知道稳定频率等于驱动力频率。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科学思维：能解释共振条件，用共振曲线说明振幅随驱频变化。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科学探究：通过实验（振子受周期驱动）观察共振现象。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科学态度与责任：辩证看待共振的利与害，树立技术安全意识。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体在周期性外力（驱动力）作用下的振动叫受迫振动，稳定后频率等于驱动力频率，与固有频率无关。当驱动力频率接近固有频率时振幅最大，称共振。共振有利（乐器、测量）有害（桥梁坍塌），需利用或防止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受迫振动：外力周期驱动，稳定频率=驱动力频率。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共振：驱动力频率≈固有频率时振幅最大。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共振曲线：振幅随驱频在固有频率处出现峰值。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利弊：利用（乐器）与防止（减振）。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稳定频率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共振实验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共振曲线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利弊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稳定频率。原因：易等于固有频率，需强调「等于驱动力频率」。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共振条件。原因：驱频≈固有频率，需实验。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利弊。原因：需辩证，避免绝对化。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受迫共振 ──┐
│ f稳=f驱 │
│ 共振:f驱≈f固│
│ 振幅最大 │
│ 阻尼小峰尖 │
│ 利:乐器 │
│ 害:桥塌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受迫振动稳定后频率等于____频率。2. 共振发生在驱动力频率____固有频率时。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【提高作业】如何防止机器底座共振？说出两种办法。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本单元主题：机械振动。把今天学到的方法带进下一篇——自己读、自己想、自己写。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