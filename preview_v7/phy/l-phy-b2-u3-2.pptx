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必修第二册 · 第3单元 机械能守恒定律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动能和动能定理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物理观念：理解动能Eₖ=½mv²与动能定理W合=ΔEₖ。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科学思维：会用动能定理处理直线、曲线、多过程问题，关注初末态。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科学探究：通过实验（打点/传感器）验证动能定理。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科学态度与责任：体会「状态量变化由总功决定」的简洁思想。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动能Eₖ=½mv²。动能定理：合外力对物体做的功等于物体动能变化，W合=ΔEₖ=½mv₂²-½mv₁²。适用于直线运动与曲线运动，无需分段（直接看初末状态），是解决力学问题的利器。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动能：Eₖ=½mv²（标量，状态量）。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定理：W合=ΔEₖ=½mv₂²-½mv₁²。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W合：所有力做功代数和（含重力）。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优点：只看初末态，路径无关，适用曲直。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定理表述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推导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W合含义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应用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W合包含重力。原因：易只算推力漏重力，需强调「所有力」。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初末态。原因：爱分段，需引导直接看状态。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符号。原因：ΔEₖ末减初，易反，需规范。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动能定理 ──┐
│ Ek=½mv² │
│ W合=ΔEk │
│ =Ek末-Ek初 │
│ W合含重力! │
│ 看初末态 │
│ 路径无关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动能表达式____，它是____（填标/矢）量。2. 动能定理：____等于动能变化。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【提高作业】质量1kg物体初速2m/s，受合外力做功9J，求末速。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本单元主题：机械能守恒定律。把今天学到的方法带进下一篇——自己读、自己想、自己写。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