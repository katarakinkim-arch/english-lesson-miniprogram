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10911535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物理 · 选择性必修第一册 · 第2单元 机械振动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207008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737360"/>
            <a:ext cx="10911535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4000" b="1">
                <a:solidFill>
                  <a:srgbClr val="1C2A33"/>
                </a:solidFill>
                <a:latin typeface="楷体"/>
                <a:ea typeface="楷体"/>
                <a:cs typeface="楷体"/>
              </a:rPr>
              <a:t>简谐运动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3840480"/>
            <a:ext cx="109115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新课  ·  第1课时  ·  45分钟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5394960"/>
            <a:ext cx="2011680" cy="3302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5623560"/>
            <a:ext cx="1091153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学习任务群：    |    年级：高二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学习目标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物理观念：理解机械振动与弹簧振子模型，掌握简谐运动回复力F=-kx。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6364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42823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2823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99516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9516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科学思维：能分析振动中各位置的位移、回复力、加速度方向。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80467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467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7160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7160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科学探究：通过弹簧振子实验观察振动特征。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26364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2823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2823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99516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9516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科学态度与责任：体会理想模型（振子）在研究周期运动中的作用。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课文背景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508760"/>
            <a:ext cx="6766560" cy="457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Aft>
                <a:spcPts val="600"/>
              </a:spcAft>
            </a:pPr>
            <a:r>
              <a:rPr sz="16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机械振动是物体在平衡位置附近的往复运动。弹簧振子是最简单模型：回复力F=-kx（与位移成正比、指向平衡位置），加速度a=-kx/m。位移x从平衡位置算起。简谐运动是最基本的振动。</a:t>
            </a:r>
          </a:p>
        </p:txBody>
      </p:sp>
      <p:pic>
        <p:nvPicPr>
          <p:cNvPr id="6" name="Picture 5" descr="watch.jpg"/>
          <p:cNvPicPr>
            <a:picLocks noChangeAspect="1"/>
          </p:cNvPicPr>
          <p:nvPr/>
        </p:nvPicPr>
        <p:blipFill>
          <a:blip r:embed="rId2"/>
          <a:srcRect t="24802" b="24802"/>
          <a:stretch>
            <a:fillRect/>
          </a:stretch>
        </p:blipFill>
        <p:spPr>
          <a:xfrm>
            <a:off x="8046720" y="1508760"/>
            <a:ext cx="4114800" cy="310896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046720" y="4663440"/>
            <a:ext cx="4114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资料图（自由授权，复用 watch.jpg）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学习重点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371600"/>
            <a:ext cx="10911535" cy="117043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71600" y="148132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1920240"/>
            <a:ext cx="9997135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① 机械振动：平衡位置附近往复运动。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2651760"/>
            <a:ext cx="10911535" cy="117043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71600" y="276148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3200400"/>
            <a:ext cx="9997135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② 弹簧振子：F=-kx（回复力，指向平衡位置）。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80" y="3931920"/>
            <a:ext cx="10911535" cy="117043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371600" y="404164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71600" y="4480560"/>
            <a:ext cx="9997135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③ 加速度：a=-kx/m，与位移反向。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40080" y="5212080"/>
            <a:ext cx="10911535" cy="117043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371600" y="532180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71600" y="5760720"/>
            <a:ext cx="9997135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④ 位移x：从平衡位置算起（平衡位置x=0）。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学习路径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37160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3619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59105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48132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1 导入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219456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804672" y="235915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04672" y="241401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71600" y="230428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2 弹簧振子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0080" y="301752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804672" y="318211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04672" y="32369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71600" y="312724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3 位移定义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0080" y="384048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804672" y="400507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04672" y="405993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371600" y="395020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4 回复力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40080" y="466344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804672" y="482803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04672" y="488289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371600" y="477316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5 力与加速度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40080" y="548640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804672" y="565099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04672" y="570585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6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371600" y="559612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6 练习+作业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易混易错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!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① 位移起点。原因：易从端点算，需强调「从平衡位置」。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6364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42823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2823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!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99516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9516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② 回复力方向。原因：总指向平衡位置，易错，需画图。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80467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467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!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7160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7160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③ a与x反向。原因：由F=-kx来，需说明。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C8A86B"/>
                </a:solidFill>
                <a:latin typeface="微软雅黑"/>
                <a:ea typeface="微软雅黑"/>
                <a:cs typeface="微软雅黑"/>
              </a:rPr>
              <a:t>要点板书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10911535" cy="539496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554480"/>
            <a:ext cx="10362895" cy="5120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┌── 简谐运动 ──┐
│ F=-kx │
│ a=-kx/m │
│ x:平衡→物 │
│ 端点:a大v0 │
│ 平衡:a0v大 │
└────────────┘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分层作业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10911535" cy="141732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71600" y="152704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1965960"/>
            <a:ext cx="9997135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2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【基础作业】1. 简谐运动回复力公式____，负号表示____。2. 振动位移x从____算起。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2971800"/>
            <a:ext cx="10911535" cy="141732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71600" y="308152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3520440"/>
            <a:ext cx="9997135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2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【提高作业】k=50N/m的振子移至x=0.02m处释放，回复力与加速度（m=0.1kg）？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C8A86B"/>
                </a:solidFill>
                <a:latin typeface="微软雅黑"/>
                <a:ea typeface="微软雅黑"/>
                <a:cs typeface="微软雅黑"/>
              </a:rPr>
              <a:t>本课小结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40080" y="1737360"/>
            <a:ext cx="54864" cy="43180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1645920"/>
            <a:ext cx="10682935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Aft>
                <a:spcPts val="1000"/>
              </a:spcAft>
            </a:pPr>
            <a:r>
              <a:rPr sz="22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本单元主题：机械振动。把今天学到的方法带进下一篇——自己读、自己想、自己写。</a:t>
            </a:r>
          </a:p>
          <a:p>
            <a:pPr algn="l"/>
            <a:r>
              <a:rPr sz="16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方法迁移：圈关键信息 → 理事件脉络 → 析人物精神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09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