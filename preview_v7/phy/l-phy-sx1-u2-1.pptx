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选择性必修第一册 · 第2单元 机械振动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简谐运动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物理观念：理解机械振动与弹簧振子模型，掌握简谐运动回复力F=-kx。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科学思维：能分析振动中各位置的位移、回复力、加速度方向。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科学探究：通过弹簧振子实验观察振动特征。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科学态度与责任：体会理想模型（振子）在研究周期运动中的作用。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机械振动是物体在平衡位置附近的往复运动。弹簧振子是最简单模型：回复力F=-kx（与位移成正比、指向平衡位置），加速度a=-kx/m。位移x从平衡位置算起。简谐运动是最基本的振动。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机械振动：平衡位置附近往复运动。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弹簧振子：F=-kx（回复力，指向平衡位置）。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加速度：a=-kx/m，与位移反向。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位移x：从平衡位置算起（平衡位置x=0）。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弹簧振子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位移定义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回复力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力与加速度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位移起点。原因：易从端点算，需强调「从平衡位置」。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回复力方向。原因：总指向平衡位置，易错，需画图。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a与x反向。原因：由F=-kx来，需说明。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简谐运动 ──┐
│ F=-kx │
│ a=-kx/m │
│ x:平衡→物 │
│ 端点:a大v0 │
│ 平衡:a0v大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简谐运动回复力公式____，负号表示____。2. 振动位移x从____算起。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【提高作业】k=50N/m的振子移至x=0.02m处释放，回复力与加速度（m=0.1kg）？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本单元主题：机械振动。把今天学到的方法带进下一篇——自己读、自己想、自己写。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