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第5单元 原子核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核力 结合能 核裂变与核聚变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物理观念：理解核力与结合能，掌握质能方程ΔE=Δmc²。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科学思维：能计算质量亏损对应的释放能量，比较裂变聚变。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科学探究：通过核反应方程体会能量释放的来源。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科学态度与责任：理性认识核能的机遇与安全风险，树立责任意识。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核力：短程强相互作用，使核子结合。质量亏损Δm，结合能ΔE=Δmc²（质能方程）。重核裂变（如²³⁵U+n→碎片+中子+能）、轻核聚变（如D+T→⁴He+n+能）均释放核能。聚变清洁但需极高温（热核反应）。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核力：短程强作用， Binding。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质量亏损Δm，结合能ΔE=Δmc²。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重核裂变、轻核聚变释放核能。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聚变单位质量放能更多，需高温。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质量亏损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质能方程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裂变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聚变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对比与安全+作业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质量亏损。原因：误当质量消失，需说转成能量、总质能守恒。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公式。原因：混E=mc²（总能量）与ΔE=Δmc²（释放），需分清。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裂聚方向。原因：重裂轻聚易反，需记「重裂轻聚放能」。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核力与核能 ──┐
│ 核力:短程强 │
│ Δm=Σm-m核 │
│ ΔE=Δmc² │
│ 重裂轻聚放能 │
│ 裂变:铀链式 │
│ 聚变:氘氚高温│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质能方程表达式____，释放能量用____。2. 释放核能的方向：重核____、轻核____。3. 1u质量约对应____MeV能量。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【提高作业】某反应质量亏损Δm=0.003u，释放能量多少MeV？（1u≈931.5MeV）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本单元主题：原子核。把今天学到的方法带进下一篇——自己读、自己想、自己写。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