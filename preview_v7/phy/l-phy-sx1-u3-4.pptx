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选择性必修第一册 · 第3单元 机械波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多普勒效应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物理观念：理解多普勒效应及成因（相对运动改变接收频率）。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科学思维：能判断接近/远离时接收频率高低，解释生活现象。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科学探究：通过实验（声源运动/旋转扬声器）观察音调变化。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科学态度与责任：认识多普勒效应在测速、天文观测中的价值。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多普勒效应：波源与观察者相对接近时，观察者接收频率变高；远离时变低。本质是相对运动改变了单位时间到达的波数。应用于测速（雷达、彩超）、天文红移（星体远离）。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现象：接近→接收频率高（音调高）；远离→频率低。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本质：相对运动改变单位时间到达的波数。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波源频率本身不变。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应用：测速、医用彩超、宇宙红移（远离）。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接近高频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波前图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本质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应用红移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频率谁变。原因：误以为波源频率变，需强调「观察者接收频率变」。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接近远离。原因：高低频易反，需演示。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红移。原因：天文含义不清，需说明示远离。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多普勒 ──┐
│ 接近:频率↑ │
│ 远离:频率↓ │
│ 源频不变! │
│ 本质:相对动│
│ 红移=远离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多普勒效应中，观察者接收到的频率在波源____时升高、____时降低。2. 宇宙星系光谱红移说明星系在____（填接近/远离）地球。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【提高作业】简述多普勒效应在交通测速中的原理。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本单元主题：机械波。把今天学到的方法带进下一篇——自己读、自己想、自己写。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