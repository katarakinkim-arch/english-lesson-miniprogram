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第1单元 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动量守恒定律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物理观念：掌握动量守恒定律及其条件（系统合外力为零）。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科学思维：会判断系统动量是否守恒，能用分量形式处理二维情形。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科学探究：通过气垫导轨碰撞实验验证动量守恒。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科学态度与责任：认识动量守恒是与能量守恒并列的普适规律。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系统所受合外力为零时，系统总动量保持不变：p₁+p₂=p₁′+p₂′，即m₁v₁+m₂v₂=m₁v₁′+m₂v₂′。由牛顿第三定律与动量定理导出。条件：系统合外力为零（或某方向为零则该方向分量守恒）。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定律：系统合外力为零时总动量不变。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式：m₁v₁+m₂v₂=m₁v₁′+m₂v₂′。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条件：ΣF外=0（近似：内力≫外力）。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分方向：某方向合外力为零则该方向分量守恒。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推导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守恒条件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实验验证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分量守恒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系统概念。原因：易对单个物体用守恒，需强调「系统总动量」。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条件。原因：忽略合外力为零，需严格判定。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分量守恒。原因：二维情形难，需说明分方向。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动量守恒 ──┐
│ ΣF外=0 │
│ m1v1+m2v2= │
│ m1v1'+m2v2'│
│ 看系统总动量│
│ 分量可分别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动量守恒条件____。2. 守恒式（一维）____。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【提高作业】质量3kg以4m/s碰静止2kg，碰后3kg以1m/s同向，求2kg速度。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本单元主题：动量。把今天学到的方法带进下一篇——自己读、自己想、自己写。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