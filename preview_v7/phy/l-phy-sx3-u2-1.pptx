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第2单元 固体液体和气体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固体与液体（晶体、非晶体与表面张力）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物理观念：区分晶体与非晶体，理解液体表面张力源于分子引力。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科学思维：会判断单晶/多晶/非晶体及各向同异性，分析表面张力。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科学探究：观察熔化曲线、水滴球形等表面张力现象。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科学态度与责任：体会微观结构决定宏观性质的物理思想。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固体分晶体（有确定熔点、各向异性/等向）和非晶体（无确定熔点、各向同性）。单晶体各向异性，多晶体各向同性。液体表面张力使液面收缩到最小，源于表面层分子引力大于斥力。毛细现象由表面张力与附着层共同作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晶体（固定熔点）vs非晶体（无固定熔点）。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单晶各向异性，多晶各向同性。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表面张力使液面收缩至最小。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成因：表面层分子引力净效应。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晶体与非晶体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单晶与多晶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表面张力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微观成因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多晶vs单晶。原因：多晶由小单晶杂乱组成，整体各向同性，易与非晶体混，需强调「有熔点」。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表面张力成因。原因：误当弹性膜，需讲表面层分子间距大引力主导。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各向异性。原因：沿不同方向性质不同，抽象，需举导热/透光例子。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固体与液体 ──┐
│ 晶体:有熔点 │
│ 单晶:各向异 │
│ 多晶:各向同 │
│ 非晶:无熔点 │
│ 表面张力→ │
│ 面积最小 │
└─────────────┘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区分晶体与非晶体的关键是是否有____。2. 单晶体____（填各向异性/各向同性），多晶体____（填各向异性/各向同性）。3. 表面张力使液体表面积趋于____。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【提高作业】为什么表面层分子表现为引力主导？毛细现象中浸润和不浸润分别使液柱如何变化？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本单元主题：固体液体和气体。把今天学到的方法带进下一篇——自己读、自己想、自己写。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