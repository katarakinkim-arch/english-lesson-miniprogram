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第3单元 机械波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波的描述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物理观念：理解波长、频率、波速及关系v=λf。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科学思维：能判断λ的定义，分析波在不同介质中λ的变化。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科学探究：通过波形图测量λ、读周期求v。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科学态度与责任：建立「波源定频、介质定速」的清晰图像。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波长λ是相邻同相质点间的距离（波峰到相邻波峰）。波的频率f等于波源振动频率（各质点同频）。波速v由介质决定，v=λf。同一列波在不同介质中f不变、v变故λ变。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λ：相邻同相质点距离（峰到邻峰）。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f：等于波源频率，各质点同频。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v：由介质决定，v=λf。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换介质：f不变，v变→λ变。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波速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v=λf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换介质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λ定义。原因：易取峰到谷（半波长），需强调「相邻同相」。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谁定频/速。原因：混淆，需「源定频、介质定速」。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换介质。原因：以为λ不变，需由v=λf推。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波的描述 ──┐
│ λ:相邻同相距│
│ f=f源(不变) │
│ v=介质定 │
│ v=λf │
│ 换介质:λ变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波长定义____。2. 波速、波长、频率关系____；波的频率由____决定。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【提高作业】波源f=200Hz，介质中v=80m/s，求λ；若换介质v=160，λ变多少？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本单元主题：机械波。把今天学到的方法带进下一篇——自己读、自己想、自己写。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