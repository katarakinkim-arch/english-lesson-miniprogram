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第3单元 机械波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波的形成和传播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物理观念：理解机械波的形成，区分横波与纵波。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科学思维：认识介质中质点只在平衡位置振动、不随波迁移。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科学探究：通过绳波、弹簧波实验观察波的传播。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科学态度与责任：体会「传播的是运动形式与能量」的辩证认识。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机械振动在介质中传播形成机械波。质点的振动方向与波传播方向垂直的叫横波（凸起波峰、凹下波谷），平行的叫纵波（疏部密部）。各质点只在平衡位置附近振动，并不随波迁移；传播的是振动形式和能量。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波：机械振动在介质中传播形成。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横波：振动⊥传播（有波峰波谷），如绳波。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纵波：振动∥传播（有疏部密部），如声波。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质点不随波迁移，传播的是振动形式与能量。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横波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纵波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质点不迁移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传播本质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质点不迁移。原因：直觉以为随波走，需实验纠正。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横纵判别。原因：峰谷与疏密混，需对比。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传播本质。原因：传形式与能量非物质，需点明。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波的形成 ──┐
│ 振动在介质传│
│ 横波:⊥(峰谷)│
│ 纵波:∥(疏密)│
│ 质点不迁移 │
│ 传形式与能量│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质点振动方向与波传播垂直的波叫____，有____和____。2. 波传播的是____和____，质点____（填随/不随）波迁移。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【提高作业】举一个纵波实例并说明其疏密部含义。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本单元主题：机械波。把今天学到的方法带进下一篇——自己读、自己想、自己写。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