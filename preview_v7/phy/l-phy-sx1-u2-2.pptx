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第2单元 机械振动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简谐运动的描述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物理观念：掌握简谐运动表达式x=Acos(ωt+φ)及各量（A、T、f、ω、φ）意义。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科学思维：能由表达式求某时刻位移、判断相位与运动状态。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科学探究：通过传感器绘制x-t图像理解周期与相位。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科学态度与责任：体会用数学函数描述物理运动的简洁力量。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用x=Acos(ωt+φ)（或Asin）描述简谐运动。A为振幅（最大位移大小），T为周期、f=1/T为频率、ω=2π/T为圆频率。相位ωt+φ决定状态，φ为初相。周期由系统本身（m、k）决定，与振幅无关。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表达式：x=Acos(ωt+φ)（或Asin）。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A：振幅（最大位移大小，标量）。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T周期、f频率、ω圆频率，T=1/f，ω=2π/T。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相位ωt+φ决定状态，φ为初相。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振幅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周期频率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表达式应用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相位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振幅vs位移。原因：A是最大位移大小，易混，需区分。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T与f。原因：倒数关系乱，需强调。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相位。原因：抽象，需说「运动状态标识」。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描述 ──┐
│ x=Acos(ωt+φ)│
│ A:振幅(最大)│
│ T=1/f │
│ ω=2π/T │
│ 相位=状态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简谐运动表达式____。2. 周期T与频率f关系____，圆频率ω=____。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【提高作业】弹簧振子A=0.1m,T=2s,φ=0，求t=0.5s位移及此时运动方向。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本单元主题：机械振动。把今天学到的方法带进下一篇——自己读、自己想、自己写。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