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选择性必修第二册 · 第2单元 交变电流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远距离输电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物理观念：理解远距离输电采用高压减小线损的原理。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科学思维：能分析输电系统各点电压、电流与功率关系。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科学探究：通过模型计算比较不同输电电压下的损耗。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科学态度与责任：认识高压输电对节能与电网的意义。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输电线上功率损耗P损=I²R线。为减小损耗，在输送功率P一定时提高输电电压U，使电流I=P/U减小，从而P损=(P/U)²R线大幅下降。流程：发电→升压变压器→高压线→降压变压器→用户。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线损：P损=I²R线（I为输电电流）。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减小：P一定时U↑→I=P/U↓→P损↓。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流程：发电→升压→线→降压→用户。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不能用线电压U²/R算损（U非全线压降）。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线损公式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高压原理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输电框图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数值对比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为何高压。原因：以为高压更损，需用P损=I²R与I=P/U说明。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公式选用。原因：误用U²/R（U非线压降），需强调I²R。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系统分析。原因：多变压器各级量易乱，需画框图。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远距离输电 ──┐
│ P损=I²R线 │
│ P=UI一定 │
│ U↑→I↓→损↓│
│ 升压实降 │
│ 降压配用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输电线损耗公式____。2. 输送功率一定时，提高输电电压可____（填增大/减小）线损。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【提高作业】输送功率100kW，线阻8Ω，分别用10kV和100kV输电，求线损功率并比较。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本单元主题：交变电流。把今天学到的方法带进下一篇——自己读、自己想、自己写。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