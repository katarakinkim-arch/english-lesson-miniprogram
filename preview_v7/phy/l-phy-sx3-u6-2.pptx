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物理 · 选择性必修第三册 · 第6单元 波粒二象性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物质的波粒二象性（德布罗意波）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第2课时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物理观念：理解德布罗意物质波假设，认识一切物质具波粒二象性。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科学思维：会用λ=h/p计算物质波波长，分析宏观不可见原因。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科学探究：通过电子衍射实验（或晶体衍射图）验证物质波。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科学态度与责任：体会对称性思想（光有、物质也该有）的科学美学。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德布罗意假设：实物粒子也具有波动性，波长λ=h/p（p动量）。光有波粒二象性，实物粒子（电子等）同样有。电子衍射实验证实了物质波。宏观物体波长极短，波动性不显；微观粒子波长显著，呈现波动性。</a:t>
            </a:r>
          </a:p>
        </p:txBody>
      </p:sp>
      <p:pic>
        <p:nvPicPr>
          <p:cNvPr id="6" name="Picture 5" descr="watch.jpg"/>
          <p:cNvPicPr>
            <a:picLocks noChangeAspect="1"/>
          </p:cNvPicPr>
          <p:nvPr/>
        </p:nvPicPr>
        <p:blipFill>
          <a:blip r:embed="rId2"/>
          <a:srcRect t="24802" b="24802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watch.jpg）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德布罗意：实物粒子也有波动性。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7614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λ=h/p（p动量）。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416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8056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电子衍射证实物质波。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1208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3218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76072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宏观λ极小，波动不显；微观显著。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德布罗意假设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波长计算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电子衍射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宏观不可见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总结+作业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普适性。原因：以为仅光有二象性，需强调「一切物质」。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波长计算。原因：p用错（应mv，高速用相对论），单位乱，需练。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宏观不可见。原因：不明λ=h/p随m、v减小，需数量级估算。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波粒二象性 ──┐
│ 一切物质都有│
│ λ=h/p │
│ ν=E/h │
│ 电子衍射证 │
│ m大v大λ小 │
│ 波动不可见 │
└─────────────┘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德布罗意波长公式____。2. 证实电子波动性的实验是____。3. 宏观物体波动性不可见是因为其物质波波长____（填极长/极短）。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【提高作业】质量m=0.01kg的子弹以v=300m/s飞行，求其物质波波长（h=6.63×10⁻³⁴J·s）。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本单元主题：波粒二象性。把今天学到的方法带进下一篇——自己读、自己想、自己写。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