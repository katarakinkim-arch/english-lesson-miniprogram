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物理 · 选择性必修第一册 · 第1单元 动量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动量 动量定理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物理观念：理解动量p=mv与冲量I=Ft，掌握动量定理。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科学思维：会用动量定理分析矢量方向与缓冲问题。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科学探究：通过鸡蛋落海绵/水泥实验体会冲量作用时间的影响。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科学态度与责任：认识动量定理在安全（安全带、缓冲）中的价值。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动量p=mv（矢量，与速度同向）。冲量I=Ft（力在时间上的积累）。动量定理：合外力冲量等于动量变化，F合t=Δp=mv₂-mv₁。用于解释缓冲（延长作用时间减小力）与打击（短时间大力）。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动量：p=mv，矢量，方向与v相同。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冲量：I=Ft，力的时间积累。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动量定理：F合t=Δp=mv₂-mv₁。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缓冲：Δp一定时t越长F越小。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冲量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动量定理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矢量方向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缓冲应用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矢量方向。原因：易丢方向，需强调p与v同向、Δp末减初。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缓冲原理。原因：不懂延长t减小F，需实验。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合外力。原因：漏重力等，需强调F合。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动量定理 ──┐
│ p=mv(矢量) │
│ I=Ft │
│ F合t=Δp │
│ =mv₂-mv₁ │
│ 缓冲:t↑F↓ 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动量定义式____，是____量。2. 动量定理表达式____。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【提高作业】0.2kg球以5m/s向右撞墙以3m/s向左反弹，作用0.02s，求平均力。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本单元主题：动量。把今天学到的方法带进下一篇——自己读、自己想、自己写。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