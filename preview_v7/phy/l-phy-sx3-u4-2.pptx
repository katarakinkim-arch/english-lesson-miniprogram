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第4单元 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全反射 光导纤维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物理观念：理解全反射条件与临界角，认识光导纤维原理。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科学思维：会判断全反射发生条件并计算临界角。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科学探究：通过实验（激光入水/玻璃观察全反射）验证临界角。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科学态度与责任：体会全反射在现代通信中的应用价值。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全反射条件：光从光密介质射向光疏介质，且入射角≥临界角C。临界角 sin C=1/n（光疏为真空/空气）。应用：光导纤维（全反射传光）、全反射棱镜。光纤由芯（n大）和包层（n小）组成，光在芯内全反射传输。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条件：光密→光疏 且 入射角≥临界角C。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临界角：sin C = 1/n（光疏为空气）。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光纤：芯n大、包层n小，全反射传光。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应用：棱镜、光纤通信。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两条件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临界角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计算临界角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光导纤维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应用+作业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两条件。原因：漏「密到疏」前提，需强调缺一不可。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临界角公式。原因：易写sin C=n（反），需记「1/n」并理解来自sin C·n=1。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光纤结构。原因：芯包层n大小搞反，需画图。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全反射 ──┐
│ 条件: │
│ ①密→疏 │
│ ②≥临界角C │
│ sinC=1/n │
│ 光纤:芯&gt;包 │
│ 全反射传光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全反射发生的两个条件____、____。2. 临界角公式（光疏为空气）____。3. 光纤中纤芯折射率应____（大于/小于）包层。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【提高作业】某玻璃n=1.6，求其临界角；若光从玻璃射向水（n=1.33），临界角变为多少？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