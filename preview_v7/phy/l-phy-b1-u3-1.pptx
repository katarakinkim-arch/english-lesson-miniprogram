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第3单元 相互作用——力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重力 弹力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物理观念：理解力的概念与三要素，掌握重力G=mg与方向。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科学思维：会用悬挂法确定重心，理解重心的意义。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科学探究：通过实验探究弹力与形变量的关系（胡克定律）。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科学态度与责任：养成用实验归纳规律的实证习惯。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力是物体间的相互作用，三要素大小方向作用点。重力G=mg，方向竖直向下，作用点在重心（规则均匀物体在几何中心）。弹力产生于形变，方向与形变恢复方向相同；弹簧弹力F=kx（胡克定律，k为劲度系数）。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力：物体间相互作用，三要素大小方向作用点。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重力：G=mg，方向竖直向下，作用于重心。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重心：规则均匀物体在几何中心（可用悬挂法找）。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弹力：F=kx（弹簧），方向与恢复形变方向相同。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重力方向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重心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弹力产生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胡克定律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重力方向。原因：易说「向下」，需强调「竖直向下」（垂直于水平面）。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弹力有无。原因：接触且有形变才有，易把支持力想当然，需「撤物法」。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胡克定律。原因：x是形变量非原长，k单位N/m，需点。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重力 弹力 ──┐
│ 力:相互作用 │
│ G=mg 竖直向下│
│ 重心=等效点 │
│ 弹力:接触形变│
│ F=kx (x形变) │
│ k:N/m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重力方向____；G=____。2. 胡克定律____，x表示____。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【提高作业】弹簧k=100N/m，原长10cm，挂物后长15cm，求弹力。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本单元主题：相互作用——力。把今天学到的方法带进下一篇——自己读、自己想、自己写。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