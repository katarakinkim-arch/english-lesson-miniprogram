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必修第二册 · 第3单元 机械能守恒定律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功和功率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物理观念：掌握功W=Flcosθ与功率P=W/t=Fv，理解正负功含义。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科学思维：会判断力是否做功及做功正负，能用P=Fv分析机车。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科学探究：通过实验测量功与功率。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科学态度与责任：认识功与能在技术应用（如汽车功率）中的意义。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功W=Flcosθ（力与位移夹角θ），是标量，可正可负（θ&lt;90°正功、&gt;90°负功、=90°不做功）。功率P=W/t=Fvcosθ描述做功快慢，机车以额定功率行驶时P=Fv，速度增大牵引力减小。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功：W=Flcosθ（θ为F与l夹角）。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正负：θ&lt;90°正功（动力），&gt;90°负功（阻力），=90°零功。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功率：P=W/t=Fvcosθ。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机车：P额=Fv，恒功率时v↑则F↓。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cosθ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正负功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功率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机车P=Fv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cosθ。原因：忘夹角、易漏，需强调「沿位移分量」。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正负功。原因：误以为负功是「不做功」，需说「阻碍运动」。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P=Fv。原因：机车变力情形，需说明瞬时与额定。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功和功率 ──┐
│ W=Flcosθ │
│ &lt;90正 &gt;90负│
│ =90零功 │
│ P=W/t=Fv │
│ 机车P额=Fv │
│ vm=P额/f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功的公式____，力与位移垂直时做功为____。2. 功率定义式____，机车恒功率时P额=____。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【提高作业】汽车额定功率60kW，阻力2000N，求最大速度。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本单元主题：机械能守恒定律。把今天学到的方法带进下一篇——自己读、自己想、自己写。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