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第1单元 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动量守恒定律的应用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物理观念：能用动量守恒分析碰撞（弹性/非弹性）、反冲与爆炸。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科学思维：区分碰撞类型，会用共速条件与动能关系。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科学探究：通过实验（碰撞球、反冲小车）验证规律。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科学态度与责任：认识反冲原理在火箭航天中的重大应用。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应用动量守恒分析碰撞（弹性碰撞动能守恒、非弹性碰撞有动能损失、完全非弹性碰后共速）、反冲（炮车后退、火箭喷气）与爆炸。反冲中系统内力远大于外力，总动量近似守恒，燃料向后喷、箭体向前。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弹性碰撞：动量、动能均守恒。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完全非弹性：碰后共速，动能损失最大。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一般非弹性：有动能损失，末速不同。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反冲：内力喷气，系统总动量守恒，反向分配。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弹性碰撞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完全非弹性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反冲小车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火箭原理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类型区分。原因：弹性/非弹性条件混，需对比表。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共速。原因：完全非弹性特征，易漏，需强调。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反冲方向。原因：方向错，需说「反向分配」。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动量应用 ──┐
│ 弹性:动+能守│
│ 全等非弹性: │
│ 共速,损最大 │
│ 反冲:0= │
│ m气v气+车v车│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完全非弹性碰撞后两物体____，动能损失____。2. 火箭升空利用____原理。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【提高作业】质量2kg以6m/s碰静止4kg，完全非弹性，求共速与损失动能。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本单元主题：动量。把今天学到的方法带进下一篇——自己读、自己想、自己写。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