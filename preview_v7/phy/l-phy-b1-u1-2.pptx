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第1单元 运动的描述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时间 位移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物理观念：区分时刻与时间间隔，理解位移是矢量、路程是标量。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科学思维：用坐标法表示位置和位移，建立矢量初步观念。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科学探究：通过打点计时器或视频分析体会时间与位移的测量。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科学态度与责任：养成用坐标系精确描述运动的习惯。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区分时刻（时间轴上的点）与时间间隔（时间轴上的一段）。位移是从初位置指向末位置的有向线段，是矢量，只与始末位置有关；路程是物体运动轨迹的长度，是标量。坐标法中位移可用位置坐标差表示。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时刻：时间轴上的点（如第3s末）；时间间隔：一段（如3s内）。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位移：初位置→末位置的有向线段，矢量，只与始末有关。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路程：轨迹长度，标量。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坐标法：Δx = x₂ - x₁（末减初）。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时间轴辨析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位移与路程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坐标法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矢量正方向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时刻vs间隔。原因：语言易混（第3秒、前3秒），需画时间轴辨析。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位移vs路程。原因：常等同，需强调位移有方向、只关始末。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矢量方向。原因：初涉矢量，Δx正负表方向易错，需说明。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时间 位移 ──┐
│ 时刻=点 间隔=段│
│ 第n秒内:1s │
│ 位移Δx=x2-x1 │
│ (矢量,有方向) │
│ 路程=轨迹长 │
│ |Δx|≤路程 │
│ 单向直线才相等│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填空：第3s是（ ）（填时刻/间隔）；前3s是（ ）。2. 从x=2m到x=5m，Δx=____。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【提高作业】物体绕400m跑道一圈回到起点，位移、路程各多少？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本单元主题：运动的描述。把今天学到的方法带进下一篇——自己读、自己想、自己写。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