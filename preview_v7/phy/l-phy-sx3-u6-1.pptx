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选择性必修第三册 · 第6单元 波粒二象性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光电效应 光子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物理观念：理解光电效应规律，掌握光子说与光电效应方程。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科学思维：会应用Eₖ=hν-W₀分析截止频率与初动能。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科学探究：通过光电管实验观察截止频率与光强的影响。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科学态度与责任：体会爱因斯坦突破波动说框架的创新精神。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光电效应：光照射金属逸出电子。实验规律：存在截止频率ν₀（低于不生电子）；光电子最大初动能与光强无关只随频率增大；瞬时性。爱因斯坦光子说：光能量E=hν，逸出功W₀，最大初动能Eₖ=hν-W₀（光电效应方程）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规律：有截止频率ν₀；Eₖ只随ν增；瞬时。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光子说：E=hν（h普朗克常量）。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方程：Eₖ=hν-W₀。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ν&lt;ν₀不出电子（与光强无关）。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实验规律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截止频率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光子说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光电方程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图像+作业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频率决定出否。原因：B班以为光强够就出，需强调看ν₀。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初动能vs光强。原因：初动能只随频率，光强只改数目，需辨析。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方程含义。原因：hν是光子能量，W₀是逸出功，需分项。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光电效应 ──┐
│ 有截止ν₀ │
│ Eₖ随ν增 │
│ 与光强无关 │
│ E=hν │
│ Eₖ=hν-W₀ │
│ ν₀=W₀/h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光电效应中决定能否逸出电子的是光的____（频率/强度）。2. 光子能量公式____。3. 光电效应方程____。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【提高作业】某金属逸出功W₀=2.0eV，用λ=300nm光照射能否出电子？（h c/λ，hc≈1240eV·nm）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本单元主题：波粒二象性。把今天学到的方法带进下一篇——自己读、自己想、自己写。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