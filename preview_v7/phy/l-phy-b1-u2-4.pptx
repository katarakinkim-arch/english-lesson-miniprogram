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必修第一册 · 第2单元 匀变速直线运动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自由落体运动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物理观念：知道自由落体是初速为零、加速度为g的匀变速运动。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科学思维：用逻辑推理反驳「重快轻慢」，理解空气阻力的影响。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科学探究：通过实验（纸片vs纸团、频闪）验证轻重同落。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科学态度与责任：体会伽利略质疑权威、实验求真的科学精神。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自由落体是初速为0、加速度为g的匀变速直线运动。通过逻辑推理（亚里士多德之争）与实验（频闪照片、打点）确认轻重物体下落快慢相同（忽略空气阻力）。g≈9.8m/s²，方向竖直向下。公式v=gt、h=½gt²、v²=2gh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条件：初速0、只受重力（忽略空气阻力）。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加速度：g≈9.8m/s²（方向竖直向下）。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公式：v=gt，h=½gt²，v²=2gh。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轻重同落：真空中快慢相同，空气阻力造成差异。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逻辑推理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实验验证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频闪证实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g与公式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重快轻慢误区。原因：生活直觉强，需实验+逻辑推理破。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g的方向。原因：易忘向下，需强调。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条件。原因：忽略空气阻力是理想，需说明实际有阻力。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自由落体 ──┐
│ 初速0,只受G │
│ a=g≈9.8↓ │
│ v=gt │
│ h=½gt² │
│ v²=2gh │
│ 真空同落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自由落体加速度____（取9.8），方向____。2. 自由落体是初速为__的匀加速运动。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【提高作业】物体从20m高自由下落，求落地速度（g=10）。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本单元主题：匀变速直线运动。把今天学到的方法带进下一篇——自己读、自己想、自己写。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