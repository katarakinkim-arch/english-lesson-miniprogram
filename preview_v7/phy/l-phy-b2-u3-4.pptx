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必修第二册 · 第3单元 机械能守恒定律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机械能守恒定律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物理观念：理解机械能守恒条件与表达式Eₖ₁+Eₚ₁=Eₖ₂+Eₚ₂。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科学思维：能判断系统机械能是否守恒，并选用守恒或动能定理解题。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科学探究：通过实验（摆/落体/纸带）验证机械能守恒。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科学态度与责任：体会能量守恒这一自然界普适规律。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机械能=动能+势能（重力势能+弹性势能）。只有重力或弹力做功时，动能与势能相互转化，机械能总量不变：Eₖ₁+Eₚ₁=Eₖ₂+Eₚ₂。条件是「只有重力和弹力做功」（其他力不做功或做功代数和为0）。可用自由落体、摆等验证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机械能：E=Ek+Ep（重力+弹性势能）。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条件：只有重力或弹力做功（其他力不做功或代数和为0）。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守恒式：Ek1+Ep1=Ek2+Ep2。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注意：是「只有重/弹力做功」≠「只受重/弹力」。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守恒条件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表达式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验证实验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条件辨析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条件。原因：混淆「只受」与「只做功」，需强调做功条件。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选零面。原因：Ep依赖参考面，需统一。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守恒vs定理。原因：何时用守恒何时用动能定理，需策略。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机械能守恒 ──┐
│ E=Ek+Ep │
│ 条件:只有 │
│ 重/弹力做功│
│ Ek1+Ep1= │
│ Ek2+Ep2 │
│ ≠只受重/弹│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机械能=____+____+弹性势能。2. 守恒条件____。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【提高作业】质量2kg物体从3m高光滑静止下落（g=10），求落地速度。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本单元主题：机械能守恒定律。把今天学到的方法带进下一篇——自己读、自己想、自己写。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