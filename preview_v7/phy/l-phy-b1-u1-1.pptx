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必修第一册 · 第1单元 运动的描述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质点 参考系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物理观念：理解质点的概念，知道把物体看成质点的条件。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科学思维：体会理想化模型这一科学抽象方法，能在具体情境中判断能否视为质点。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科学探究：通过生活实例体会选择不同参考系对运动描述的影响。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科学态度与责任：认识模型建构在物理学中的价值，养成抓住主要矛盾的思维习惯。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从生活中的运动引入质点这一理想化模型：当物体的形状和大小对研究问题影响可忽略时，可把物体看成有质量的点。参考系是描述物体运动时选作标准的物体或系统，选择不同参考系结论可能不同。重点是建立理想模型的思想和参考系的选择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质点：忽略形状大小、具有质量的点（理想模型）。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条件：物体的形状大小对研究问题影响可忽略。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参考系：描述运动时选作标准的物体或系统。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同一运动对不同参考系描述可能不同。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质点概念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判断训练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参考系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不同参考系对比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质点条件。原因：学生易认为「小物体才是质点」，需强调「视问题而定」并用反例辨析。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参考系相对性。原因：惯性思维总以地面为系，需多举运动车厢、流水等例。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模型思想。原因：抽象，需说明这是为研究方便的简化。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质点 参考系 ──┐
│ 质点=有质量的点 │
│ (理想模型) │
│ 条件:形状大小 │
│ 影响可忽略 │
│ 看研究问题! │
│ 参考系=标准 │
│ 默认地面 │
│ 系不同→描述异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判断：研究地球公转时地球可视为质点（ ）；研究地球自转时（ ）。2. 描述运动为何必须选参考系？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【提高作业】甲、乙两车同向行驶，甲看乙静止，可能吗？说明理由。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本单元主题：运动的描述。把今天学到的方法带进下一篇——自己读、自己想、自己写。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