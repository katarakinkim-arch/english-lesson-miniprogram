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第2单元 匀变速直线运动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匀变速直线运动的位移与时间的关系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物理观念：掌握位移公式x=v₀t+½at²，理解其适用条件。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科学思维：用v-t图像面积（微元法）推导位移公式，体会极限思想。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科学探究：通过纸带点迹测算位移验证公式。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科学态度与责任：体会「以恒代变、分割求和」的微积分萌芽思想。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用v-t图像下面积等于位移的思想，推导位移公式x=v₀t+½at²。通过分割成小矩形再取极限（微元法）得到面积即位移。平均速度为(x/t)=(v₀+v)/2。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位移公式：x = v₀t + ½at²。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v-t面积=位移（微元法推导）。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平均速度：v平 = (v₀+v)/2 = x/t。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仅匀变速适用；匀速时a=0退化为x=v₀t。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面积=位移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微元分割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公式与适用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平均速度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公式来历。原因：易与x=vt混，需面积法讲清。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微元法。原因：极限思想抽象，需图示分割。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平均速度。原因：(v₀+v)/2仅匀变速成立，需点明。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x=v₀t+½at² ──┐
│ v-t面积=位移 │
│ 梯形→公式 │
│ x=v₀t+½at² │
│ a=0→x=v₀t │
│ v平=(v₀+v)/2 │
│ 仅匀变速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匀变速位移公式____；其v-t图线下____等于位移。2. 平均速度v平=____（匀变速）。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【提高作业】v₀=4m/s,a=1m/s²，求5s内位移。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本单元主题：匀变速直线运动。把今天学到的方法带进下一篇——自己读、自己想、自己写。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