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必修第二册 · 第2单元 万有引力与航天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行星的运动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物理观念：掌握开普勒三定律，理解行星椭圆轨道运动。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科学思维：用面积定律判断行星速率变化，用周期定律比较轨道。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科学探究：通过分析第谷观测数据体会「数据→规律」的归纳。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科学态度与责任：学习开普勒继承第谷观测、不畏权威的科学精神。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开普勒三定律：①轨道定律——行星绕日沿椭圆，太阳在焦点；②面积定律——相等时间扫过相等面积（近日快远日慢）；③周期定律——a³/T²=k（半长轴三次方比周期平方为常数，k与中心天体有关）。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轨道：椭圆，太阳在焦点。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面积：等时扫等面积（近日快远日慢）。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周期：a³/T²=k（k由中心天体定）。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近似：轨道近圆时a≈r，T²∝r³。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椭圆轨道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面积定律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周期定律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k的含义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面积定律。原因：易以为匀速，需强调「等面积→速率变」。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k的含义。原因：误与行星有关，需说「只由中心天体定」。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椭圆焦点。原因：位置不清，需画图。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开普勒 ──┐
│ 轨道:椭圆 │
│ 日居焦点 │
│ 面积:等时等│
│ 近日快远日慢│
│ a³/T²=k │
│ k由中心天体定│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开普勒第一定律：行星轨道是____，太阳在____。2. 第三定律表达式____。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【提高作业】行星A半长轴是B的2倍（同绕太阳），A周期是B的几倍？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本单元主题：万有引力与航天。把今天学到的方法带进下一篇——自己读、自己想、自己写。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