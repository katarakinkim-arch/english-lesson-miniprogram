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物理 · 必修第二册 · 第3单元 机械能守恒定律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重力势能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第3课时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物理观念：掌握重力势能Eₚ=mgh，理解其相对性与系统性。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科学思维：理解重力做功与路径无关、W_G=-ΔEₚ的关系。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科学探究：通过实验探究弹性势能与形变量的关系。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科学态度与责任：认识势能的相对性与参考系选择的合理性。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重力势能Eₚ=mgh，是物体与地球共有的系统能量，具有相对性（参考平面任选，h为相对高度）。重力做功与路径无关，只与初末高度差：W_G=mgh₁-mgh₂=-ΔEₚ。弹性势能Eₚ=½kx²，与形变量有关。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重力势能：Eₚ=mgh（相对量，参考面任选）。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系统性：属于物体与地球共有。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重力做功：与路径无关，W_G=mgΔh=-ΔEₚ。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弹性势能：Eₚ=½kx²。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相对性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路径无关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W_G与ΔEₚ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弹性势能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相对性。原因：以为h绝对，需强调参考面任选、差才绝对。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W_G与ΔEₚ。原因：正负关系易反，需「做正功势减」。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系统性。原因：易说「物体势能」，需说与地球共有。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重力势能 ──┐
│ Ep=mgh │
│ 相对量(参考面)│
│ WG=mgΔh │
│ WG=-ΔEp │
│ 下落:势减 │
│ E弹=½kx²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重力势能公式____，具有____性（参考面任选）。2. 重力做正功时重力势能____（填增大/减小）。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【提高作业】质量1kg物体从3m高落到1m高（g=10），重力做功与势能变化各多少？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本单元主题：机械能守恒定律。把今天学到的方法带进下一篇——自己读、自己想、自己写。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