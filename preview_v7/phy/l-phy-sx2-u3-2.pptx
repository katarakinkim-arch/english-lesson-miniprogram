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第3单元 电磁场与电磁波初步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电磁场与电磁波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物理观念：理解麦克斯韦电磁场理论，认识电磁波是横波且可在真空传播。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科学思维：能说明电磁波的产生与横波结构（E⊥B⊥传播方向）。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科学探究：通过演示（赫兹实验）认识电磁波的存在。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科学态度与责任：体会麦克斯韦理论统一电、磁、光的伟大意义。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麦克斯韦理论：变化的电场产生磁场，变化的磁场产生电场；非均匀变化则产生变化的场，相互激发在空间中由近及远传播形成电磁波。电磁波是横波，电场与磁场垂直且都垂直传播方向；真空中c=3×10⁸m/s，v=λf，电磁波能携带能量与信息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麦克斯韦：变化电场→磁场，变化磁场→电场。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相互激发→由近及远传播成电磁波。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电磁波是横波：E⊥B⊥传播方向。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真空中c=3×10⁸m/s，v=λf，无需介质。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变化生场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产生传播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横波结构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c与v=λf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两假设。原因：易混「谁生谁」、忽略「变化」，需强调变化。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无需介质。原因：直觉以为要介质，需说电磁场自身传播。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横波结构。原因：E、B、传播三者两两垂直，需画图。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电磁场波 ──┐
│ 变磁→电场 │
│ 变电→磁场 │
│ E⊥B⊥传播 │
│ c=3e8m/s │
│ v=λf │
│ 不需介质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麦克斯韦两个假设：变化的____产生电场，变化的____产生磁场。2. 真空中电磁波速____，电磁波是____波（填横/纵）。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【提高作业】某电磁波频率100MHz，真空中波长多少？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本单元主题：电磁场与电磁波初步。把今天学到的方法带进下一篇——自己读、自己想、自己写。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