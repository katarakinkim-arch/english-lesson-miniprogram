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物理 · 选择性必修第二册 · 第1单元 电磁感应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导体切割磁感线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第4课时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物理观念：掌握切割磁感线电动势E=BLv（动生）与右手定则。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科学思维：会判断有效长度与夹角，区分右手（发电）与左手（电动）定则。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科学探究：通过导体棒切割实验验证E=BLv与方向。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科学态度与责任：体会从一般定律导出特殊情形的严谨。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导体棒垂直切割磁感线产生动生电动势E=BLv（B⊥L⊥v，L为切割有效长度）。方向用右手定则判断（磁感线穿掌心、拇指指向运动、四指为电流方向）。可由法拉第定律导出（ΔΦ=BLΔx）。</a:t>
            </a:r>
          </a:p>
        </p:txBody>
      </p:sp>
      <p:pic>
        <p:nvPicPr>
          <p:cNvPr id="6" name="Picture 5" descr="watch.jpg"/>
          <p:cNvPicPr>
            <a:picLocks noChangeAspect="1"/>
          </p:cNvPicPr>
          <p:nvPr/>
        </p:nvPicPr>
        <p:blipFill>
          <a:blip r:embed="rId2"/>
          <a:srcRect t="24802" b="24802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watch.jpg）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动生电动势：E=BLv（B⊥L⊥v）。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不垂直：E=BLv sinθ（θ为v与B夹角）。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右手定则：掌迎磁感线、拇指导运动、四指电流。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右手发电、左手电动（勿混）。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右手定则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推导E=BLv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有效长度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左右手对比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有效长度。原因：L是垂直切割长度，斜放时取投影，需强调。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左右手。原因：发电机右手、电动机左手易反，需对比。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夹角。原因：v与B不垂直要乘sinθ，需点。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切割磁感线 ──┐
│ E=BLv │
│ (B⊥L⊥v) │
│ 右手定则发电│
│ 左力右电 │
│ L=有效长度 │
└────────────┘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导体切割磁感线电动势公式____（三者垂直时）。2. 判断方向用____定则；通电导体受力用____定则。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【提高作业】棒长1m在B=0.5T中垂直切割，v=4m/s，求E；若B与v成30°，E变？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本单元主题：电磁感应。把今天学到的方法带进下一篇——自己读、自己想、自己写。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