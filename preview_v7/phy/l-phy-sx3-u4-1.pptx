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第4单元 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光的折射 折射定律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物理观念：掌握折射定律，理解折射率是介质光学性质的量度。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科学思维：会应用n₁sin i=n₂sin r求解折射角和折射率。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科学探究：通过激光过玻璃砖实验测量折射角，计算折射率。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科学态度与责任：体会几何关系与实验测量结合的科学方法。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折射定律（斯涅尔）：入射角i与折射角r满足 n₁sin i = n₂sin r。光从真空射入介质折射率n=c/v，是介质对光偏折能力的量度。折射率n&gt;1，越大偏折越厉害。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折射定律：n₁sin i=n₂sin r（角对法线）。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折射率n=c/v（真空为1）。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n越大偏折越厉害。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光密/光疏由n相对大小定。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法线与角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折射定律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折射率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偏折方向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计算+作业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角度对法线。原因：易与界面夹角混，需反复强调画虚线法线。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公式记忆。原因：漏sin或记反，需练n₁sin i=n₂sin r对称式。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相对折射率。原因：真空n=1，介质间为相对值，易混。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光的折射 ──┐
│ 角对法线 │
│ n₁sin i= │
│ n₂sin r │
│ n=c/v │
│ 疏→密靠法线 │
│ 密→疏离法线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折射定律表达式____。2. 折射率n=____（用c、v表示）。3. 光从空气进入玻璃，折射角____入射角（填大于/小于）。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【提高作业】光从水（n=1.33）射入空气，入射角30°，求折射角。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