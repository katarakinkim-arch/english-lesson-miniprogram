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选择性必修第二册 · 第3单元 电磁场与电磁波初步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电磁振荡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物理观念：理解LC电路电磁振荡过程与能量转化，掌握T=2π√(LC)。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科学思维：能用机械振动类比理解电磁振荡各量变化。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科学探究：通过示波器观察LC振荡波形。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科学态度与责任：体会不同运动形式间的类比与统一。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LC振荡电路（电感L与电容C）中，电荷、电流、电场能、磁场能周期性相互转化，形成电磁振荡。周期T=2π√(LC（与充电量无关）。与机械振动类比：电容电荷↔位移、电流↔速度、电场能↔势能、磁场能↔动能。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振荡：电场能↔磁场能周期转化。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类比：q↔x，i↔v，电场能↔势能，磁场能↔动能。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周期：T=2π√(LC)（与充电量无关）。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电荷最大时电流为0、磁场能最小。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振荡过程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能量转化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机械类比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周期公式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过程。原因：q、i、能同步变化关系乱，需画时序图。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能量转化。原因：电场磁场能交替，需类比弹簧。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周期。原因：忘√、误与电量有关，需强调。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电磁振荡 ──┐
│ q↔x i↔v │
│ 电场能↔磁场│
│ 能总和守恒 │
│ T=2π√(LC) │
│ 与电量无关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LC振荡周期公式____，与____无关。2. 电荷最大时电流____，电场能____（填最大/最小）。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【提高作业】L=4mH、C=1μF，求振荡频率。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本单元主题：电磁场与电磁波初步。把今天学到的方法带进下一篇——自己读、自己想、自己写。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