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第2单元 匀变速直线运动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匀变速直线运动的速度与时间的关系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物理观念：知道匀变速直线运动的特点（a恒定），掌握速度公式v=v₀+at。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科学思维：从加速度定义推导速度公式，用v-t图像理解斜率与截距。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科学探究：通过纸带或传感器获取v-t数据验证线性关系。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科学态度与责任：体会从定义出发推导规律的严谨性。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匀变速直线运动是加速度恒定的直线运动。由a=(v-v₀)/t导出速度公式v=v₀+at。v-t图像是一条倾斜直线，斜率即a，纵截距即v₀。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匀变速：加速度a恒定的直线运动。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速度公式：v = v₀ + at。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v-t图：倾斜直线，斜率=a，截距=v₀。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减速：a取负代入公式，不必另记。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公式推导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减速情形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v-t图像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斜率与截距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公式推导。原因：从a定义式变形，学生易跳步，需板书推导。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符号。原因：减速时a为负易漏，需强调统一正方向。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图像意义。原因：斜率即a，截距即v₀，需对应。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v=v₀+at ──┐
│ 匀变速:a恒定 │
│ v=v₀+at │
│ 减速:a取负 │
│ v-t:斜直线 │
│ 斜率=a │
│ 截距=v₀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匀变速直线运动的特点是____。2. 速度公式____。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【提高作业】v₀=5m/s，a=-2m/s²，求4s末速度并判断运动性质。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本单元主题：匀变速直线运动。把今天学到的方法带进下一篇——自己读、自己想、自己写。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