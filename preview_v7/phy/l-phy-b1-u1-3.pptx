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必修第一册 · 第1单元 运动的描述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位置变化快慢的描述——速度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物理观念：理解速度定义v=Δx/Δt，知道速度是矢量、速率是标量。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科学思维：体会用比值定义物理量，理解平均速度与瞬时速度的区别。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科学探究：通过光电门或打点计时器测量瞬时速度。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科学态度与责任：认识极限思想在物理定义中的价值。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用位移与时间的比值定义速度v=Δx/Δt，描述位置变化快慢与方向，是矢量。平均速度对应一段时间，瞬时速度对应某一时刻（极限思想）。速率是瞬时速度的大小，是标量。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速度：v = Δx/Δt，描述位置变化快慢与方向（矢量）。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平均速度：对应一段时间（位移/时间）。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瞬时速度：对应某一时刻（Δt→0的极限）。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速率：瞬时速度的大小（标量）。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速度定义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平均速度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瞬时速度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速率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平均速度vs瞬时。原因：学生混用，需强调「对应哪段」。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速度方向。原因：即位移方向，易忘，需点明。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速率。原因：是标量大小，易与速度等同，需区分。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速度 ──┐
│ v=Δx/Δt │
│ 矢量,方向=Δx│
│ 平均:一段Δx │
│ 瞬时:Δt→0 │
│ 速率=|v| │
│ (标量) │
│ 平均速率≠ │
│ |平均速度|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速度定义式____；速度是（ ）量。2. 速率与速度大小的关系是____。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【提高作业】一人绕400m跑道一圈用80s，求平均速率和平均速度大小。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本单元主题：运动的描述。把今天学到的方法带进下一篇——自己读、自己想、自己写。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