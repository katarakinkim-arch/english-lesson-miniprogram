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物理 · 必修第一册 · 第1单元 运动的描述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速度变化快慢的描述——加速度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第4课时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物理观念：理解加速度定义a=Δv/Δt，知道其矢量性与单位。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科学思维：区分速度与加速度，判断加速或减速取决于a与v方向关系。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科学探究：通过v-t图像斜率认识加速度。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科学态度与责任：破除「加速度大=速度快」的直觉误区。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用速度变化量与时间的比值定义加速度a=Δv/Δt，描述速度变化快慢，是矢量，方向与速度变化量Δv相同（即合外力方向）。区分加速度大小与速度大小无关，加速度减小时速度仍可能增大。</a:t>
            </a:r>
          </a:p>
        </p:txBody>
      </p:sp>
      <p:pic>
        <p:nvPicPr>
          <p:cNvPr id="6" name="Picture 5" descr="watch.jpg"/>
          <p:cNvPicPr>
            <a:picLocks noChangeAspect="1"/>
          </p:cNvPicPr>
          <p:nvPr/>
        </p:nvPicPr>
        <p:blipFill>
          <a:blip r:embed="rId2"/>
          <a:srcRect t="24802" b="24802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watch.jpg）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加速度：a = Δv/Δt，描述速度变化快慢（矢量）。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7614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方向：与Δv同向（即与合外力同向）。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416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8056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加速/减速：a与v同向加速，反向减速。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1208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3218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76072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a与v大小无关：高速匀速a=0，低速启动a可能很大。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加速度定义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Δv方向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加速减速判据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v-t图像斜率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练习+作业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a与v无关。原因：直觉认为快就大，需反例（高速巡航a=0）。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加速减速判据。原因：看a与v方向而非a大小，需示范。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Δv方向。原因：末减初带符号，易错，需练。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加速度 ──┐
│ a=Δv/Δt │
│ 矢量,方向=Δv│
│ 加速:a∥v │
│ 减速:a反v │
│ a小≠速度小 │
│ v-t斜率=a │
└────────────┘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加速度定义式____；单位是____。2. a与v反向时物体做____运动。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【提高作业】物体以8m/s向东运动，4s后变为4m/s向东，求a并判断运动性质。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本单元主题：运动的描述。把今天学到的方法带进下一篇——自己读、自己想、自己写。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