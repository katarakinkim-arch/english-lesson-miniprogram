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第4单元 牛顿运动定律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牛顿第一定律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物理观念：理解牛顿第一定律，知道运动不需要力维持，力是改变运动状态的原因。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科学思维：通过伽利略理想实验体会科学推理，理解惯性与质量的关系。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科学探究：通过冰面、气垫等低摩擦情境观察「撤力后近似匀速」。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科学态度与责任：学习伽利略敢于质疑权威、理想实验的科学方法。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牛顿第一定律（惯性定律）：一切物体总保持匀速直线运动或静止状态，直到外力迫使它改变。揭示惯性是物体固有属性，质量量度惯性大小。驳斥「力是维持运动的原因」的亚里士多德观点。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第一定律：物体总保持匀速或静止，直到外力改变。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力是改变运动状态的原因（不是维持）。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惯性：物体保持原状态的属性，只由质量决定。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质量大→惯性大，与速度无关。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理想实验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第一定律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惯性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质量决定惯性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力非维持。原因：生活直觉强（推才动），需理想实验破。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惯性≠速度。原因：以为快则难停是「惯性大」，需强调质量决定。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理想实验。原因：抽象，需斜面推理铺垫。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第一定律 ──┐
│ 不受力:保原态│
│ 力=改运动原因│
│ 惯性:固有属性│
│ 只由质量定 │
│ 非力!非速度!│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牛顿第一定律说明力是____的原因。2. 惯性大小由____决定。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【提高作业】解释：为什么货车比轿车更难急停（从惯性角度）？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本单元主题：牛顿运动定律。把今天学到的方法带进下一篇——自己读、自己想、自己写。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