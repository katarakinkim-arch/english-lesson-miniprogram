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第3单元 相互作用——力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摩擦力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物理观念：区分静摩擦与滑动摩擦，理解其方向与相对运动（趋势）相反。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科学思维：会判断摩擦力的有无与方向，明确静摩擦大小由平衡决定。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科学探究：通过实验探究滑动摩擦与压力、粗糙程度的关系。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科学态度与责任：认识摩擦力的两面性（有益与有害）。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摩擦力分静摩擦与滑动摩擦。滑动摩擦力f=μN，方向与相对运动方向相反。静摩擦力随外力在0~f_max间变化，方向与相对运动趋势相反，最大静摩擦略大于滑动摩擦。产生条件：接触、挤压、粗糙、有相对运动（滑动）或趋势（静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滑动摩擦：f=μN，方向与相对运动方向相反。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静摩擦：0&lt;f≤f_max，方向与相对运动趋势相反。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产生条件：接触、挤压（N&gt;0）、粗糙、相对运动/趋势。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摩擦可与运动同向（走路、传送带）。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产生条件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滑动摩擦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静摩擦与趋势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摩擦助力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方向判断。原因：混淆「运动方向」与「相对运动方向」，需强调「相对」。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静摩擦大小。原因：误用f=μN，需说明由平衡/牛顿定律定。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摩擦可助力。原因：直觉只有阻力，需举走路例。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摩擦力 ──┐
│ 静/滑动 │
│ 条件:接挤糙动│
│ 滑:f=μN │
│ 方向:相对反 │
│ 静:0~f_max │
│ (平衡决定) │
│ 可当动力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滑动摩擦力公式____，方向与____相反。2. 静摩擦力大小由____决定（填平衡/公式）。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【提高作业】重200N物体μ=0.2，水平匀速拉，拉力多大？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本单元主题：相互作用——力。把今天学到的方法带进下一篇——自己读、自己想、自己写。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