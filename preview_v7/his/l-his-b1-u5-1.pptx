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第5单元 三国两晋南北朝的政权更迭与民族交融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第5课 三国两晋南北朝的政权更迭与民族交融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时空观念：在"三国—两晋—南北朝"时间轴理清政权更替与并立。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史料实证：从《徙戎论》、出土胡汉器物看民族交错居住。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历史解释：说明孝文帝改革与北民南迁如何促进民族交融与江南开发。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家国情怀：认识中华民族"多元一体"在交融中发展的历史趋势。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从三国鼎立到西晋短暂统一，永嘉南渡衣冠南渡，东晋南朝偏安江南；北朝政权更迭，北魏孝文帝改革推动汉化与民族交融，为隋唐统一奠基。重点：北方民族交融与江南开发。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政权：三國(魏蜀吴)→西晋短暂统一→东晋南朝(建康)+北朝(北魏等)。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南迁：永嘉之乱衣冠南渡，带去劳力技术，江南开发起步。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北朝：北魏孝文帝迁都洛阳、易服改姓通婚汉化。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交融：胡汉杂居、互学，奠定隋唐统一的人口文化基础。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政权更迭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江南开发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孝文帝改革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民族交融意义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分裂中的"统一因素"。原因：学生只见战乱不见交融，需强调"政权分、民族合"。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孝文帝评价。原因：易全盘肯定或否定，需分"促进交融/削弱鲜卑"两面。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江南开发动因。原因：不止"北人南迁"，还有本土开发与安定环境，需补全。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三国两晋南北朝 ──┐
│ 三国→西晋→南北分 │
│ 北人南迁→江南开发 │
│ 北魏孝文帝:汉化 │
│ 胡汉交融→文化认同 │
│ 分裂中孕育统一 │
└────────────────────┘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江南开发的两点原因。2. 孝文帝改革的汉化措施举一例。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【提高作业】说明"分裂时期反而促进民族交融"的历史逻辑。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本单元主题：三国两晋南北朝的政权更迭与民族交融。把今天学到的方法带进下一篇——自己读、自己想、自己写。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