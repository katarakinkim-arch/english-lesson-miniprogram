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第15单元 现代医疗卫生体系与社会生活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第15课 现代医疗卫生体系与社会生活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时空观念：在20世纪至今轴定位医疗卫生体系化。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史料实证：从卫生数据、医保政策看保障。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历史解释：分析现代医疗卫生体系的构成与对社会生活的影响。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家国情怀：认识健康是民生之本，认同"健康中国"。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现代医疗卫生体系：医院、医保、疾控、药品监管构成保障网；人均寿命延长、妇幼健康改善；中国建覆盖全民的医保与"健康中国"战略。重点：医疗卫生体系的保障作用。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构成：医院网络、基本医疗保险、疾控(防疫)、药品与食品监管。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成就：人均寿命延长、死亡率降、妇幼健康改善、传染病可控。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中国：医保全覆盖、新医改、"健康中国"战略。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意义：把健康从"个人事"变"公共产品"，提升福祉。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体系构成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生活改善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中国实践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体系概念。原因：医疗≠"看病"，是"医院+医保+疾控+监管"网，需全。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数据意义。原因：人均寿命是体系成效指标，需联。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中国成就。原因：医保覆盖与"健康中国"，可点自豪。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现代医疗卫生 ──┐
│ 医院+医保+疾控│
│ 药品食品监管 │
│ 寿命延长/妇幼安│
│ 健康中国战略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现代医疗卫生体系的主要组成。2. "健康中国"是什么？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【提高作业】分析医疗卫生体系对社会生活的影响。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本单元主题：现代医疗卫生体系与社会生活。把今天学到的方法带进下一篇——自己读、自己想、自己写。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