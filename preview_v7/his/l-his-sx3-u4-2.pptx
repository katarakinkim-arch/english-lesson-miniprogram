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选择性必修3 文化交流与传播 · 第10单元 近代以来的世界贸易与文化交流的扩展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第10课 近代以来的世界贸易与文化交流的扩展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时空观念：在工业革命—今轴定位世界市场与文化交流。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史料实证：从贸易数据、商品看文化全球流布。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历史解释：分析近代贸易如何扩展文化交流的范围与强度。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家国情怀：在开放中保持文化主体性与自信。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工业革命后世界市场形成，商品与资本全球流动，西方文化随贸易扩张，非西方文化回应与调适。重点：贸易如何加速文化全球流布。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市场：工业革命→交通革新→世界市场(19C中基本形成)。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流布：商品(茶/咖啡/鸦片)、资本、制度、生活方式全球传。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西方中心：文化随强权扩张，非西方被动回应。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回应：吸收+调适+抵抗，文化在碰撞中更新。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市场形成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商品与文化流布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西方中心与回应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阶段。原因：世界市场"初步形成/最终形成"阶段易混，需轴。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文化裹挟。原因：贸易常伴文化霸权，非纯平等交流。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回应多样。原因：非西方并非只"接受"，也有调适抵抗。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`┌── 世界贸易与文化 ──┐
│ 工业革命→市场 │
│ 商品全球流布 │
│ 西方中心扩张 │
│ 回应:调适抵抗│
└──────────────────┘`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世界市场基本形成于何时？2. 随贸易全球流布的文化举一。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【提高作业】近代贸易如何扩展文化交流？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本单元主题：近代以来的世界贸易与文化交流的扩展。把今天学到的方法带进下一篇——自己读、自己想、自己写。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