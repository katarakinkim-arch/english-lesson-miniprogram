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第5单元 古代非洲与美洲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第5课 古代非洲与美洲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时空观念：在诸文明轴定位非洲与美洲的区域中心。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史料实证：从考古(大津巴布韦)、口述史看非洲文明。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历史解释：说明古代非洲、美洲文明的独立成就与交流。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家国情怀：树立文明多元平等观，破除欧洲中心偏见。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非洲：东北非阿克苏姆、西非马里(黄金、廷巴克图)、东南非城邦与外贸；美洲：玛雅、阿兹特克、印加三大文明，各有城市、历法、农业。重点：非美文明的独立成就。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非洲：东北非阿克苏姆(红海贸易)；西非马里(黄金、廷巴克图学府)；东南非城邦(象牙、瓷)。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美洲：玛雅(历法、金字塔)、阿兹特克(浮动园)、印加(道路网、梯田)。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交流：跨撒哈拉商路、太平洋两岸有限往来。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特征：独立起源、与环境适应。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非洲文明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美洲概览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玛雅与印加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文明平等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非洲无史偏见。原因：学生易以为非洲"无文明"，需用考古与贸易证其繁荣。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美洲文明。原因：常低估其城市与历法成就，需具体例证。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独立起源。原因：与欧亚"有无联系"易夸大，需据实(有限交流)。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古代非洲与美洲 ──┐
│ 非洲:马里/廷巴克图│
│ 东南非城邦外贸 │
│ 美洲:玛雅/阿兹/印加│
│ 独立起源·多元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西非马里以什么著称？2. 美洲三大文明。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【提高作业】说明古代非洲文明的成就与交流。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本单元主题：古代非洲与美洲。把今天学到的方法带进下一篇——自己读、自己想、自己写。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