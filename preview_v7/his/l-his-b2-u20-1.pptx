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第20单元 世界殖民体系的瓦解与新兴国家的发展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第20课 世界殖民体系的瓦解与新兴国家的发展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时空观念：在1945-1970s轴定位独立浪潮与会议。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史料实证：从独立宣言、万隆公报看自主。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历史解释：分析殖民体系瓦解的原因与新兴国家的发展境遇。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家国情怀：体会"万隆精神"与独立自主、团结自强的价值。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二战后民族解放洪流：亚洲(印巴分治)、非洲(埃及、独立年)、拉美独立；万隆会议、不结盟运动兴起；新兴国家发展道阻且长(经济依附、冲突)。重点：体系瓦解与万隆精神。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浪潮：亚洲印巴(1947)分治；非洲埃及革命、1960"非洲年"；拉美反美干预。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自主：1955万隆会议(亚非团结、求同存异)；不结盟运动(1961)置身冷战之外。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发展：取得政治独立，但经济依附、边界冲突、政局动荡，道阻且长。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意义：殖民体系瓦解，国际格局多极增添新力量。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独立浪潮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万隆会议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不结盟运动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发展困境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印巴分治。原因："分治"埋克什米尔等隐患，非纯粹"独立喜"，需点。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万隆精神。原因："求同存异"反帝反殖团结，地位须明。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发展困境。原因：独立≠富强，经济结构依附需强调。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殖民瓦解与新兴国 ──┐
│ 印巴/非洲年 │
│ 万隆:求同存异 │
│ 不结盟(第三力)│
│ 独立≠富强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万隆会议上周恩来提出的方针。2. 不结盟运动兴起的背景。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【提高作业】分析二战后世界殖民体系瓦解的原因。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本单元主题：世界殖民体系的瓦解与新兴国家的发展。把今天学到的方法带进下一篇——自己读、自己想、自己写。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