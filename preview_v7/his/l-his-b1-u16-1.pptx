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第16单元 两次鸦片战争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第16课 两次鸦片战争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时空观念：在1840-1860轴定位两次战争与条约。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史料实证：从《南京条约》文本、时人奏折看侵略与应对。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历史解释：分析战争爆发的根本原因与不平等条约对中国的危害。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家国情怀：牢记屈辱开端，树立"弱国无外交"与自强意识。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鸦片战争(1840-1842)因鸦片贸易与英国侵华，《南京条约》开不平等条约先例，中国开始沦为半殖民地半封建；第二次鸦片战争(1856-1860)英法联军火烧圆明园，主权进一步丧失。重点：战争起因与条约危害。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背景：英国工业革命需市场，鸦片走私扭转逆差，林则徐禁烟(1839)。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一战：1840英发动，1842《南京条约》(割港、赔款、五口、协定关税)。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二战：1856英法联军，1860烧圆明园，《天津》《北京》条约，增开口岸、割九龙。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影响：主权丧失，开始沦为半殖民地半封建社会。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战争背景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第一次鸦片战争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第二次鸦片战争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社会性质之变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战争根因。原因：易归"禁烟"导火索，需强调"英国侵华/市场"根本，禁烟是借口。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社会性质。原因："半殖民地半封建"术语难懂，需拆解"主权损/封建仍存"。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两次条约。原因：《南京》《天津》《北京》易混，需列简表。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两次鸦片战争 ──┐
│ 1840 一战 │
│ 南京条约(割港) │
│ 1856 二战 │
│ 烧圆明园 │
│ 半殖民地半封建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《南京条约》的主要内容(举两例)。2. 第二次鸦片战争中焚毁的皇家园林。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【提高作业】分析鸦片战争爆发的根本原因。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本单元主题：两次鸦片战争。把今天学到的方法带进下一篇——自己读、自己想、自己写。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