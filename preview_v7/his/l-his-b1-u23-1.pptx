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第23单元 从局部抗战到全面抗战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第23课 从局部抗战到全面抗战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时空观念：在1931-1937轴定位事变与抗战阶段。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史料实证：从柳条湖、卢沟桥史料看侵略与抵抗。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历史解释：分析西安事变和平解决与抗日民族统一战线形成的意义。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家国情怀：铭记民族危亡中的团结与牺牲，弘扬爱国主义。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九一八(1931)日本占东北，局部抗战(东北抗联)兴起；西安事变(1936)逼蒋抗日促统一战线初步形成；七七(1937.7.7)全面抗战爆发，国共合作正式形成。重点：从局部到全面的转折。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局部：1931九一八占东北；1932伪满；东北抗联杨靖宇等局部抵抗。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转折：1936西安事变(张杨兵谏)，和平解决逼蒋联共抗日，统一战线初步形成。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全面：1937七七卢沟桥、八一三，9月国共合作宣言，统一战线正式形成。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意义：全民族抗战局面开启。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九一八与局部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西安事变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七七全面抗战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统一战线正式形成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九一八vs七七。原因：前者局部开端、后者全面爆发，易混需分时段。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西安事变。原因：和平解决是关键转折(扭转内战为合作)，地位须强调。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统一战线。原因："初步形成(西安)→正式(1937.9)"两段易漏。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局部到全面抗战 ──┐
│ 1931 九一八 │
│ 东北抗联(局部) │
│ 1936 西安事变 │
│ 1937 七七全面 │
│ 统一战线形成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九一八事变发生于哪年？2. 抗日民族统一战线正式形成的标志。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【提高作业】说明西安事变和平解决的历史意义。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本单元主题：从局部抗战到全面抗战。把今天学到的方法带进下一篇——自己读、自己想、自己写。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