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第17单元 中国古代的户籍制度与社会治理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第17课 中国古代的户籍制度与社会治理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时空观念：在战国—清轴定位户籍与基层治理。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史料实证：从简牍、黄册看户籍管理。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历史解释：分析古代户籍制度的功能与基层社会治理方式。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家国情怀：认识基层治理对国家稳定的意义与传统智慧。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户籍从战国"编户齐民"、秦汉什伍、唐黄册到明清黄册里甲，用于征赋役控人口；基层以乡里、保甲、宗族、乡约治理。重点：户籍与社会治理。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户籍：战国编户齐民、秦汉什伍连坐、唐三年一造、明黄册(户口)+鱼鳞(田)。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功能：征赋役、控人口流动、配资源。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基层：乡里、亭长、保甲(十家牌)、宗族、乡约。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特征：皇权"下县"，官绅共治、礼法并施。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户籍演进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户籍功能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基层治理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户籍功能。原因：双重(赋役+控制)，易只记"登记"，需全。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黄册vs鱼鳞。原因：黄册管人、鱼鳞管地，易混需分。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保甲。原因：治安连坐组织，常漏需补。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户籍与社会治理 ──┐
│ 编户齐民/什伍 │
│ 黄册(人)鱼鳞(地)│
│ 征赋役·控人口 │
│ 乡里+保甲+乡约│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明朝管理户口与田地的主要册籍。2. 古代基层治理的组织(举一)。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【提高作业】分析古代户籍制度的功能。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本单元主题：中国古代的户籍制度与社会治理。把今天学到的方法带进下一篇——自己读、自己想、自己写。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