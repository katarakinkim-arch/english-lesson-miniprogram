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第4单元 西汉与东汉——统一多民族封建国家的巩固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第4课 西汉与东汉——统一多民族封建国家的巩固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时空观念：在汉(前202-220)时间轴定位文景、武帝、光武等关键节点。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史料实证：从居延汉简、刺史碑刻看制度运行。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历史解释：综合分析汉武帝政治、经济、思想措施如何系统巩固大一统。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家国情怀：体会统一多民族国家在前代基础上继续巩固的意义。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汉承秦制并调整：西汉初休养生息，汉武帝推恩令、刺史、察举、盐铁专卖、罢黜百家独尊儒术，巩固大一统；东汉光武中兴后豪强坐大、外戚宦官交替专权而衰。重点：汉武帝大一统措施。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汉承秦制：皇帝、郡县，但初行"郡国并行"。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文景：休养生息、轻徭薄赋，国力增强。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武帝：推恩令削藩、刺史监察、察举选官、盐铁专卖、独尊儒术。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东汉：光武中兴；后外戚宦官交替专权、豪强庄园膨胀。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文景与隐患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武帝大一统(政)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武帝大一统(经/思)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东汉兴衰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推恩令机理。原因：学生难懂"众建诸侯而少其力"的分割逻辑，需画图。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独尊儒术实质。原因：非禁绝百家，而是"儒表法里"官方正统，需澄清。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东汉衰因。原因：豪强庄园经济削弱集权，外戚宦官乱政，需联经济。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西汉与东汉 ──┐
│ 汉承秦制+郡国并行│
│ 文景:休养生息 │
│ 武帝:推恩/刺史 │
│ 盐铁/独尊儒术 │
│ 东汉:光武→豪强 │
│ 外戚宦官乱政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汉武帝巩固大一统的三项措施。2. "独尊儒术"是否禁绝百家？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【提高作业】比较汉初"黄老"与武帝"儒表法里"的治国思路。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本单元主题：西汉与东汉——统一多民族封建国家的巩固。把今天学到的方法带进下一篇——自己读、自己想、自己写。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