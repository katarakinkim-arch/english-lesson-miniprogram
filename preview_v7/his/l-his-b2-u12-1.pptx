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第12单元 资本主义世界殖民体系的形成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第12课 资本主义世界殖民体系的形成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时空观念：在19世纪末—20世纪初轴定位瓜分与体系形成。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史料实证：从瓜分非洲图、不平等条约看侵略。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历史解释：分析殖民体系形成的阶段特征与对亚非拉的危害。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家国情怀：正视殖民苦难，树立民族独立与平等意识。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19世纪末列强掀瓜分狂潮(非洲被瓜分、亚洲半殖民地化、拉美依附)，资本输出取代商品输出，到20初资本主义世界殖民体系最终形成，亚非拉遭深重灾难。重点：体系形成与危害。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背景：二次革命促产能，列强需市场原料资本输出地。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瓜分：1884柏林会议瓜分非洲；亚洲半殖民地化；拉美成附庸。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特征：资本输出(开矿设厂)、瓜分领土、殖民统治制度化。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形成：20初体系最终建立，世界分为压迫/被压迫两部分。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瓜分非洲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亚洲与拉美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阶段特征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体系最终形成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商品vs资本输出。原因：前者卖货、后者投资控制，阶段不同易混需分。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体系"最终"。原因：指全球被瓜分完毕(20初)，非某事件，需点。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危害。原因：不止"领土"，更在社会经济扭曲，需全。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殖民体系形成 ──┐
│ 资本输出为主 │
│ 瓜分非洲(柏林会)│
│ 亚洲半殖民/拉美附│
│ 20初体系最终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垄断阶段列强对外侵略的主要方式。2. 资本主义世界殖民体系最终形成于何时？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【提高作业】分析殖民体系对亚非拉的危害。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本单元主题：资本主义世界殖民体系的形成。把今天学到的方法带进下一篇——自己读、自己想、自己写。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