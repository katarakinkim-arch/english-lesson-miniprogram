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第9单元 近代西方的法律与教化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第9课 近代西方的法律与教化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时空观念：在罗马—近代轴定位法系形成与宗教教化。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史料实证：从《查士丁尼法典》、教会文献看法律与教化。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历史解释：分析罗马法的影响与英美、大陆两大法系的特点。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家国情怀：理解法律与教化对现代文明的奠基作用。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罗马法奠基；近代形成英美法系(判例法)与大陆法系(成文法)；宗教改革与启蒙推动基督教伦理与人文主义教化。重点：两大法系与宗教教化。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罗马法：《十二铜表法》《查士丁尼法典》奠基"私有财产、契约"原则。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英美：英国普通法(判例)、美国继承，重先例。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大陆：法德成文法典(拿破仑法典)，重体系。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教化：基督教伦理+人文主义(启蒙)塑造道德与公民观念。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罗马法基石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两大法系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宗教与教化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两大法系。原因：英美(判例)与大陆(成文)易混，需对比。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罗马法地位。原因：近代法系共同渊源，需点"基石"。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宗教教化。原因：教堂曾是教化主渠道，易被忽略，需补。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西方法律与教化 ──┐
│ 罗马法:基石 │
│ 英美:判例法 │
│ 大陆:成文法典│
│ 宗教+人文教化│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近代西方法律的两大法系。2. 罗马法对后世的影响。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【提高作业】比较英美法系与大陆法系的特点。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本单元主题：近代西方的法律与教化。把今天学到的方法带进下一篇——自己读、自己想、自己写。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