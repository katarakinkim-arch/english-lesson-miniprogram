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选择性必修1 国家制度与社会治理 · 第2单元 西方国家古代和近代政治制度的演变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第2课 西方国家古代和近代政治制度的演变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时空观念：在古希腊—罗马—近代轴定位制度演变。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史料实证：从陶片、罗马法条看制度运行。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历史解释：分析雅典民主、罗马共和的特点及其对近代的影响。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家国情怀：以比较视野理解制度多样与文明互鉴。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古希腊雅典直接民主(公民大会、陶片放逐)、罗马共和(元老院、执政官)与帝国；近代英国君主立宪、美国共和，制度源流清晰。重点：雅典民主与罗马共和的特点。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雅典：城邦直接民主，公民大会最高权力、抽签任职、陶片放逐；限于成年男性公民。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罗马：共和(元老院、执政官、公民大会)→帝国(元首制)。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近代源流：英国君主立宪(《权利法案》)、美国共和(1787宪法)承希腊罗马精神。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特点：人民参与、法治、分权雏形。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雅典民主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罗马共和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近代源流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比较小结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练习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雅典局限。原因：民主仅限于"公民"(排妇女外邦奴隶)，非全民，需点。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共和vs帝国。原因：罗马由共和转帝制，易混需分阶段。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源流。原因：近代制度"继承"而非"照搬"希腊罗马，需准。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西方制度源流 ──┐
│ 雅典:直接民主 │
│ (限公民) │
│ 罗马:共和→帝国│
│ 近代:君主立宪/共和│
│ 承参与·法治·分权│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雅典民主政治的特点(举一)。2. 罗马由共和转向帝国的标志。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【提高作业】说明雅典民主对近代西方制度的影响。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本单元主题：西方国家古代和近代政治制度的演变。把今天学到的方法带进下一篇——自己读、自己想、自己写。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