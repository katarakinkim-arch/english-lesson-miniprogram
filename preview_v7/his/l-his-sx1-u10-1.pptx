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第10单元 当代中国的法治与精神文明建设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第10课 当代中国的法治与精神文明建设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时空观念：在1949至今轴定位宪法与法治进程。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史料实证：从宪法文本、决议看法治建设。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历史解释：分析新中国法治建设的历程与精神文明建设的内涵。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家国情怀：增强法治意识与社会主义核心价值观认同。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新中国法治建设：1954宪法到1982宪法与"依法治国"(1999入宪)；精神文明建设从"五讲四美"到社会主义核心价值观，法治与德治结合。重点：依法治国与核心价值观。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法治：1954首部宪法；1982现行宪法；1999"依法治国"入宪、2014设国家宪法日。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体系：中国特色社会主义法治体系(科学立法、严格执法)。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精神文明：五讲四美→社会主义荣辱观→核心价值观(富强民主等24字)。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结合：法治与德治相辅相成。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宪法历程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法治体系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精神文明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宪法演进。原因：1954与1982易混，需点"首部/现行"。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核心价值观。原因：24字需理解而非背记，需释内涵。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法德结合。原因：法治与德治互补，易偏一方，需明。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法治与精神文明 ──┐
│ 1954首部/1982现行│
│ 1999 依法治国入宪│
│ 法治体系(四环节)│
│ 核心价值观24字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我国现行宪法颁布时间。2. "依法治国"写入宪法的时间。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【提高作业】说明法治建设对国家治理的意义。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本单元主题：当代中国的法治与精神文明建设。把今天学到的方法带进下一篇——自己读、自己想、自己写。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