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选择性必修3 文化交流与传播 · 第9单元 古代的商路、贸易与文化交流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第9课 古代的商路、贸易与文化交流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时空观念：在汉—唐轴定位陆海丝路与商路网络。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史料实证：从出土文物看商路的文化交流。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历史解释：分析商路如何成为文明交流的纽带。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家国情怀：认同丝路精神，理解联通共赢。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丝绸之路、海上丝路等商路，既贸丝绸瓷茶，也传宗教、技术、物种，促成文明交流。重点：商路的文化纽带作用。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陆丝：长安—中亚—波斯—罗马，丝绸西去、佛教等东来。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海丝：港口—南洋—印度洋，瓷茶外销、香料入华。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交流：宗教(佛)、技术(造纸)、物种、艺术互传。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意义：商路即文化廊道，联通促共生。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陆上丝路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海上丝路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文化互传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意义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陆海分。原因：陆/海丝路走向与货物易混，需地图。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文化随贸。原因：交流不止货物，宗教技术亦传，须点。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双向。原因：非单向"中国输出"，也输入，需明。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`┌── 商路·贸易·文化 ──┐
│ 陆丝：长安→罗马│
│ 海丝：瓷茶外销 │
│ 宗教技术互传 │
│ 商路=文化廊道 │
└──────────────────┘`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陆上丝路起点与终点。2. 海上丝路外销的代表商品。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【提高作业】商路如何促进文化交流？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本单元主题：古代的商路、贸易与文化交流。把今天学到的方法带进下一篇——自己读、自己想、自己写。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