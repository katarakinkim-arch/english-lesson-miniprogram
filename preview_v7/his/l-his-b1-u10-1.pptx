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第10单元 辽夏金元的统治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第10课 辽夏金元的统治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时空观念：在宋—辽夏金—元轴定位并立与统一。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史料实证：从《辽史》南北面官、元行省文书看治理。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历史解释：分析元行省制、边疆管理对统一多民族国家的意义。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家国情怀：认识少数民族政权在中华文明与统一中的贡献。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辽(南北面官)、西夏(汉制+党项)、金(猛安谋克)与两宋并立；蒙古崛起，元统一(1271/1279)，行中书省、宣政院辖西藏、驿站边疆管理，版图空前。重点：元的制度创新与统一意义。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辽：南北面官("因俗而治")，农牧分治。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西夏/金：汉制+本族制(夏李元昊、金猛安谋克)。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元：1271建号、1279灭宋统一；中书省+行中书省(行省)；宣政院管西藏、澎湖巡检司辖台。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意义：版图空前、边疆正式纳入、驿站通达。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辽夏金的治理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元的统一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行省制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边疆管理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南北面官。原因：学生难懂"一朝两制"的统治智慧，需举例。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行省性质。原因：非今之"省"，而是中央派出机构，需澄清。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元边疆管辖。原因：西藏(宣政院)、台湾(巡检司)常漏，需强调"正式纳入"。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辽夏金元的统治 ──┐
│ 辽:南北面官 │
│ 夏/金:因俗而治 │
│ 元:1279统一 │
│ 行省+宣政院 │
│ 西藏/台湾纳入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辽"南北面官"的含义。2. 元朝管理西藏的机构。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【提高作业】说明行省制对统一多民族国家的意义。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本单元主题：辽夏金元的统治。把今天学到的方法带进下一篇——自己读、自己想、自己写。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