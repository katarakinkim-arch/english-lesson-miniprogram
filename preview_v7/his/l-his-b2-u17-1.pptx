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第17单元 第二次世界大战与战后国际秩序的形成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第17课 第二次世界大战与战后国际秩序的形成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时空观念：在1939-1945轴定位战争进程与转折。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史料实证：从突袭波兰、雅尔塔文件看因果。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历史解释：分析二战爆发根源、反法西斯胜利原因与雅尔塔体系。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家国情怀：铭记法西斯的暴行与反法西斯牺牲，珍视和平。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1929危机催生德日意法西斯，1939二战爆发；世界反法西斯同盟(1942)扭转，1945胜利；雅尔塔体系、联合国确立，两极格局雏形。重点：战争根源、进程与战后秩序。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根源：1929大危机、德日意法西斯扩张、英法绥靖纵容。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进程：1939德袭波兰开战；1941苏德战、珍珠港；转折斯大林格勒、诺曼底(1944)。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胜利：1942同盟、《开罗》《德黑兰》、1945雅尔塔、德日投降。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秩序：雅尔塔体系、联合国、两极雏形、殖民体系瓦解加速。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根源与爆发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转折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胜利与会议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战后秩序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根源。原因：易归"希特勒"个人，需联"危机+绥靖+体制"结构。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转折战役。原因：斯大林格勒(东)/诺曼底(西)易混，需分战场。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雅尔塔。原因：既"维和"又"划势力范围"，两面评。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第二次世界大战 ──┐
│ 根:危机+绥靖 │
│ 1939 波兰开战 │
│ 转折:斯大林格勒│
│ 雅尔塔+联合国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二战全面爆发的标志。2. 二战的转折点战役(东线)。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【提高作业】分析世界反法西斯战争胜利的原因。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本单元主题：第二次世界大战与战后国际秩序的形成。把今天学到的方法带进下一篇——自己读、自己想、自己写。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