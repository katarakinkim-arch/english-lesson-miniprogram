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第6单元 古代人类的迁徙和区域文化的形成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第6课 古代人类的迁徙和区域文化的形成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时空观念：在公元前后—中世纪轴定位游牧大迁徙。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史料实证：从文献与考古看族群移动与文化混合。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历史解释：分析人口迁徙如何重塑区域文化格局。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家国情怀：理解民族交融是文化发展的动力。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古代游牧民族大迁徙(如日耳曼、匈奴)重塑欧亚政治与文化，推动民族交融与区域文化形成。重点：迁徙对文化格局的影响。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动因：游牧生存压力、气候、军事，驱动大迁徙。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西欧：日耳曼灭西罗马，封建+基督教文化成形。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欧亚：匈奴西迁连锁触发族群再分布。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结果：破坏中孕育新文化，多元交融。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日耳曼迁徙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匈奴连锁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文化新生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双重性。原因：迁徙既破坏也催生新秩序，易只记"破坏"。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因果链。原因：匈奴西迁→日耳曼动→罗马亡，连锁需理清。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文化新生。原因：迁徙后形成的是"新"文化，非简单替代。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古代迁徙与文化 ──┐
│ 动因：生存/气候 │
│ 日耳曼→西欧新文化│
│ 匈奴连锁→重分布│
│ 破坏→重组→新生│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灭亡西罗马的主要族群。2. 迁徙对文化的两面作用。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【提高作业】分析匈奴西迁的连锁影响。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本单元主题：古代人类的迁徙和区域文化的形成。把今天学到的方法带进下一篇——自己读、自己想、自己写。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