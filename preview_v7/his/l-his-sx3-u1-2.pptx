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第2单元 中华文化的世界意义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第2课 中华文化的世界意义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时空观念：在汉—明清轴定位中华文化的对外辐射。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史料实证：从科技史材料看四大发明的外传与影响。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历史解释：分析中华文化对世界文明的贡献与互鉴。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家国情怀：认识中华文化的世界价值，增强传播自觉。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中华文化在东亚形成汉字文化圈，四大发明西传推动世界文明，今日仍贡献智慧。重点：中华文化的世界影响。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东亚圈：汉字、儒学、律令影响朝日越，成"汉字文化圈"。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科技：造纸印刷火药指南针西传，促欧洲转型。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互鉴：佛教入华、西学东渐，中华文化也吸收外来。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今日：和合、天下等理念贡献全球治理。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汉字文化圈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四大发明西传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双向互鉴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当代价值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影响方向。原因：易只记"进来"，需点"四大发明出去"改变世界。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双向性。原因：文化既有输出也有输入(佛、西学)，非单向。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机制。原因：发明如何"推动"文艺复兴需联因果，勿空谈。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中华文化的世界意义 ──┐
│ 汉字文化圈(东亚) │
│ 四大发明→欧洲转型│
│ 双向互鉴(佛/西学) │
│ 当代理念贡献 │
└─────────────────────┘`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四大发明指哪四项？2. 受汉字文化圈影响的国家举一。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【提高作业】分析印刷术对欧洲的影响。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本单元主题：中华文化的世界意义。把今天学到的方法带进下一篇——自己读、自己想、自己写。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