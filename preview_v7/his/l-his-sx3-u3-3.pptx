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第8单元 现代社会的移民和多元文化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第8课 现代社会的移民和多元文化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时空观念：在二战后—今轴定位现代移民浪潮。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史料实证：从移民数据与政策看多元文化现象。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历史解释：分析现代移民对社会多元文化与认同的影响。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家国情怀：树立开放包容、尊重差异的态度。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二战后经济全球推动劳工、难民、技术移民潮，形成多元文化社会，伴认同与融合难题。重点：现代移民与多元文化。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类型：经济劳工、难民、技术/留学移民。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流向：发展中→发达、南→北，城市集聚。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多元：饮食语言宗教多元，丰富也冲突。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挑战：认同、融入、歧视，需政策平衡。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类型流向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多元社会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挑战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中国视角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与近代别。原因：现代多"自愿/经济"而非强制，须区分。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双刃。原因：多元既丰富也生冲突，勿单向美化。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认同。原因：移民"双重认同"的张力易被忽略。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现代移民多元文化 ──┐
│ 劳工/难民/技术 │
│ 南→北 城市集聚│
│ 多元丰富亦冲突│
│ 认同与融合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现代移民的主要类型。2. 多元文化带来的挑战。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【提高作业】比较近代强制迁徙与现代移民。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本单元主题：现代社会的移民和多元文化。把今天学到的方法带进下一篇——自己读、自己想、自己写。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