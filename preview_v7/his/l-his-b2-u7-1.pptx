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第7单元 全球联系的初步建立与世界格局的演变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第7课 全球联系的初步建立与世界格局的演变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时空观念：在16-18世纪轴定位殖民扩张与格局。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史料实证：从《哥伦布大交换》、贩奴账册看交流。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历史解释：分析物种交流、三角贸易与世界市场初步形成的影响。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家国情怀：正视殖民掠夺的苦难，树立人类命运与共意识。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新航路后，物种(玉米番薯、马牛羊)大交换、人口(黑奴贸易)流动、早期殖民(西葡荷英法)据点争夺，世界市场逐步形成，欧洲崛起、亚非拉渐被卷入。重点：物种交流与早期殖民格局。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物种：美洲(玉米薯、番茄)入旧界，旧界(马牛羊、麦)入美——"哥伦布大交换"。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人口：欧洲移居、非洲黑奴(三角贸易)被迫跨洋，美洲原住民锐减。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殖民：西葡先占，后荷英法争，据点—内地扩张，掠夺金银。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格局：商业/价格革命促欧洲资本原始积累、封建解体，世界市场初成。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物种大交换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三角贸易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殖民争夺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世界市场雏形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物种交流双面。原因：增产造福也伴生态与社会冲击，需平衡。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三角贸易。原因：是"人类苦难"非单纯贸易，需突出反人道。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价格革命。原因：金银涌入致物价涨、封建收入贬，促封建解体，需联。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全球联系初建立 ──┐
│ 物种大交换 │
│ 三角贸易(苦难) │
│ 西葡→荷英法争夺│
│ 商业/价格革命 │
│ 世界市场雏形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"哥伦布大交换"指什么？2. 三角贸易的核心商品。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【提高作业】分析早期殖民扩张对世界格局的影响。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本单元主题：全球联系的初步建立与世界格局的演变。把今天学到的方法带进下一篇——自己读、自己想、自己写。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