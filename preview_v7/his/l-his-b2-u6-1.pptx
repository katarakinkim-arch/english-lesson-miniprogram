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第6单元 全球航路的开辟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第6课 全球航路的开辟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时空观念：在15-16世纪轴定位四位航海家与航线。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史料实证：从航海图、王室敕令看远航组织。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历史解释：分析新航路开辟的动因、条件与世界意义。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家国情怀：认识世界从分散走向整体的历史转折与殖民之痛。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15世纪末西、葡率帆远航(迪亚士、达伽马、哥伦布、麦哲伦)，开辟通往印度、美洲的新航路，世界由分散走向整体。重点：航路开辟的动因与全球联系开端。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动因：欧洲商发需黄金、寻东方香料；《马可波罗行纪》刺激；奥斯曼阻旧路。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条件：航海术(罗盘)、造船(卡拉维尔)、中央集权支持。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航线：迪亚士好望角、达伽马抵印、哥伦布抵美、麦哲伦环球。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意义：世界市场雏形、商业革命、殖民开端。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动因与条件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四位航海家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全球联系开端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双重影响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动因链。原因：易只记"找金子"，需联"商发+旧路阻+季风知识"结构。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航海家。原因：四人航线易张冠李戴，需地图逐一对应。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双重影响。原因：整体世界vs殖民灾难，需两面评。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全球航路的开辟 ──┐
│ 动因:商发/寻金/旧路阻│
│ 迪亚士/达伽马/哥伦布│
│ 麦哲伦:首环球 │
│ 世界:走向整体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最早抵达印度的航海家。2. 麦哲伦船队的意义。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【提高作业】分析新航路开辟的世界历史意义。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本单元主题：全球航路的开辟。把今天学到的方法带进下一篇——自己读、自己想、自己写。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