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第1单元 文明的产生与早期发展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第1课 文明的产生与早期发展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时空观念：在距今1万年以来轴定位农耕革命与早期文明。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史料实证：用泥板、象形文字、考古城址印证早期国家。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历史解释：说明"农耕—剩余—阶级—国家"的产生逻辑。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家国情怀：认识世界文明的多样性与中华文明的世界位置。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农业产生(约前1万)使人类定居，城市、阶级与国家出现；最初文明发祥于大河流域(两河、埃及、印度、中国)，希腊城邦为海洋—公民文明代表。重点：文明产生的条件与早期区域文明。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前提：农业(约前1万)产剩余→定居村落、人口增长。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标志：城市、阶级、国家(公共权力)、文字。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大河：两河(楔形/汉谟拉比)、埃及(尼罗/象形)、印度河、黄河。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海洋：希腊城邦(公民大会、民主雏形)。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文明前提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国家诞生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大河文明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希腊城邦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国家标志。原因：易以"城市"代"国家"，需以"阶级+公共权力"为准。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大河vs海洋。原因：环境决定差异，易单一化，需对比。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文明≠文化。原因：文明含国家形态，需区分。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文明产生与早期发展 ──┐
│ 农业(前1万)→定居 │
│ 阶级→国家(公共权力)│
│ 大河:两河/埃及/印度/中│
│ 海洋:希腊城邦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文明产生的标志(举两例)。2. 大河文明的代表区域。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【提高作业】比较大河文明与希腊城邦的成因差异。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本单元主题：文明的产生与早期发展。把今天学到的方法带进下一篇——自己读、自己想、自己写。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