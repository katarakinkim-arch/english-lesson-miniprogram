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第2单元 新航路开辟后的食物物种交流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第2课 新航路开辟后的食物物种交流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时空观念：在16世纪后轴定位物种跨洋交流。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史料实证：从方志、农书看作物传播。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历史解释：分析食物物种交流对各地农业、人口与饮食的影响。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家国情怀：认识文明互鉴藏在"一餐一饭"中。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新航路后"哥伦布大交换"：美洲玉米、番薯、马铃薯、番茄传入旧界，旧界麦、稻、马牛羊入美洲，改变各地饮食结构与人口。重点：物种交流的影响。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美洲→旧界：玉米、番薯、马铃薯、番茄、辣椒、花生。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旧界→美洲：麦、稻、甘蔗、马牛羊、鸡。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影响：旧界粮食增产、人口增(尤其明清中国)；美洲生态与社会重组。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特征：双向、global、深刻改变日常生活。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双向交流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对中国影响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全球重塑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方向。原因：易混"玉米来自哪"，需明"美洲→旧界"。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人口关联。原因：玉米番薯耐瘠高产促明清人口破亿，需联。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双刃。原因：伴随生态与社会冲击，非纯好事，需点。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食物物种交流 ──┐
│ 美→旧:玉米薯椒│
│ 旧→美:麦稻畜 │
│ 中国:粮增人口涨│
│ 全球餐桌重塑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原产美洲、传入中国的作物(举二)。2. 物种交流的历史名称。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【提高作业】分析食物物种交流对明清时期中国的影响。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本单元主题：新航路开辟后的食物物种交流。把今天学到的方法带进下一篇——自己读、自己想、自己写。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