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选择性必修1 国家制度与社会治理 · 第11单元 中国古代的民族关系与对外交往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第11课 中国古代的民族关系与对外交往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时空观念：在秦汉—清轴定位民族治理与对外交往。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史料实证：从羁縻诏、丝路文物看关系与交往。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历史解释：分析古代民族政策的特点与朝贡贸易的性质。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家国情怀：认识统一多民族国家形成的历史与开放交往的传统。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古代民族：秦汉设边郡、唐羁縻府州、元土司与行省、清改土归流与理藩院；对外：汉丝绸之路、唐长安国际都会、明清朝贡贸易与海禁。重点：因俗而治与朝贡体系。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民族：汉边郡、唐羁縻府州(因俗而治)、元土司、清改土归流+理藩院。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机构：典属国、鸿胪寺、宣政院(藏)、伊犁将军等。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对外：汉丝路、唐长安国际都会、宋海路、明清朝贡贸易+海禁。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特征：和战交织，以"羁縻/朝贡"维"天下秩序"。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民族政策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丝绸之路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朝贡与海禁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小结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羁縻/土司。原因："因俗而治"非"直接统治"，需点。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朝贡贸易。原因：政治礼仪为主、经济为辅，非纯粹商贸，需明。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海禁。原因：限民间出海非完全闭关，需分。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民族与对外 ──┐
│ 汉边郡/唐羁縻 │
│ 元土司/清归流 │
│ 丝路/长安国际 │
│ 朝贡+海禁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唐朝管理少数民族地区的制度。2. 丝绸之路开通于哪个朝代？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【提高作业】分析古代"羁縻"政策的特点。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本单元主题：中国古代的民族关系与对外交往。把今天学到的方法带进下一篇——自己读、自己想、自己写。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