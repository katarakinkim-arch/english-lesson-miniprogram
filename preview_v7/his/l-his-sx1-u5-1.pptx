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历史 · 选择性必修1 国家制度与社会治理 · 第5单元 中国古代官员的选拔与管理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第5课 中国古代官员的选拔与管理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第1课时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时空观念：在先秦—清轴定位选官制度演变。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史料实证：从察举诏、科举试卷看选拔。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历史解释：分析世官→察举→九品→科举的演变与科举意义。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家国情怀：认识科举"公平考试"对传统政治文明的贡献。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选官从世官制、军功爵到察举(汉)、九品中正(魏晋)再到科举(隋唐—清)，日趋公平；配套监察(御史)与考核(上计)管理官员。重点：科举制的演进与意义。</a:t>
            </a:r>
          </a:p>
        </p:txBody>
      </p:sp>
      <p:pic>
        <p:nvPicPr>
          <p:cNvPr id="6" name="Picture 5" descr="wangfujing.jpg"/>
          <p:cNvPicPr>
            <a:picLocks noChangeAspect="1"/>
          </p:cNvPicPr>
          <p:nvPr/>
        </p:nvPicPr>
        <p:blipFill>
          <a:blip r:embed="rId2"/>
          <a:srcRect l="20485" r="20485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wangfujing.jpg）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演变：世官(血缘)→军功爵(秦)→察举(汉)→九品中正(魏晋,重门第)→科举(隋唐—清,考试)。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科举：分科考试、择优录取，打破门第、促进社会流动。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管理：御史监察(台谏)、上计/考课考核。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意义：公平选才、强化集权、文化认同。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Step2 早期选官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Step3 九品中正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Step4 科举制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Step5 监察考核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Step6 练习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九品中正。原因：重门第致"上品无寒门"，是科举前过渡，易混需分。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科举意义。原因：三重(公平/流动/集权)需全，易只记"选才"。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监察考核。原因：与选官配套却常被忽略，需补。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古代官员选拔 ──┐
│ 世官→军功→察举│
│ 九品中正(门第)│
│ 科举(考试·隋唐)│
│ 监察+考核配套 │
└──────────────────┘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魏晋时期的选官制度。2. 科举制始于哪个朝代？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【提高作业】分析科举制的历史意义。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本单元主题：中国古代官员的选拔与管理。把今天学到的方法带进下一篇——自己读、自己想、自己写。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