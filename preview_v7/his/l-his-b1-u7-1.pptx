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第7单元 隋唐制度的变化与创新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第7课 隋唐制度的变化与创新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时空观念：把隋唐制度置于汉—魏晋—唐的选官与中枢演变轴。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史料实证：从唐代官制文书、科举试卷残卷看制度运行。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历史解释：分析三省六部、科举如何强化集权并促进社会流动。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家国情怀：认识科举"公平竞争"对传统政治文明的贡献与局限。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隋唐在魏晋基础上制度创新：三省六部制分割相权、强化皇权；科举制打破门第、笼络士人；均田制与租庸调制、府兵制支撑国力，后让位于两税法与募兵、节度使。重点：三省六部与科举制。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中枢：三省(中书拟、门下审、尚书执)六部，相权三分、皇权加强。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选官：科举取代九品中正，打破门第、士人参政。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经济：均田+租庸调(纳绢代役)；唐中后期两税法(资产为主)。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军事：府兵(兵农合一)→募兵、设节度使，埋割据隐患。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三省六部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科举制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经济赋税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军事转变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三省流程。原因：学生难记"草拟—审核—执行"分工，需画政令流转图。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科举意义。原因：易只当选才，忽略"削弱门阀、强化集权、文化认同"，需升维。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两税法转变。原因：从"人丁"到"资产"折射均田瓦解，需联经济。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隋唐制度创新 ──┐
│ 中枢:三省六部 │
│ 中书/门下/尚书 │
│ 选官:科举(破门第)│
│ 经济:租庸调→两税│
│ 军事:府兵→节度使│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三省的分工。2. 科举制取代哪一制度？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【提高作业】说明科举制对中央集权与社会流动的作用。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本单元主题：隋唐制度的变化与创新。把今天学到的方法带进下一篇——自己读、自己想、自己写。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