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第18单元 挽救民族危亡的斗争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第18课 挽救民族危亡的斗争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时空观念：在1895-1901轴定位维新、义和团与条约。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史料实证：从《明定国是》诏、联军照片看时代。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历史解释：分析戊戌变法的进步性与局限性及《辛丑条约》的危害。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家国情怀：感受爱国志士救亡图存的担当与民族精神。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甲午战后，康梁维新变法(1898)倡君主立宪失败；义和团"扶清灭洋"，八国联军(1900)侵华，《辛丑条约》使清政府成"洋人的朝廷"，完全陷入半殖民地。重点：戊戌变法与《辛丑条约》影响。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维新：1898康有为梁启超倡君主立宪，光绪"戊戌变法"103天，慈禧废，六君子殉。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义和团："扶清灭洋"，反帝爱国但盲目排外，被利用镇压。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联军：1900八国联军占京，《辛丑条约》(赔款4.5亿、驻军、禁反帝)。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影响：清政府成"洋人朝廷"，完全陷入半殖民地深渊。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戊戌变法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义和团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八国联军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完全沦为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维新性质。原因：易当"改良闹剧"，需肯定其"制度变革先声"的进步性。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义和团评价。原因：反帝爱国却盲目排外，两面评避免一刀切。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"完全沦为"。原因：《辛丑》使清成侵华工具，需点"主权尽失"。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挽救危亡斗争 ──┐
│ 戊戌:君主立宪 │
│ (103天失败) │
│ 义和团:扶清灭洋 │
│ 辛丑:4.5亿/驻军│
│ 清=洋人朝廷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戊戌变法发生在哪年？2. 《辛丑条约》的赔款数额。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【提高作业】评析戊戌变法的历史地位。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本单元主题：挽救民族危亡的斗争。把今天学到的方法带进下一篇——自己读、自己想、自己写。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