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第25单元 人民解放战争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第25课 人民解放战争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时空观念：在1945-1949轴定位谈判、反攻与三大战役。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史料实证：从《双十协定》、战役地图看进程。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历史解释：分析解放战争胜利的原因与"民心"的决定作用。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家国情怀：认识"人民群众是历史创造者"，坚定人民立场。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抗战后重庆谈判签《双十协定》但内战爆发；中共战略防御→反攻(刘邓跃进大别山)→决战(辽沈淮海平津)，渡江解放南京(1949.4.23)；解放战争胜利。重点：战略转折与胜利原因。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谈判：1945重庆谈判《双十协定》，1946政协；6月国民党撕约内战。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进程：战略防御→1947刘邓跃进大别山反攻→1948-49辽沈淮海平津决战。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胜利：1949.4渡江占南京，蒋政权覆灭；10.1新中国成立。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原因：土地改革得农民、民心所向、战略正确。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谈判与内战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战略反攻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三大战役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渡江与胜利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反攻vs决战。原因：1947跃进是"反攻起点"非决战，易混需分。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三大战役。原因：辽沈(首/东北)、淮海(歼敌最多)、平津顺序与特点需厘清。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胜利根因。原因：决定性在"土地改革+民心"，非单纯军事。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人民解放战争 ──┐
│ 重庆谈判/双十 │
│ 1947 反攻 │
│ 三大战役决战 │
│ 1949 渡江占宁 │
│ 胜利:得民心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重庆谈判的成果。2. 三大战役的名称。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【提高作业】分析解放战争迅速胜利的原因。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本单元主题：人民解放战争。把今天学到的方法带进下一篇——自己读、自己想、自己写。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