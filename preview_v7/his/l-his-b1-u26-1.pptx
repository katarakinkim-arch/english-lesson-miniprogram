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第26单元 中华人民共和国成立和向社会主义的过渡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第26课 中华人民共和国成立和向社会主义的过渡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时空观念：在1949-1956轴定位建国、巩固与改造。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史料实证：从开国影像、宪法文本看奠基。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历史解释：分析土地改革、一五计划与三大改造如何推动社会主义确立。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家国情怀：体会开国立业的不易与社会主义制度的优越性。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1949开国大典，新中国建立；土地改革、抗美援朝巩固政权；1953一五计划与三大改造推进工业化与社会主义；1954宪法、1956基本建成社会主义制度。重点：过渡时期的总路线与制度确立。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建国：1949.10.1开国，政治协商、共同纲领临时宪法。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巩固：1950土改废封建、抗美援朝(1950-53)保家卫国。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建设：1953一五计划(重工、苏联援)奠工业化；三大改造(农手工资)1956基本完成。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制度：1954第一部宪法、人大制确立，社会主义制度基本建立。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巩固政权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一五计划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三大改造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制度确立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过渡性质。原因：1949-56是"新民主义向社会主义"过渡，易误为已社会主义，需点。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三大改造。原因：是"和平赎买/合作化"非"没收"，方式需明。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1954宪法。原因：首部社会主义类型宪法，地位易低估。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建国与过渡 ──┐
│ 1949 开国 │
│ 土改/援朝巩固 │
│ 一五:重工业 │
│ 三大改造→公有│
│ 1954 宪法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新中国成立的时间。2. 三大改造的对象。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【提高作业】说明社会主义制度在我国基本建立的标志。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本单元主题：中华人民共和国成立和向社会主义的过渡。把今天学到的方法带进下一篇——自己读、自己想、自己写。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