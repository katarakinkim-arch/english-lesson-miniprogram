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必修《中外历史纲要》下册 · 第8单元 欧洲的思想解放运动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第8课 欧洲的思想解放运动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时空观念：在14-18世纪轴定位文艺复兴、宗教改革、启蒙。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史料实证：从《神曲》、路德九十五条、伏尔泰著作看思潮。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历史解释：分析三次思想解放运动的内涵及其对社会变革的作用。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家国情怀：体会思想启蒙对自由、平等的永恒价值。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文艺复兴(人文主义)、宗教改革(路德)、启蒙运动(理性、天赋人权)层层推进，解放思想、冲击神权与专制，为资本主义与革命奠基。重点：三次运动的内涵与递进。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文艺复兴：14c意、人文主义(以人为中心)、但丁莎士比亚，借复古倡人权。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宗教改革：16c路德"因信称义"反教会权威，新教派生、王权上升。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启蒙：17-18c理性、天赋人权、主权在民(伏尔泰、卢梭、孟)，批专制神权。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作用：解放思想、促科学、为资产阶级革命铺路。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文艺复兴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宗教改革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启蒙运动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历史作用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文艺复兴"复古"。原因：表面复古实为"创新"(人文主义)，易误读需点。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三次主张。原因：人文/因信称义/理性易混，需逐一定性。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启蒙意义。原因：直接为美法革命提供理论，需联。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欧洲思想解放 ──┐
│ 文艺复兴:人文主义│
│ 宗教改革:因信称义│
│ 启蒙:理性/天赋人权│
│ 为革命铺路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文艺复兴的核心思想。2. 宗教改革的代表人物。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【提高作业】说明启蒙运动为资产阶级革命提供的理论。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本单元主题：欧洲的思想解放运动。把今天学到的方法带进下一篇——自己读、自己想、自己写。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