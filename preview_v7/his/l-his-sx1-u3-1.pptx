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选择性必修1 国家制度与社会治理 · 第3单元 近代西方资本主义政治制度的确立与发展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第3课 近代西方资本主义政治制度的确立与发展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时空观念：在17-19世纪轴定位三国制度确立与扩展。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史料实证：从《权利法案》《1787宪法》看政体。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历史解释：分析代议制的内涵与君主立宪、民主共和两种政体。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家国情怀：认识制度文明多样性，理解"主权在民"的进步。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英(《权利法案》)、美(1787宪法)、法(共和)先后确立代议制；19世纪德日等扩展；形成君主立宪与民主共和两种政体，以选举与议会为核心。重点：代议制的确立与政体类型。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内涵：公民选代表组成议会行使权力(间接民主)，以法治、分权、选举为特征。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英：君主立宪，议会主权、王虚位、责任内阁。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美：总统共和，三权分立、联邦制。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法：共和曲折确立；19c德日等扩展(各具国情)。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代议制内涵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英与美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法国与扩展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比较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代议制。原因：易与"直接民主"混，需点"间接/代表"本质。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两种政体。原因：君主立宪(英)与共和(美法)差异在"元首产生"，需分。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英责任内阁。原因：内阁对议会负责、首相实权，易混需明。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近代西方代议制 ──┐
│ 内涵:选代表·议会│
│ 英:君主立宪(虚君)│
│ 美:总统共和(三权)│
│ 法:共和(曲折) │
│ 19c制度扩展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代议制的核心特征。2. 英国君主立宪制的突出特点。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【提高作业】比较君主立宪制与民主共和制的不同。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本单元主题：近代西方资本主义政治制度的确立与发展。把今天学到的方法带进下一篇——自己读、自己想、自己写。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