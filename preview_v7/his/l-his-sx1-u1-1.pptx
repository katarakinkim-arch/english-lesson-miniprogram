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第1单元 中国古代政治体制的形成与发展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第1课 中国古代政治体制的形成与发展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时空观念：在先秦—明清轴定位中枢与地方制度节点。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史料实证：从秦诏版、官制文书看权力结构。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历史解释：说明中国古代中枢与地方权力演变的趋势与原因。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家国情怀：认识中华制度文明的延续性与中央集权得失。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从先秦(商周内服外服、分封宗法)到秦汉皇帝制与郡县、隋唐三省六部、宋分化事权、明清废丞相设军机处，皇权不断强化、中央集权体制成型。重点：中枢与地方权力演变主线。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先秦：商内服外服、周分封宗法(血缘维系统治)。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秦汉：皇帝制、三公九卿、郡县；汉武帝设中朝削相权。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隋唐：三省六部(中书拟、门下审、尚书执)分相权。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宋元：宋二府三司再分权、地方文官+通判；元行省。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明清：明废丞相设内阁、清军机处，皇权达顶峰。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先秦形态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秦汉奠基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隋唐宋演变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明清顶峰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中枢演变。原因：官制名词多易混，需按"朝代—机构—职权"列表。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皇权vs相权。原因：主线是相权被分被废、皇权集中，需点明。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分封→郡县。原因：从"血缘"到"地缘"治理，需联统一多民族国家。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古代政治体制 ──┐
│ 先秦:分封宗法 │
│ 秦汉:皇帝/三公/郡县│
│ 隋唐:三省六部 │
│ 明清:废相/军机处│
│ 趋势:皇权集·相权降│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汉武帝削弱相权的措施。2. 唐朝分割相权的制度。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【提高作业】概括中国古代中枢权力演变的趋势。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本单元主题：中国古代政治体制的形成与发展。把今天学到的方法带进下一篇——自己读、自己想、自己写。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