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必修《中外历史纲要》上册 · 第14单元 清朝前中期的鼎盛与危机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第14课 清朝前中期的鼎盛与危机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时空观念：在清前中期(1644-1840)轴定位盛世与转折。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史料实证：从《大清会典》、疆域图看治理。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历史解释：分析军机处如何使皇权达顶峰及闭关锁国的得失。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家国情怀：认识"居安思危"与开放包容对国家发展的意义。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清初中央集权顶峰(军机处)，康雍乾疆域奠定(台湾、蒙古、新疆、西藏)；人口膨胀、土地兼并、政治腐败，闭关锁国埋近代落后隐患。重点：专制顶峰与危机并存。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集权：雍正设军机处，跪受笔录、承旨行事，皇权空前集中。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疆域：平三藩、收台湾(1683)、定蒙古、平准噶尔、驻藏大臣——版图奠定。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盛世：康雍乾经济恢复、人口激增(破3亿)。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危机：土地兼并、腐败、闭关锁国，落伍于工业文明。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军机处与集权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疆域奠定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盛世气象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潜伏危机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军机处实质。原因：学生难懂"高效=皇权极"，需点"跪受笔录"即皇权延伸。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闭关成因。原因：不止"自大"，更有"海防/自然经济"考量，需多维。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盛世中的危机。原因：易只见辉煌不见"落伍"，需对照同时期西方。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清前中期鼎盛危机 ──┐
│ 军机处:皇权顶峰 │
│ 疆域:台/蒙/疆/藏│
│ 盛世:人口破3亿 │
│ 危机:兼并/腐败 │
│ 闭关→落伍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军机处的特点。2. 清朝巩固边疆的措施举一例。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【提高作业】分析"康乾盛世下潜伏危机"的表现。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本单元主题：清朝前中期的鼎盛与危机。把今天学到的方法带进下一篇——自己读、自己想、自己写。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