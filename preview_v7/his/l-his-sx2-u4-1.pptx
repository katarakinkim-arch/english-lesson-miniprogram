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第4单元 古代的生产工具与劳作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第4课 古代的生产工具与劳作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时空观念：在石器—青铜—铁器轴定位工具演进。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史料实证：从出土农具、作坊看生产。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历史解释：分析生产工具变革对农业、手工业与劳作方式的影响。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家国情怀：体会劳动创造文明，尊重工匠精神。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生产工具演进：石器(旧/新)—青铜—铁器，推动农业与手工业；劳作方式从集体协作到个体家庭小农，官营、民营、家庭手工业并存。重点：工具变革与劳作方式。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工具：旧石器打制、新石器磨制；青铜(礼兵为主)；铁器(农具普及)促深耕。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农业：铁犁牛耕成传统农业核心，个体小农家庭为单位。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手工业：官营(垄断精品)、民营、家庭(副业)三种。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意义：工具进步即生产力进步，推动社会变革。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工具演进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农业劳作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手工业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工具链。原因：石器/青铜/铁时代易混，需按"材质—用途"列表。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小农评价。原因：是"进步"(效率)也"脆弱"，需辩证。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官营。原因："工官"垄断、不计成本，特征需补。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古代生产工具 ──┐
│ 石→青铜→铁 │
│ 铁犁牛耕(核心)│
│ 小农家庭劳作 │
│ 官营/民营/家庭│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推动传统农业深耕的工具。2. 古代手工业的主要类型(举二)。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【提高作业】分析生产工具变革对社会发展的影响。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本单元主题：古代的生产工具与劳作。把今天学到的方法带进下一篇——自己读、自己想、自己写。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