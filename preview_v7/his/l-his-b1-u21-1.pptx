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第21单元 五四运动与中国共产党的诞生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第21课 五四运动与中国共产党的诞生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时空观念：在1919-1921轴定位五四与中共一大。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史料实证：从《五四》传单、一大纲领看时代。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历史解释：说明五四为何是新民主主义革命开端及中共成立的意义。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家国情怀：体会青年先锋作用与"红船精神"，坚定跟党走的信念。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巴黎和会外交失败引爆五四(1919.5.4)， proletarian 登上政治舞台，新民主主义革命开端；马克思主义传播，中共一大(1921.7)成立，中国革命面貌焕然一新。重点：五四意义与中共成立。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五四：1919巴黎和会拒山东，5.4北京学生、6.3上海工人罢工，反帝爱国。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转折：无产阶级登上舞台、马列传播，标志新民主主义革命开端。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建党：1920陈独秀李大钊建组；1921.7中共一大(上海→嘉兴)定纲，党的诞生。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意义：革命有了坚强领导核心，面貌焕然一新。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五四爆发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转折意义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马克思主义传播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中共诞生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新旧民主之别。原因：易混"都反帝反封建"，需点"领导阶级(无产阶级)不同"。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五四性质。原因：前期学生、后期工人，是"彻底反帝反封建"爱国运动，需强调。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一大内容。原因：纲领(推翻资产阶级、实现共产)易与二大混，需厘清。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五四与中共诞生 ──┐
│ 1919 五四 │
│ 无产阶级登台 │
│ 新民主主义革命 │
│ 1921 中共一大 │
│ 面貌焕然一新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五四运动爆发的直接原因。2. 中共一大召开的时间。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【提高作业】说明五四运动为什么是新民主主义革命的开端。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本单元主题：五四运动与中国共产党的诞生。把今天学到的方法带进下一篇——自己读、自己想、自己写。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