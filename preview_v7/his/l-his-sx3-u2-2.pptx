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选择性必修3 文化交流与传播 · 第4单元 欧洲文化的形成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第4课 欧洲文化的形成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时空观念：在古典—中世纪—近代轴定位欧洲文化演进。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史料实证：从雕塑、法典、教堂看欧洲文化特征。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历史解释：分析古典与基督教对欧洲文化的双重塑造。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家国情怀：理解文明传承中"吸收与创新"的普遍规律。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古希腊民主与哲学、罗马法与建筑奠基欧洲；中世纪基督教文化主导；文艺复兴等重光古典。重点：古典与基督教两大源流。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古典源：希腊(民主、哲学、艺术)、罗马(法、建筑、拉丁)。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基督教：中世纪精神主干，大学/艺术受其塑。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重生：文艺复兴宗教改革启蒙重光理性与人的价值。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特质：理性、个体、法治传统深远影响近代世界。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希腊源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罗马源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基督教与重生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希罗区分。原因：希腊重"民主哲学"、罗马重"法建筑"，易混，需对比。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基督教双重。原因：既是压抑也是文化保存者，评价须两面。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传承。原因：近代并非"断裂"，而是复兴古典+创新，需点。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`┌── 欧洲文化的形成 ──┐
│ 希腊：民主/哲学 │
│ 罗马：法/建筑 │
│ 基督教：中世纪主│
│ 近代：重光古典 │
└──────────────────┘`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古希腊的代表性政治制度。2. 罗马法的影响。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【提高作业】为什么说基督教对欧洲文化有双重作用？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本单元主题：欧洲文化的形成。把今天学到的方法带进下一篇——自己读、自己想、自己写。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