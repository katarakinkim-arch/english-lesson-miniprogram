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第9单元 20世纪以来人类的经济与生活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第9课 20世纪以来人类的经济与生活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时空观念：在1929至今轴定位经济阶段与政策。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史料实证：从股市图、GDP看周期。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历史解释：分析经济危机、国家干预与战后经济发展的阶段特征。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家国情怀：认识制度需随生产力调整，理解宏观调控。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20世纪经济：危机(1929)—罗斯福新政(国家干预)—二战后黄金期—滞胀—新自由主义—全球化与信息经济；消费、金融深刻改变生活。重点：国家干预与经济发展阶段。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危机：1929大萧条，生产过剩、失业剧。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干预：罗斯福新政(国家干预)、凯恩斯主义，救市稳需。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阶段：战后黄金期→70s滞胀→新自由主义→全球化信息经济。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生活：消费社会、金融普及、福利改善日常。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大危机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新政与干预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阶段演进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生活变迁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新政意义。原因：开创国家干预先例，非"社会主义"，需准。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周期逻辑。原因：危—干预—黄金—滞胀是制度调适，需联。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消费社会。原因：信贷与大众消费成常态，常被忽略。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20世纪经济生活 ──┐
│ 1929 大危机 │
│ 新政:国家干预 │
│ 黄金期→滞胀 │
│ 全球化/信息经济│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1929年经济危机始于哪国？2. 罗斯福新政的经济理论。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【提高作业】分析国家干预经济的作用。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本单元主题：20世纪以来人类的经济与生活。把今天学到的方法带进下一篇——自己读、自己想、自己写。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