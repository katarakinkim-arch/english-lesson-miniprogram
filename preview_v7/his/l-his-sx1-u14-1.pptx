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第14单元 当代中国的外交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第14课 当代中国的外交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时空观念：在1949至今轴定位外交阶段与大事。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史料实证：从建交公报、联合国表决看外交。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历史解释：分析新中国外交政策演变的阶段与原因。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家国情怀：认识独立自主与和平外交，增强大国自信与责任。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外交三段：建国初"一边倒"与独立自主；50年代和平共处五项原则、万隆；70年代恢复联合国席位、中美日关系正常化；改革开放后全方位多边外交，倡人类命运共同体。重点：外交政策的演变。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初期：独立自主"另起炉灶""一边倒"，打破孤立。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50-60s：和平共处五项原则、万隆"求同存异"。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70s：恢复联合国合法席位(1971)、中美(1972)中日(1972)正常化。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改革后：不结盟、全方位多边外交，倡人类命运共同体与一带一路。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初期与原则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70年代突破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改革后外交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阶段对应。原因："一边倒/和平共处/不结盟"易混，需按时期分。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恢复席位。原因：1971(非1979建交)，易错需准。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政策逻辑。原因：外交随国力与局势变，需联"国家利益"。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当代中国外交 ──┐
│ 独立·一边倒 │
│ 五项原则/万隆 │
│ 1971 恢复席位 │
│ 多边·共同体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和平共处五项原则的内容(举两)。2. 中国恢复联合国合法席位的时间。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【提高作业】说明新中国外交政策演变的特点。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本单元主题：当代中国的外交。把今天学到的方法带进下一篇——自己读、自己想、自己写。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