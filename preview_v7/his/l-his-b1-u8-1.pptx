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必修《中外历史纲要》上册 · 第8单元 三国至隋唐的文化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第8课 三国至隋唐的文化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时空观念：在魏晋—隋唐轴定位思想演变与文艺高峰。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史料实证：从敦煌卷子、唐诗选本看文化成就。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历史解释：说明三教并行、兼收外来与科举推动文化繁荣的原因。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家国情怀：体会中华文明的包容开放与文化自信。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魏晋玄学、隋唐三教并行(儒释道)；科技(雕版印刷、火药)、文艺(唐诗、书法、绘画)繁盛；兼收外来文化，呈现开放气象。重点：三教交融与盛唐文艺成就。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思想：魏晋玄学清谈；隋唐三教(儒释道)并行、互融。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科技：雕版印刷、火药、僧一行测算、孙思邈医典。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文艺：唐诗(李杜白)、楷书(颜柳)、绘画(吴道子)、石窟(敦煌)。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特征：兼收异域、气势恢宏的开放气象。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思想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科技成就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唐诗与书画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开放与繁荣之因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三教并行≠合一。原因：学生易混"并行"与"融合为一"，需明确"并存互渗"。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文化繁荣因。原因：不止"天才多"，更要联"统一安定+科举+开放"，需结构分析。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唐诗与时代。原因：盛唐豪迈、中唐写实，风格随世变，需对应。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三国至隋唐文化 ──┐
│ 思想:儒道佛并行 │
│ 科技:雕版/火药 │
│ 唐诗:李杜白 │
│ 书画:颜柳/吴道子 │
│ 特征:开放包容 │
└────────────────────┘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三教并行指哪三教？2. 唐代两项科技成就。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【提高作业】分析盛唐文化繁荣的时代原因。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本单元主题：三国至隋唐的文化。把今天学到的方法带进下一篇——自己读、自己想、自己写。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