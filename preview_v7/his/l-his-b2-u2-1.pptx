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必修《中外历史纲要》下册 · 第2单元 古代世界的帝国与文明的交流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第2课 古代世界的帝国与文明的交流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时空观念：在公元前6世纪—公元后轴定位波斯、马其顿、罗马。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史料实证：从《史记》、罗马钱币看文明并立与交流。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历史解释：分析古代帝国扩张的影响与文明交流的表现。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家国情怀：认识丝绸之路承载的文明互鉴与开放精神。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农耕文明扩展催生地域帝国：波斯、亚历山大帝国、罗马；秦汉与罗马遥相辉映；丝绸之路与商贸、思想(佛教)促进文明交流。重点：帝国的建立与文明交流。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帝国：波斯(行省)、亚历山大(希化)、罗马(公民法→万民法、行省)。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并立：秦汉(统一集权)与罗马(地中海霸主)东西辉映。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交流：丝绸之路连欧亚；佛教自印度传中国；商贸与技术互通。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衰因：扩张过度、内部危机、蛮族冲击。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三大帝国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秦汉与罗马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丝绸之路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交流与兴衰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帝国评价。原因：易全盘否定"扩张"，需看"治理+交流"建设面。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丝路意义。原因：不止商贸，更是宗教/技术/物种交流通道，需升维。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秦汉vs罗马。原因：二者同期但制度异，易混需对比。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帝国与文明交流 ──┐
│ 波斯/亚历山大/罗马│
│ 秦汉↔罗马(并立) │
│ 丝路:商贸+文化 │
│ 佛教东传/物种互流│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罗马法由公民法发展到什么？2. 丝绸之路连接哪两大文明区？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【提高作业】说明古代帝国对文明交流的作用。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本单元主题：古代世界的帝国与文明的交流。把今天学到的方法带进下一篇——自己读、自己想、自己写。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