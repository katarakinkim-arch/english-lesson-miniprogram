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第11单元 近代以来的城市化进程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第11课 近代以来的城市化进程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时空观念：在1760后轴定位城市化进程。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史料实证：从城市人口数据、市政图看变迁。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历史解释：分析城市化兴起的原因、表现与带来的问题。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家国情怀：理解以人为本、宜居可持续的新型城镇化。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工业革命推动城市化：人口从乡村涌向城市，工厂城市兴起；伴随住房、卫生、贫富隔离等"城市病"；现代城市规划与新型城镇化(集约、宜居、生态)发展。重点：城市化的动因与问题。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动因：工业革命聚厂于城，乡村人口(圈地失地)进城务工。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表现：城市数量人口激增、工厂区与工人住宅区。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问题：住房拥挤、卫生差、贫民窟、贫富隔离等"城市病"。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治理：现代城市规划、基础设施、新型城镇化(集约生态宜居)。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动因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城市兴起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城市病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治理与新型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动因链。原因：工业化→聚厂→人口进城，需联"圈地"推手。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城市病。原因：成就背后有住房卫生等痛，需正视。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新型城镇化。原因：强调"人"与"可持续"，非简单扩城，需点。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城市化进程 ──┐
│ 工业化→聚厂 │
│ 乡村人口进城 │
│ 城市病(住房/卫生)│
│ 新型城镇化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推动近代城市化的根本力量。2. 城市化带来的问题(举一)。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【提高作业】分析城市化兴起的原因与影响。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本单元主题：近代以来的城市化进程。把今天学到的方法带进下一篇——自己读、自己想、自己写。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