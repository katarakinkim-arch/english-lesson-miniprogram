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必修《中外历史纲要》下册 · 第10单元 影响世界的工业革命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第10课 影响世界的工业革命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时空观念：在1760-1900轴定位两次工业革命。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史料实证：从蒸汽机图、工厂统计看变革。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历史解释：分析两次工业革命的内容、特点与世界影响。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家国情怀：认识科技是第一生产力，也须关注其社会代价。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第一次工业革命(英，蒸汽机、工厂制、铁路)使机器取代手工；第二次(电、内燃机、石化)纵深发展。生产力飞跃、社会分裂为两大阶级、世界市场最终形成。重点：两次革命的内容与影响。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一次：1760s英，瓦特蒸汽机、棉纺机、工厂制、铁路(史蒂芬孙)——机器时代。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二次：1870s，电力(爱迪生)、内燃机、石化、钢，美德领先——电气时代。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社会：生产力飞跃、城市膨胀、资产阶级与无产阶级对立。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世界：列强扩产需市场原料，殖民加深，世界市场最终形成。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第一次革命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第二次革命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社会变迁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世界市场最终形成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两次差异。原因：蒸汽(英先/煤)/电气(美德/多领域)，易混需对比。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工厂制意义。原因：不仅是"大"，更是"集中生产+纪律"，需点。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世界市场"最终"。原因：二次革命促分工全球、列强瓜分，需联殖民。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影响世界的工业革命 ──┐
│ 一次:蒸汽/工厂 │
│ 二次:电力/内燃 │
│ 社会:两大阶级 │
│ 世界市场最终形成│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第一次工业革命的标志性动力。2. 第二次工业革命的核心能源。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【提高作业】分析工业革命对世界市场形成的影响。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本单元主题：影响世界的工业革命。把今天学到的方法带进下一篇——自己读、自己想、自己写。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