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第13单元 当代中国的民族政策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第13课 当代中国的民族政策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时空观念：在1949至今轴定位民族区域自治确立与完善。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史料实证：从《共同纲领》、宪法看制度。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历史解释：分析民族区域自治制度的内容与意义。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家国情怀：增强中华民族共同体意识与民族团结。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新中国确立民族区域自治(1949起、载入宪法)，坚持民族平等团结、区域自治、共同繁荣；设自治区，扶贫与西部开发促发展。重点：民族区域自治制度。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原则：民族平等、团结、互助；民族区域自治为基本国策。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制度：在少数民族聚居区设自治区(内蒙古等5个)、自治州县，依法自治。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法制：1949《共同纲领》确立、1984《民族区域自治法》、入宪。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发展：扶贫、西部大开发、对口支援促共同繁荣。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制度确立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五大自治区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法制与发展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自治≠独立。原因：是在国家统一下的自治，须强调"国家前提"。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制度入宪。原因：1984立法、宪法保障，地位需明。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共同繁荣。原因：不仅是"文化"更是"发展"，需全。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当代中国民族政策 ──┐
│ 平等·团结·互助 │
│ 民族区域自治(基本)│
│ 五大自治区 │
│ 共同繁荣发展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我国处理民族关系的基本原则。2. 民族区域自治制度确立的标志。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【提高作业】说明民族区域自治制度的意义。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本单元主题：当代中国的民族政策。把今天学到的方法带进下一篇——自己读、自己想、自己写。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