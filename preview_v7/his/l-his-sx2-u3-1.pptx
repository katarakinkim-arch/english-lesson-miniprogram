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选择性必修2 经济与社会生活 · 第3单元 现代食物的生产、储备与食品安全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第3课 现代食物的生产、储备与食品安全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时空观念：在20世纪以来轴定位农业现代化。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史料实证：从产量数据、储备设施看变化。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历史解释：分析现代食物生产、储备技术的作用与食品安全议题。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家国情怀：认识粮食安全的国家战略意义与可持续农业。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现代食物生产：机械、化肥农药、良种(杂交)、温室技术大幅提高产量；冷链、罐头等储备技术延长供应；食品安全(标准、监管)成重要议题。重点：生产的现代化与安全问题。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生产：机械、化肥农药、良种(杂交稻)、温室无土——单产飙升(绿色革命)。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储备：冷链、罐头、干燥、粮库，减损延供、稳价应急。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安全：添加剂、污染催生标准与监管(从农田到餐桌)。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挑战：环境负担、可持续与食品安全并重。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生产现代化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储备技术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食品安全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挑战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增产代价。原因：化肥农药致面源污染，需辩证"绿色革命"。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食品安全。原因：是"制度+标准"非单纯"干净"，需点。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储备意义。原因：稳价应急、减损耗，常被忽略。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现代食物生产 ──┐
│ 机械/良种/化肥│
│ 绿色革命(增产)│
│ 冷链/粮库(储备)│
│ 安全:标准+监管│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现代食物生产的主要技术手段(举二)。2. 食品安全靠什么保障？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【提高作业】评析"绿色革命"的成就与代价。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本单元主题：现代食物的生产、储备与食品安全。把今天学到的方法带进下一篇——自己读、自己想、自己写。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