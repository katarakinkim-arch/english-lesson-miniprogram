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历史 · 选择性必修3 文化交流与传播 · 第7单元 近代殖民活动和人口的重新分布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第7课 近代殖民活动和人口的重新分布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时空观念：在16—19世纪轴定位殖民与奴隶贸易。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史料实证：从贸易图、人口数据看强制迁徙规模。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历史解释：分析殖民活动对全球人口与文化格局的重塑。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家国情怀：反思殖民创伤，珍视平等与多元。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新航路后欧洲殖民与三角贸易，强制非洲黑奴跨洋、美洲土著锐减、欧人移居，全球人口分布剧变。重点：殖民对人口与文化格局的重塑。</a:t>
            </a:r>
          </a:p>
        </p:txBody>
      </p:sp>
      <p:pic>
        <p:nvPicPr>
          <p:cNvPr id="6" name="Picture 5" descr="wangfujing.jpg"/>
          <p:cNvPicPr>
            <a:picLocks noChangeAspect="1"/>
          </p:cNvPicPr>
          <p:nvPr/>
        </p:nvPicPr>
        <p:blipFill>
          <a:blip r:embed="rId2"/>
          <a:srcRect l="20485" r="20485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wangfujing.jpg）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三角：欧(货)→非(奴)→美(种植园)→欧(原料)，黑奴跨洋。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后果：非洲人口流失、美洲土著锐减、欧裔迁入。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文化：非洲文化入美洲(音乐/宗教)，混合文化生。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反思：强制迁徙是暴力，留深远创伤与种族问题。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Step2 三角贸易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Step3 人口剧变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Step4 文化混合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Step5 反思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Step6 练习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贸易走向。原因：三角"去—回"易混，需画环。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双向文化。原因：黑奴也带文化入美(非单向受害)，需点。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伦理。原因：易只记"数字"忽略人性灾难，须反思。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`┌── 殖民与人口分布 ──┐
│ 三角贸易(强制) │
│ 非洲流失/土著减│
│ 文化混合(美洲) │
│ 反思暴力创伤 │
└──────────────────┘`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三角贸易连接哪三洲？2. 对非洲的影响。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【提高作业】殖民活动如何重塑美洲文化？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本单元主题：近代殖民活动和人口的重新分布。把今天学到的方法带进下一篇——自己读、自己想、自己写。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