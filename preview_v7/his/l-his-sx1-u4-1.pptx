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第4单元 中国建立代议制政府的尝试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第4课 中国建立代议制政府的尝试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时空观念：在1898-1912轴定位立宪尝试与共和创建。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史料实证：从立宪诏书、《临时约法》看转型。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历史解释：分析清末立宪尝试的背景、内容与《临时约法》的意义。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家国情怀：体会先贤探索民主制度的艰辛与爱国情怀。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晚清在内忧外患中尝试制度转型：戊戌维新倡君主立宪、清末"预备立宪"；辛亥革命建共和，《临时约法》确立主权在民。重点：近代宪政尝试的历程。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戊戌：1898维新倡君主立宪，旋败但启宪政思潮。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清末：1901新政、1906"预备立宪"、设资政院咨议局，多为安抚、集权。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辛亥：1911革命，1912《临时约法》定主权在民、三权分立——首部资产阶级宪法。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意义：制度转型从"君主"走向"共和"的尝试。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戊戌与新政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辛亥革命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临时约法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尝试的意义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预备立宪动机。原因：清廷多为"保皇权"非真立宪，需点破。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约法地位。原因：中国首部资产阶级宪法性文件，意义须明。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尝试失败。原因：守旧阻力+条件不足，非"想法错"，需准。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中国代议尝试 ──┐
│ 戊戌:君主立宪(败)│
│ 清末:预备立宪 │
│ 辛亥:推翻帝制 │
│ 约法:主权在民 │
│ 君主→共和尝试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戊戌变法在政治上的主张。2. 《临时约法》的性质。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【提高作业】评析清末"预备立宪"的实质。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本单元主题：中国建立代议制政府的尝试。把今天学到的方法带进下一篇——自己读、自己想、自己写。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