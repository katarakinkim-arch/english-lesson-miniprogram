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历史 · 选择性必修3 文化交流与传播 · 第12单元 近代战争与西方文化的扩张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第12课 近代战争与西方文化的扩张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时空观念：在近代—20世纪轴定位殖民战争与文化扩张。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史料实证：从条约、传教、教育看文化扩张。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历史解释：分析近代战争如何推动西方文化全球扩张及本土回应。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家国情怀：理解民族文化的韧性与自主更新的意义。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近代殖民战争与两次战争，西方文化(制度、宗教、语言)随武力全球扩张，非西方文化遭冲击并回应。重点：战争如何成为文化扩张的推力。</a:t>
            </a:r>
          </a:p>
        </p:txBody>
      </p:sp>
      <p:pic>
        <p:nvPicPr>
          <p:cNvPr id="6" name="Picture 5" descr="wangfujing.jpg"/>
          <p:cNvPicPr>
            <a:picLocks noChangeAspect="1"/>
          </p:cNvPicPr>
          <p:nvPr/>
        </p:nvPicPr>
        <p:blipFill>
          <a:blip r:embed="rId2"/>
          <a:srcRect l="20485" r="20485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wangfujing.jpg）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工具：坚船利炮+不平等条约，开埠传教办学。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扩张：西方法律语言宗教科学随武力植入。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冲击：非西方文化边缘化，认同危机。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回应：改革/革命中取舍，文化自主更新。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Step2 武力开路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Step3 文化植入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Step4 冲击与回应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Step5 对比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Step6 练习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文化维度。原因：战争不止军事，更是文化扩张载体，须点。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与古代异。原因：近代是"制度性"扩张，古代多为"交融"，需比。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回应主动。原因：本土非纯被动，有改革革命主动更新。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`┌── 近代战争与文化 ──┐
│ 炮舰+条约开路 │
│ 西学植入社会 │
│ 冲击:认同危机 │
│ 回应:主动更新│
└──────────────────┘`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西方文化随什么进入非西方地区？2. 本土文化的回应方式。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【提高作业】比较古代与近代战争对文化的不同作用。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本单元主题：近代战争与西方文化的扩张。把今天学到的方法带进下一篇——自己读、自己想、自己写。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