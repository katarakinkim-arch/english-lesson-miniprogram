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第12单元 近代战争与西方文化的扩张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第12课 近代战争与西方文化的扩张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时空观念：在近代—20世纪轴定位殖民战争与文化扩张。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史料实证：从条约、传教、教育看文化扩张。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历史解释：分析近代战争如何推动西方文化全球扩张及本土回应。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家国情怀：理解民族文化的韧性与自主更新的意义。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近代殖民战争与两次战争，西方文化(制度、宗教、语言)随武力全球扩张，非西方文化遭冲击并回应。重点：战争如何成为文化扩张的推力。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工具：坚船利炮+不平等条约，开埠传教办学。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扩张：西方法律语言宗教科学随武力植入。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冲击：非西方文化边缘化，认同危机。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回应：改革/革命中取舍，文化自主更新。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武力开路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文化植入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冲击与回应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文化维度。原因：战争不止军事，更是文化扩张载体，须点。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与古代异。原因：近代是"制度性"扩张，古代多为"交融"，需比。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回应主动。原因：本土非纯被动，有改革革命主动更新。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近代战争与文化 ──┐
│ 炮舰+条约开路 │
│ 西学植入社会 │
│ 冲击:认同危机 │
│ 回应:主动更新│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西方文化随什么进入非西方地区？2. 本土文化的回应方式。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【提高作业】比较古代与近代战争对文化的不同作用。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本单元主题：近代战争与西方文化的扩张。把今天学到的方法带进下一篇——自己读、自己想、自己写。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