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第14单元 历史上的疫病与医学成就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第14课 历史上的疫病与医学成就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时空观念：在古—今轴定位重大疫病与医学里程碑。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史料实证：从医籍、疫情记载看医学。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历史解释：分析疫病对历史的影响与中西医的重要成就。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家国情怀：认识生命至上，尊重医学与公共卫生。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历史重大疫病(黑死病、天花、鼠疫、霍乱、流感)深刻影响人口与社会；中西医成就(张仲景、李时珍、詹纳牛痘、弗莱明青霉素、现代公共卫生)护佑生命。重点：疫病影响与医学进步。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疫病：黑死病(14c欧)、天花、鼠疫、霍乱、1918大流感，人口锐减、社会震荡。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中医：《伤寒论》(张仲景)、《本草纲目》(李时珍)辨证论治。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西医：詹纳牛痘、巴斯德微生物、弗莱明青霉素。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公卫：隔离、疫苗、卫生运动、疾控体系护群体。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疫病冲击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中医成就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西医突破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公共卫生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疫病影响。原因：不仅"死人"，更改战争人口格局，需联。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中西医。原因：中医辨证、西医实验，易混人物需分。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公共卫生。原因：群体防控(非单靠医院)，需点。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疫病与医学 ──┐
│ 黑死病/天花/流感│
│ 中医:伤寒/本草 │
│ 西医:牛痘/青霉素│
│ 公共卫生(群体)│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列举一次改变历史的疫病。2. 中医的代表著作(举一)。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【提高作业】分析医学进步对人类的意义。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本单元主题：历史上的疫病与医学成就。把今天学到的方法带进下一篇——自己读、自己想、自己写。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