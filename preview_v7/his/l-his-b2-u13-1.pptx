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第13单元 亚非拉民族独立运动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第13课 亚非拉民族独立运动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时空观念：在19末—20初轴定位三大洲的独立运动。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史料实证：从独立宣言、革命文献看抗争。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历史解释：分析亚非拉民族独立运动的表现、性质与局限。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家国情怀：体会殖民地人民争取独立的坚韧与民族意识觉醒。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19末20初，拉美(独立后改革)、亚洲(立宪、革命"觉醒")、非洲(抗意、抗法)兴起民族独立运动，虽多未彻底胜利，但冲击殖民体系、孕育民族意识。重点：各地区独立运动的代表。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拉美：19初独立后，19末反美(门罗主义干预)、墨西哥革命(1910)反独裁。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亚洲：伊朗立宪、印度国大党(提拉克)、中国辛亥革命——"亚洲觉醒"。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非洲：埃及阿拉比抗英、埃塞俄比亚抗意(阿杜瓦胜)保全独立。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意义：冲击殖民体系、民族资产阶级与无产阶级壮大。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拉美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亚洲觉醒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非洲抗争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意义与局限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拉美两阶段。原因：19初独立与19末反帝易混，需分期。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亚洲觉醒。原因：是"资产阶级民族民主"性质，非单纯反封建，需点。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非洲抗争。原因：多败但埃塞胜利，需具体避免"全败"误读。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亚非拉独立运动 ──┐
│ 拉美:反帝/墨西哥│
│ 亚洲:觉醒(资产)│
│ 非洲:埃塞保独立│
│ 冲击殖民体系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"亚洲觉醒"的代表事件(举一)。2. 非洲反抗意大利胜利的国家。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【提高作业】分析亚非拉民族独立运动的历史意义。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本单元主题：亚非拉民族独立运动。把今天学到的方法带进下一篇——自己读、自己想、自己写。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