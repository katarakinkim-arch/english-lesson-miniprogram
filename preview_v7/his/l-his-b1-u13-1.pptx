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第13单元 从明朝建立到清军入关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第13课 从明朝建立到清军入关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时空观念：在明(1368-1644)轴定位制度与事件。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史料实证：从《大明律》、郑和航海图看时代。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历史解释：分析废丞相、设内阁如何强化皇权及其局限。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家国情怀：从郑和下西洋体会古代中国的海洋探索与和平交往。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明太祖废丞相、设三司、八股取士、厂卫特务；成祖设内阁(顾问)、郑和下西洋；中后期政治腐败、女真(满洲)崛起，1644清军入关。重点：明专制强化与郑和远航。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立国：1368朱元璋建明，废丞相、权分六部，皇权空前。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控制：地方三司、八股取士、厂卫(东厂)特务监察。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中枢：成祖设内阁，备顾问、票拟，非法定决策机构。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外交：郑和七下西洋(1405起)和平交往；后满洲崛起，1644入关。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废丞相集权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内阁与控御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郑和下西洋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危机与满洲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内阁≠宰相。原因：内阁无决策权、听命皇帝，易与宰相混，需辨析。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八股影响。原因：易只记"僵化"，忽略其"统一思想、强化控制"的政治目的。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郑和vs后来海禁。原因：开放远航与明清海禁反差，需联"季风贸易/财政"。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明朝建立到入关 ──┐
│ 废丞相/设三司 │
│ 内阁(顾问) │
│ 八股+厂卫 │
│ 郑和七下西洋 │
│ 1644 清入关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明太祖加强皇权的两项措施。2. 郑和下西洋始于哪年？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【提高作业】比较明朝内阁与以往宰相的异同。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本单元主题：从明朝建立到清军入关。把今天学到的方法带进下一篇——自己读、自己想、自己写。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