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必修《中外历史纲要》上册 · 第1单元 中华文明的起源与早期国家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第1课 中华文明的起源与早期国家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时空观念：在"旧石器—新石器—青铜"时间轴上定位关键节点(元谋人、仰韶、二里头、商周)。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史料实证：用考古遗存(石器、城址、甲骨)与文献互证，理解"二重证据法"。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历史解释：说明早期国家"血缘纽带+等级"特征与"多元一体"格局的形成。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家国情怀：认识中华文明源远流长、多元一体，增强民族认同与文化自信。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本课从考古材料(元谋人、北京人、仰韶/龙山文化)讲中华文明的多元起源，到夏商周早期国家的出现(二里头、商内外服、西周分封与宗法)。重点是"多元一体"格局与早期国家特征。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起源：元谋人(约170万年前)、北京人(直立人用火)；新石器农耕(粟/稻)促定居。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多元一体：仰韶、龙山、良渚、红山等区域文明交涵。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夏：二里头(宫室、青铜)——早期国家雏形。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商：内外服制、甲骨文(成熟文字)、青铜礼器。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西周：分封制(授民授疆土)+宗法制(嫡长子继承)+礼乐。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从直立人到农耕聚落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多元一体的区域文明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商周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练习+小结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"国家"与"部落"之别。原因：常以传说代史实，需以"公共权力+地缘"为标准，用城址、礼器证。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分封与宗法关系。原因：二者互为表里(宗法为里、分封为表)，易割裂，需画结构图。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"封建"含义。原因：西周"封建"=封邦建国，与后世"封建制度"不同，需点明时序差异。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中华文明起源与早期国家 ──┐
│ 时间轴: │
│ 旧石器→新石器→青铜 │
│ 元谋/北京人→粟稻→二里头 │
│ 多元一体:仰韶/龙山/良渚 │
│ 夏:二里头(国家雏形) │
│ 商:内外服+甲骨+青铜 │
│ 西周:分封(表)+宗法(里) │
│ +礼乐 │
└──────────────────────────┘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列举中华文明起源的两例考古证据。2. 西周分封制与宗法制的关系？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【提高作业】用"二重证据法"说明夏朝存在的依据。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本单元主题：中华文明的起源与早期国家。把今天学到的方法带进下一篇——自己读、自己想、自己写。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