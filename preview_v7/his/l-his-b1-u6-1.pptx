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第6单元 从隋唐盛世到五代十国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第6课 从隋唐盛世到五代十国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时空观念：在隋(581-618)—唐(618-907)—五代时间轴定位盛世与转折。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史料实证：从敦煌文书、唐三彩看盛唐气象。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历史解释：分析大运河、科举对统一与发展的作用及隋亡教训。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家国情怀：体会盛世开放包容的气象与"居安思危"的历史启示。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隋统一(589)结束分裂，开运河、创科举；唐贞观之治、开元盛世国力鼎盛，安史之乱由盛转衰，藩镇割据至五代十国。重点：隋唐盛世的表现与由盛转衰的转折。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隋：统一(589)、开大运河、创科举；暴政(征高丽/修工)速亡。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唐初：贞观之治(纳谏、轻徭)；武周承续；开元盛世顶峰。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转折：安史之乱(755-763)由盛转衰，藩镇割据、宦官专权、牛李党争。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灭亡：黄巢起义→907朱温建后梁，五代十国。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隋唐立国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开元盛世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由盛转衰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五代十国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大运河评价。原因：易只记"劳民"忘"沟通南北、巩固统一"之功，需两面。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由盛转衰因。原因：不止"安史"一役，更要看"均田瓦解+藩镇"结构，需深析。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贞观vs开元。原因：二者时段与君主易混，需对比。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隋唐盛世到五代 ──┐
│ 隋:统一+运河+科举 │
│ 唐:贞观→开元盛世 │
│ 转折:安史之乱 │
│ 藩镇/宦官/党争 │
│ 907→五代十国 │
│ 经济重心南移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隋朝两项制度创新。2. 安史之乱的历史影响。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【提高作业】用"结构失衡"解释唐朝由盛转衰。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本单元主题：从隋唐盛世到五代十国。把今天学到的方法带进下一篇——自己读、自己想、自己写。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