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第11单元 马克思主义的诞生与传播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第11课 马克思主义的诞生与传播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时空观念：在19世纪轴定位《宣言》、巴黎公社与传播。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史料实证：从《宣言》《资本论》看理论创立。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历史解释：分析马克思主义诞生的条件、《宣言》的意义与巴黎公社地位。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家国情怀：认识科学社会主义对人类解放事业的价值。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工业革命催生无产阶级与矛盾；马克思恩格斯创科学社会主义，《共产党宣言》(1848)标志诞生；巴黎公社(1871)首试无产阶级政权；后成俄国革命指南。重点：马克思主义诞生与《宣言》。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条件：工业革命造无产阶级与贫富分化；空想社会主义(圣西蒙等)提供素材。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诞生：马克思恩格斯创唯物史观+剩余价值论；1848《共产党宣言》标志科学社会主义诞生。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实践：1871巴黎公社首建无产阶级政权(失败但宝贵)。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传播：与第二国际、俄国革命结合，影响全球。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诞生条件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科学社会主义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巴黎公社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传播实践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科学社会主义。原因：易与"空想"混，需点"唯物史观+剩余价值"的科学性。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巴黎公社。原因：是"首试"非"成功"，其原则(工农联盟、公仆)需强调。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《宣言》意义。原因：首个无产阶级政纲，标志诞生，地位须明。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马克思主义诞生 ──┐
│ 条件:工业+空想│
│ 唯物史观/剩余价值│
│ 1848 宣言(诞生)│
│ 1871 巴黎公社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马克思主义诞生的标志。2. 世界上第一个无产阶级政权。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【提高作业】说明马克思主义"科学性"的体现。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本单元主题：马克思主义的诞生与传播。把今天学到的方法带进下一篇——自己读、自己想、自己写。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