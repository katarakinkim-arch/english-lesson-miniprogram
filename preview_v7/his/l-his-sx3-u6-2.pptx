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选择性必修3 文化交流与传播 · 第15单元 文化遗产：全人类共同的财富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第15课 文化遗产：全人类共同的财富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时空观念：在现代轴定位文物保护理念与国际合作。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史料实证：从遗产案例看文化价值与保护实践。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历史解释：分析文化遗产的价值及保护传承的必要性。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家国情怀：树立守护文化遗产、文明互鉴的责任感。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文化遗产(物质/非物质)是民族与人类的记忆，需保护利用， UNESCO 等推动全球守护。重点：文化遗产的价值与保护。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分类：物质(遗址建筑文物)与非物质(技艺民俗语言)。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价值：历史/艺术/科学/认同，民族也是人类记忆。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挑战：战乱、开发、老化威胁遗产。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守护：法规+UNESCO+公众参与，保用平衡。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物质遗产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非物质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挑战与守护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升华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分类。原因：物质与非物质易混，需各举一例。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人类共同。原因：一国遗产为何"人类共财"需论证。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保用平衡。原因：保护与开发非对立，须平衡，易偏。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`┌── 文化遗产·共财 ──┐
│ 物质:遗址建筑 │
│ 非物质:技艺民俗│
│ 价值:历史认同 │
│ 守护:保用平衡│
└──────────────────┘`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物质文化遗产举一。2. 非物质文化遗产举一。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【提高作业】为什么说文化遗产是"全人类共同的财富"？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本单元主题：文化遗产：全人类共同的财富。把今天学到的方法带进下一篇——自己读、自己想、自己写。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