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第2单元 诸侯纷争与变法运动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第2课 诸侯纷争与变法运动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时空观念：在春秋(前770-前476)—战国(前475-前221)时段定位纷争与变法。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史料实证：用出土铁器、商鞅方升等物证变法措施落地。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历史解释：说明铁犁牛耕推动土地私有与中央集权官僚制确立的社会转型。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家国情怀：从百家争鸣体会中华思想文化的源头活力与包容。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春秋战国从分封瓦解到诸侯争霸(春秋五霸、战国七雄)，铁犁牛耕推动地主阶级兴起，各国变法(商鞅最彻底)确立中央集权官僚制；思想上百家争鸣。重点：商鞅变法与社会转型、百家争鸣。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纷争：春秋五霸→战国七雄，分封制瓦解、诸侯争霸。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经济：铁犁牛耕推广→私田增多→土地私有(初税亩)。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变法：魏李悝、楚吴起、秦商鞅(军功爵、废井田、县制)。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百家：儒(孔孟荀)、道(老庄)、墨(兼爱)、法(韩非)争鸣。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经济变动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政治纷争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商鞅变法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百家争鸣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春秋vs战国。原因：前者"争霸"(尊王)、后者"兼并"(灭国)，易混，需列时间线。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变法深层动因。原因：多记措施忘动因，需用"生产力→生产关系"链条。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百家主张。原因：各家核心易张冠李戴，需对比表。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诸侯纷争与变法 ──┐
│ 经济:铁犁牛耕→私田 │
│ 政治:分封瓦解→争霸 │
│ 春秋五霸→七雄 │
│ 变法:商鞅最彻底 │
│ 废井田/军功爵/县制│
│ 思想:百家争鸣 │
│ 儒道墨法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商鞅变法的三项核心措施。2. 孔子与韩非主张有何不同？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【提高作业】用唯物史观解释"春秋战国为何变法集中"。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本单元主题：诸侯纷争与变法运动。把今天学到的方法带进下一篇——自己读、自己想、自己写。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