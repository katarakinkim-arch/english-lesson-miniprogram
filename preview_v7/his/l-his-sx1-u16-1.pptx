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选择性必修1 国家制度与社会治理 · 第16单元 中国赋税制度的演变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第16课 中国赋税制度的演变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时空观念：在春秋—清轴定位主要赋税制度。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史料实证：从简牍、税册看赋税征纳。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历史解释：分析赋税制度从人丁转向资产、实物转向货币的演变。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家国情怀：认识税制关乎民生与国家治理，理解"轻徭薄赋"。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赋税从夏贡商助到春秋初税亩、秦汉田租口赋、唐租庸调与两税法、明一条鞭、清摊丁入亩，趋势由"人丁"向"资产"、由实物劳役向货币。重点：赋税制度的演变趋势。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早期：夏贡商助、周彻；春秋鲁"初税亩"承认私田。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唐：租庸调(人丁+纳绢代役)、两税法(资产为主、夏秋两收)。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明：一条鞭法(赋役折银、合并征收)。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清：摊丁入亩(废人头税、入地亩)——人丁税终结。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早期到唐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明清转折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趋势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主线。原因：从"人丁"到"资产"是核心趋势，须贯穿。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各制区别。原因：租庸调/两税/一条鞭易混，需列表。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摊丁入亩。原因：废人头税、减负促流动，意义需明。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赋税制度演变 ──┐
│ 初税亩(私田) │
│ 唐:租庸调→两税│
│ 明:一条鞭(折银)│
│ 清:摊丁入亩 │
│ 趋势:人丁→资产│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春秋时期承认私田合法化的税制。2. 清政府废除人头税的制度。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【提高作业】概括中国古代赋税制度演变的趋势。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本单元主题：中国赋税制度的演变。把今天学到的方法带进下一篇——自己读、自己想、自己写。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