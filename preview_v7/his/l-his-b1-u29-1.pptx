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第29单元 改革开放以来的巨大成就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第29课 改革开放以来的巨大成就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时空观念：在1978至今轴定位回归、小康与新时代。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史料实证：从回归影像、GDP数据看跃升。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历史解释：分析改革开放以来综合国力提升的表现与"一国两制"实践。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家国情怀：增强"四个自信"，认同中国特色社会主义与民族复兴前景。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改革开放后综合国力跃升：一国两制(港澳回归)、经济建设成世界第二、民生与小康建成、科技(神舟、高铁)突破；中国特色社会主义进入新时代，提出人类命运共同体。重点：成就与"一国两制"。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国力和：GDP跃居世界第二，工业化、城镇化、基础设施(高铁)领先。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统一：一国两制构想，1997香港、1999澳门回归，保持繁荣。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民生：脱贫攻坚决胜、全面建成小康社会(2020)。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新时代：中特进入新时代，倡人类命运共同体，迈向复兴。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国力跃升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一国两制与回归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民生与科技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新时代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一国两制。原因：内涵"一国为前提、两制并存"易混，需先明"一国"前提。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小康内涵。原因：是"全面"(经济/社会/生态等)非单一收入，需拓展。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新时代定位。原因："新时代"指新矛盾新目标，易与"时期"混，需点。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改革开放成就 ──┐
│ GDP世界第二 │
│ 一国两制:港澳归│
│ 脱贫/全面小康 │
│ 科技:神舟高铁 │
│ 新时代/共同体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香港、澳门回归的时间。2. "一国两制"的前提。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【提高作业】概括改革开放以来我国取得的重大成就(举三例)。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本单元主题：改革开放以来的巨大成就。把今天学到的方法带进下一篇——自己读、自己想、自己写。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