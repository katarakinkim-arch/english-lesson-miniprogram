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第23单元 和平发展合作共赢的时代潮流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第23课 和平发展合作共赢的时代潮流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时空观念：在冷战后至今轴定位时代主题与倡议。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史料实证：从联合国决议、峰会文件看合作。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历史解释：分析和平发展时代主题与人类命运共同体理念的内涵。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家国情怀：认同中国方案，树立人类命运与共的责任感。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冷战后"和平与发展"成时代主题；联合国等全球治理机制发展；人类面临恐怖主义、气候、疫情等共同挑战，中国倡"人类命运共同体"与"一带一路"，推动合作共赢。重点：时代主题与人类命运共同体。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主题：冷战后"和平与发展"成时代主题，但局部冲突仍存。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治理：联合国、IMF、WTO等多边机制协调，应对跨国问题。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挑战：恐怖主义、气候变暖、网络安全、公共卫生等全球性问题。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中国方案：人类命运共同体、一带一路，倡合作共赢。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时代主题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全球治理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共同挑战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中国方案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时代主题。原因："和平发展"是"主流"非"无冲突"，需辩证。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人类命运共同体。原因：非"输出模式"而是"共商共建共享"，需正名。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全球性问题。原因：需联"非传统安全"，避免只列传统战争。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和平发展共赢 ──┐
│ 主题:和平发展 │
│ 全球治理机制 │
│ 非传统安全挑战│
│ 人类命运共同体│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当今时代的主题。2. 中国倡导的重要理念。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【提高作业】说明"人类命运共同体"理念的意义。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本单元主题：和平发展合作共赢的时代潮流。把今天学到的方法带进下一篇——自己读、自己想、自己写。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