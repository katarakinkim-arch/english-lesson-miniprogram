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选择性必修3 文化交流与传播 · 第3单元 古代西亚、非洲文化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第3课 古代西亚、非洲文化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时空观念：在公元前轴定位两河与埃及文明的兴起。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史料实证：从泥板、石刻、金字塔看古代文化内涵。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历史解释：分析地理(两河/尼罗)对西亚非洲文化的塑形。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家国情怀：尊重人类早期多元文化创造。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西亚两河孕育楔形文字、《汉谟拉比法典》、《吉尔伽美什》；北非尼罗河孕育象形文字、金字塔与太阳历。重点：两河流域与埃及文化成就。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两河：楔形文字、法典(汉谟拉比)、史诗(吉尔伽美什)、60进制。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埃及：象形文字、金字塔、太阳历、来世信仰。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地理：两河周期洪水→成文法；尼罗定期泛滥→来世/王权。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意义：为人类最早文明之一，影响希腊犹太。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两河文化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埃及文化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地理塑形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对比小结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文字区分。原因：楔形(泥板刻痕)与象形(图画)易混，需对比。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地理决定。原因：环境如何"塑形"文化需论证，勿简单归因。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法典性质。原因：《汉谟拉比法典》是成文法非宗教，勿混。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`┌── 西亚·非洲文化 ──┐
│ 两河：楔形/法典 │
│ 埃及：象形/金字塔│
│ 地理塑形文化 │
│ 人类最早文明 │
└──────────────────┘`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两河代表性文字。2. 埃及金字塔反映什么信仰？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【提高作业】比较两河与埃及文化的异同。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本单元主题：古代西亚、非洲文化。把今天学到的方法带进下一篇——自己读、自己想、自己写。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