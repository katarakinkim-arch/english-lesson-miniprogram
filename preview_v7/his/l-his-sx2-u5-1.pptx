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第5单元 工业革命与工厂制度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第5课 工业革命与工厂制度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时空观念：在1760后轴定位工厂制度确立。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史料实证：从工厂档案、童工记录看生产。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历史解释：分析工厂制度的特点及其对生产与工人的影响。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家国情怀：认识生产力进步与劳动者权益保障的统一。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工业革命以机器取代手工，工厂集中生产、纪律化管理；工人(含童工)成产业主力，城市化加速；生产组织从手工工场到工厂制度。重点：工厂制度的特点。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变革：机器(蒸汽)取代手工，生产从分散家庭/工场转向集中工厂。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特点：集中生产、严格纪律、细致分工、标准化。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工人：产业工人壮大(含女工童工)，劳作强度大、时间长。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影响：效率飙升、城市化、阶级分化。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生产转移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工厂特点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工人队伍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工厂特征。原因：核心是"集中+纪律+分工"，易只记"大"，需深。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工场→工厂。原因：前者手工分散、后者机器集中，易混需分。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工人处境。原因：高强度低薪，需正视而非美化。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工业革命与工厂 ──┐
│ 机器替手工 │
│ 集中+纪律+分工│
│ 产业工人壮大 │
│ 效率↑城市↑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工厂制度的核心特点(举二)。2. 工厂取代的是什么生产组织？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【提高作业】分析工厂制度对生产的影响。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本单元主题：工业革命与工厂制度。把今天学到的方法带进下一篇——自己读、自己想、自己写。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