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第1单元 源远流长的中华文化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第1课 源远流长的中华文化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时空观念：在先秦—明清轴定位中华文化的奠基、发展与成熟。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史料实证：从典籍与文物看中华文化的延续与内涵。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历史解释：说明中华文化"源远流长、博大精深、多元一体、与时俱进"的特点。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家国情怀：认同中华文化价值，增强文化自信与传承责任感。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中华文化源远流长、博大精深，以儒家为核心、多元一体、与时俱进，是民族的精神命脉。重点：中华文化的特点与价值。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奠基：先秦诸子(儒道法墨)与轴心突破。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主干：儒家(孔孟荀—汉独尊—宋明理学)为核，道法辅翼。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特点：源远流长、博大精深、多元一体、与时俱进。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价值：民族精神命脉，维系认同与统一。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诸子奠基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儒家主干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文化特点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文化价值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多元一体。原因：易只记"汉族"，需点"各民族共创、交融"；勿把"一体"当"单一"。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与时俱进。原因：文化随时代更新(如理学回应佛道)，易误以为"不变"，需点。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儒道关系。原因：常混孔老主张，需对比"入世/出世"。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源远流长的中华文化 ──┐
│ 诸子奠基 儒家主干 │
│ 源远流长 博大精深 │
│ 多元一体 与时俱进 │
│ 民族精神命脉 │
└─────────────────────┘`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诸子中"仁"是谁的主张？2. 中华文化两大特点。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【提高作业】为什么说中华文化"多元一体"？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本单元主题：源远流长的中华文化。把今天学到的方法带进下一篇——自己读、自己想、自己写。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