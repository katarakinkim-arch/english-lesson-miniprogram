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必修《中外历史纲要》上册 · 第12单元 辽宋夏金元的文化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第12课 辽宋夏金元的文化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时空观念：在宋元轴定位思想与科技高峰。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史料实证：从《四书章句集注》、沈括《梦溪笔谈》看文化。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历史解释：分析程朱理学成为官方正统的原因与双重影响。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家国情怀：认识中华科技与思想对世界文明的贡献。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理学(程朱)吸收佛道、以"天理""格物"重构儒学，南宋后成正统；科技(活字印刷、指南针、火药)领先世界；宋词元曲、书画、史学(《资治通鉴》)灿烂。重点：程朱理学。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思想：程颢程颐、朱熹集理学，"天理"为纲、"存天理灭人欲""格物致知"，南宋后正统。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科技：毕昇活字印刷、指南针用于航海、火药武器，《梦溪笔谈》。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文艺：宋词(苏辛)、元曲(关汉卿)、书画(元四家)、书院兴盛。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史学：司马光《资治通鉴》编年巨著。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程朱理学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三大发明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文艺与书院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史学书画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理学实质。原因：易望文生义为"自然科学"，需明确其为儒家伦理哲学。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理学影响。原因：强化伦理秩序(维护集权)也束缚个性，需两面评。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科技外传。原因：三大发明促欧洲转型，学生常忽略其世界意义，需升维。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辽宋夏金元文化 ──┐
│ 理学:天理/格物 │
│ 三发明:印刷/罗盘/│
│ 火药(传欧洲) │
│ 文艺:宋词元曲 │
│ 史学:资治通鉴 │
└────────────────────┘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理学的核心概念(举两例)。2. 列举三大发明。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【提高作业】评析程朱理学成为正统的原因与影响。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本单元主题：辽宋夏金元的文化。把今天学到的方法带进下一篇——自己读、自己想、自己写。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