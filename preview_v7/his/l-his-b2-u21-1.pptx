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第21单元 冷战与国际格局的演变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第21课 冷战与国际格局的演变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时空观念：在1947-1991轴定位冷战开始、对峙与终结。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史料实证：从杜鲁门主义、北约文书看对峙。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历史解释：分析冷战的表现、两极格局的形成与多极化趋势。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家国情怀：认识冷战教训，理解和平共处与多极平衡的价值。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二战后美苏由盟友变对手，冷战(杜鲁门主义、马歇尔、北约vs华约)形成两极；局部热战(朝鲜、越南)；70s多极化萌芽，1991苏联解体冷战结束、一超多强。重点：冷战表现与格局演变。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开端：1947杜鲁门主义(反共)、马歇尔计划(援欧)、苏联回应，冷战起。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对峙：北约(1949)vs华约(1955)，德分裂、朝越热战。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多极：70s欧共体、日本、中国、不结盟兴起，两极受挑战。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终结：1991苏联解体，冷战结束，"一超多强"多极趋势。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冷战开端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两极对峙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多极萌芽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终结与新格局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冷战性质。原因：非直接热战而是"遏制+对抗"，易与热战混，需分。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马歇尔。原因：经济援助实为"拴住西欧"反苏，双重性需点。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多极化。原因："多强"(欧日中)挑战"一超"，概念需清。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冷战与格局演变 ──┐
│ 杜鲁门/马歇尔 │
│ 北约↔华约 │
│ 朝越热战 │
│ 多极→一超多强│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冷战开始的标志。2. 两极格局终结的标志。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【提高作业】分析冷战对国际关系的影响。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本单元主题：冷战与国际格局的演变。把今天学到的方法带进下一篇——自己读、自己想、自己写。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