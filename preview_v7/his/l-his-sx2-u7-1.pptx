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第7单元 古代的商业贸易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第7课 古代的商业贸易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时空观念：在先秦—清轴定位商业与城市演变。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史料实证：从市集图、货币看贸易。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历史解释：分析古代商业、货币与城市"市"的发展特点。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家国情怀：认识商业流通对经济与社会活力的价值。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古代商业：物物交换到货币(贝、铜钱)，"市"从坊市分离到破坊市，柜坊飞钱出现；陆海丝路与商帮(晋徽)繁荣；重农抑商下曲折发展。重点：商业与城市的发展。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交换：物物→货币(贝、铜钱、纸币)。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市：汉市令、唐坊市分离、宋破坊市有夜市、明清商业市镇。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金融：柜坊(存汇)、飞钱(汇兑)、交子(纸币)。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商帮：晋商徽商；丝路海陆贸易；重农抑商下曲折。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货币与市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商业解放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金融与商帮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坊市制。原因：唐"坊市分离"、宋"破坊市"反映商业解放，易混需分。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柜坊/飞钱。原因：前者似"银行"、后者似"汇票"，易混需明。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重农抑商。原因：是"抑制"非"禁止"，需点。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古代商业贸易 ──┐
│ 物物→货币 │
│ 唐坊市/宋破坊市│
│ 柜坊·飞钱·交子│
│ 晋徽商帮·丝路│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唐朝城市"市"的特点。2. 世界上最早纸币。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【提高作业】分析宋元商业发展的表现。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本单元主题：古代的商业贸易。把今天学到的方法带进下一篇——自己读、自己想、自己写。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