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第10单元 古代的村落、集镇与居住环境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第10课 古代的村落、集镇与居住环境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时空观念：在定居后至今轴定位村落、集镇与城市。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史料实证：从遗址、古画看聚落与民居。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历史解释：分析村落、集镇形成的原因与各地民居的特色。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家国情怀：认识因地制宜的人居智慧与生态文明。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人类从穴居到村落(聚落)，集镇因军事、商贸兴起，城市出现；民居因地制宜(北方四合院、南方吊脚楼、窑洞)，体现人居环境智慧。重点：聚落演变与民居特色。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村落：农业定居形成聚落，血缘地缘聚居，防御互助。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集镇：军事堡寨、商贸市集演变而来，连接城乡。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城市：政治军事中心+手工商贸，规划(里坊)出现。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民居：北方四合院、南方吊脚楼、西北窑洞、草原帐——因地制宜。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村落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集镇与城市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民居智慧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村落vs集镇。原因：村落以农居、集镇以市/戍兴，易混需分。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因地制宜。原因：民居反映气候地形(非随意)，需点。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城市功能。原因：政治军事为先、商贸为辅，需明。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村落集镇人居 ──┐
│ 村落(农居) │
│ 集镇(市/戍) │
│ 城市(政军+商)│
│ 民居:因地制宜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集镇形成的主要原因(举一)。2. 北方传统民居代表。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【提高作业】说明古代民居"因地制宜"的体现。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本单元主题：古代的村落、集镇与居住环境。把今天学到的方法带进下一篇——自己读、自己想、自己写。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