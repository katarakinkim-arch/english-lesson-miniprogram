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选择性必修2 经济与社会生活 · 第8单元 世界市场与商业贸易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第8课 世界市场与商业贸易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时空观念：在16-20世纪轴定位世界市场形成与贸易体系。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史料实证：从贸易数据、条约看全球贸易。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历史解释：分析世界市场形成的阶段与国际分工、贸易体系。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家国情怀：认识全球化中的机遇与公平诉求。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新航路后商业革命，世界市场雏形；工业革命促世界市场最终形成，国际分工(原料—工业品)；20世纪贸易体系(关贸总协定/WTO)建立。重点：世界市场的形成与贸易体系。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雏形：新航路商业革命，世界市场现雏形、物种商品互通。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最终：工业革命促产能，列强瓜分、国际分工(原料产地—工业品)，市场最终形成。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体系：二战后关贸总协定(GATT)、1995WTO规范贸易。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特征：互通深化但分工不平等、中心—边缘。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雏形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最终形成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贸易体系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小结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练习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雏形vs最终。原因：前者"连起来"、后者"分工定"，易混需分。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不平等分工。原因：殖民地供原料受剥削，需点"中心—边缘"。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GATT/WTO。原因：规则组织非"世界政府"，需明。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世界市场与贸易 ──┐
│ 商业革命(雏形)│
│ 工业革命→最终 │
│ 中心—边缘分工│
│ GATT→WTO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世界市场最终形成于何时？2. 规范全球贸易的组织。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【提高作业】分析世界市场形成的影响。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本单元主题：世界市场与商业贸易。把今天学到的方法带进下一篇——自己读、自己想、自己写。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