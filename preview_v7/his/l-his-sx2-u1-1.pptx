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第1单元 从食物采集到食物生产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第1课 从食物采集到食物生产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时空观念：在约前1万年轴定位农业多点独立起源。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史料实证：从碳化谷物、农具遗存看农耕起源。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历史解释：说明食物生产对人类从迁徙到定居、文明萌发的革命意义。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家国情怀：认识农业是中华文明的根基，珍视农耕文明。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人类从采集狩猎转向食物生产(约前1万，西亚小麦、中美洲玉米、东亚稻粟多地独立起源)，农耕畜牧出现，定居、人口增长、文明奠基。重点：农业起源的革命性意义。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起源地：西亚小麦大麦、东亚粟稻、中美洲玉米薯——多地独立起源。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革命：农耕畜牧使人类获得稳定食物、定居、人口增。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影响：村落出现、剩余产品→阶级→国家、文明萌发。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差异：黄河流域粟、长江流域稻，南北农作物有别。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多地起源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生产革命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文明萌发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南北差异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多地起源。原因：非单一中心，需点"独立起源"打破"一元论"。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革命意义。原因：易只记"吃饱"，需联"定居—文明"链条。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性别变化。原因：农业使男性体力优势显、母权弱，常被忽略，可提。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食物采集到生产 ──┐
│ 多地独立起源 │
│ 西亚麦/东亚稻粟│
│ 农耕→定居 │
│ 剩余→阶级→国家│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农业起源的主要区域(举二)。2. 食物生产带来什么变化？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【提高作业】分析"农业革命"对人类社会的意义。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本单元主题：从食物采集到食物生产。把今天学到的方法带进下一篇——自己读、自己想、自己写。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