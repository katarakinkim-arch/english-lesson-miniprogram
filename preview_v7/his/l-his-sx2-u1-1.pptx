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10911535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历史 · 选择性必修2 经济与社会生活 · 第1单元 从食物采集到食物生产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07008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737360"/>
            <a:ext cx="10911535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40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第1课 从食物采集到食物生产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840480"/>
            <a:ext cx="109115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新课  ·  第1课时  ·  45分钟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5394960"/>
            <a:ext cx="2011680" cy="3302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5623560"/>
            <a:ext cx="1091153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学习任务群：    |    年级：高二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学习目标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时空观念：在约前1万年轴定位农业多点独立起源。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2823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2823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516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9516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史料实证：从碳化谷物、农具遗存看农耕起源。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0467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历史解释：说明食物生产对人类从迁徙到定居、文明萌发的革命意义。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6364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2823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2823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9516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9516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家国情怀：认识农业是中华文明的根基，珍视农耕文明。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课文背景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508760"/>
            <a:ext cx="6766560" cy="457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600"/>
              </a:spcAft>
            </a:pPr>
            <a:r>
              <a:rPr sz="16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人类从采集狩猎转向食物生产(约前1万，西亚小麦、中美洲玉米、东亚稻粟多地独立起源)，农耕畜牧出现，定居、人口增长、文明奠基。重点：农业起源的革命性意义。</a:t>
            </a:r>
          </a:p>
        </p:txBody>
      </p:sp>
      <p:pic>
        <p:nvPicPr>
          <p:cNvPr id="6" name="Picture 5" descr="wangfujing.jpg"/>
          <p:cNvPicPr>
            <a:picLocks noChangeAspect="1"/>
          </p:cNvPicPr>
          <p:nvPr/>
        </p:nvPicPr>
        <p:blipFill>
          <a:blip r:embed="rId2"/>
          <a:srcRect l="20485" r="20485"/>
          <a:stretch>
            <a:fillRect/>
          </a:stretch>
        </p:blipFill>
        <p:spPr>
          <a:xfrm>
            <a:off x="8046720" y="1508760"/>
            <a:ext cx="4114800" cy="31089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046720" y="4663440"/>
            <a:ext cx="4114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资料图（自由授权，复用 wangfujing.jpg）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学习重点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48132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92024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① 起源地：西亚小麦大麦、东亚粟稻、中美洲玉米薯——多地独立起源。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65176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276148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20040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② 革命：农耕畜牧使人类获得稳定食物、定居、人口增。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393192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371600" y="404164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448056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③ 影响：村落出现、剩余产品→阶级→国家、文明萌发。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521208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371600" y="532180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576072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④ 差异：黄河流域粟、长江流域稻，南北农作物有别。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学习路径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3619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59105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48132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Step1 导入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19456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04672" y="235915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4672" y="241401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230428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Step2 多地起源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301752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04672" y="318211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4672" y="32369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312724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Step3 生产革命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384048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04672" y="400507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04672" y="405993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71600" y="395020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Step4 文明萌发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466344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804672" y="482803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04672" y="488289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71600" y="477316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Step5 南北差异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" y="548640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804672" y="565099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04672" y="570585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71600" y="559612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Step6 练习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易混易错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① 多地起源。原因：非单一中心，需点"独立起源"打破"一元论"。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2823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2823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516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9516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② 革命意义。原因：易只记"吃饱"，需联"定居—文明"链条。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0467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③ 性别变化。原因：农业使男性体力优势显、母权弱，常被忽略，可提。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要点板书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10911535" cy="53949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54480"/>
            <a:ext cx="10362895" cy="5120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100"/>
              </a:spcAft>
            </a:pPr>
            <a:r>
              <a:rPr sz="1300" b="0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┌── 食物采集到生产 ──┐
│ 多地独立起源 │
│ 西亚麦/东亚稻粟│
│ 农耕→定居 │
│ 剩余→阶级→国家│
└──────────────────┘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分层作业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10911535" cy="14173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52704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965960"/>
            <a:ext cx="999713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【基础作业】1. 农业起源的主要区域(举二)。2. 食物生产带来什么变化？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971800"/>
            <a:ext cx="10911535" cy="14173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308152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520440"/>
            <a:ext cx="999713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【提高作业】分析"农业革命"对人类社会的意义。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本课小结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737360"/>
            <a:ext cx="54864" cy="43180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645920"/>
            <a:ext cx="10682935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1000"/>
              </a:spcAft>
            </a:pPr>
            <a:r>
              <a:rPr sz="2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本单元主题：从食物采集到食物生产。把今天学到的方法带进下一篇——自己读、自己想、自己写。</a:t>
            </a:r>
          </a:p>
          <a:p>
            <a:pPr algn="l"/>
            <a:r>
              <a:rPr sz="16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方法迁移：圈关键信息 → 理事件脉络 → 析人物精神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