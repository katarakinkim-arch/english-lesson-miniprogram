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第3单元 中古时期的欧洲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第3课 中古时期的欧洲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时空观念：在5-15世纪轴定位西欧封建、城市复兴与拜占庭。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史料实证：从封建契约、庄园账簿看社会结构。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历史解释：分析西欧封建制度的特点与城市复兴的意义。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家国情怀：认识文明在断裂中延续(拜占庭保存古典)。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西欧封建社会：封君封臣、庄园自给；天主教会居精神统治；城市复兴与王权强化；拜占庭帝国存希腊罗马遗产、受伊斯兰影响；俄罗斯吸纳拜占庭文明。重点：西欧封建制度与城市复兴。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政治：封君封臣(土地换效忠)、封建等级；王权弱。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经济：庄园(农奴+领主)自给自足；教会广占地产。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变化：11c城市复兴、行会、自治；王权借城市强化。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拜占庭：存罗马法(《查士丁尼法典》)、受伊斯兰冲击，1453亡；俄罗斯承其文明。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封君封臣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庄园经济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城市复兴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拜占庭与俄罗斯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西欧封建。原因：易与中国西周分封混，需点"契约/分散"不同于宗法集中。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庄园性质。原因：是"自给经济体+司法单位"，非单纯农村，需全。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城市复兴意义。原因：孕育资本主义与市民阶层，需升维。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中古时期的欧洲 ──┐
│ 封君封臣(分散) │
│ 庄园:自给+司法 │
│ 城市复兴→自治 │
│ 拜占庭:罗马法 │
│ 俄罗斯承其绪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西欧封建的政治特点。2. 拜占庭保存了哪部罗马法典？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【提高作业】分析中世纪城市复兴的历史意义。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本单元主题：中古时期的欧洲。把今天学到的方法带进下一篇——自己读、自己想、自己写。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