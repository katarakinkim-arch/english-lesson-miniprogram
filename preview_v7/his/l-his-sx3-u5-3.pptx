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第13单元 现代战争与不同文化的碰撞和交流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第13课 现代战争与不同文化的碰撞和交流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时空观念：在20世纪轴定位世界大战与冷战的文化影响。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史料实证：从文献看民族解放与文化自觉浪潮。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历史解释：分析现代战争如何引发文化碰撞与民族自觉。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家国情怀：珍视和平，尊重各民族文化主体性。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两次世界大战与冷战，促成不同文化剧烈碰撞，也激发民族解放与文化自觉，战后多元文化兴起。重点：现代战争与文化自觉。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一战：帝国崩、民族自决兴，多元文化涌动。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二战：法西斯种族主义破灭，殖民地觉醒、解放。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冷战：意识形态文化对抗(东西)，亦促第三世界文化自觉。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战后：多元文化主义兴起，平等对话成共识。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一战与自决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二战与解放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冷战与自觉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多元兴起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双重。原因：战争既摧毁也唤醒，易只记破坏。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自觉。原因："文化自觉/主体性"抽象，需联民族解放。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冷战文化。原因：冷战不止军事，更是文化意识形态对抗。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现代战争与文化 ──┐
│ 一战:民族自决 │
│ 二战:解放觉醒 │
│ 冷战:对抗自觉│
│ 多元主义兴起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一战后兴起的原则。2. 二战对殖民地的影响。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【提高作业】现代战争如何引发文化碰撞与自觉？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本单元主题：现代战争与不同文化的碰撞和交流。把今天学到的方法带进下一篇——自己读、自己想、自己写。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