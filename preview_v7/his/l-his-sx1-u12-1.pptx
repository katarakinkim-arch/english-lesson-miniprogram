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选择性必修1 国家制度与社会治理 · 第12单元 近代西方民族国家与国际法的发展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第12课 近代西方民族国家与国际法的发展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时空观念：在1648至今轴定位民族国家与国际法。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史料实证：从和约文本、国际法著作看体系。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历史解释：分析民族国家形成的背景与国际法发展的意义。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家国情怀：认识主权平等原则的价值与殖民时代的悖论。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宗教改革后王权强化，威斯特伐利亚体系(1648)确立"主权国家"与"主权平等"，近代国际法(格劳秀斯)诞生；但列强以国际法行殖民之实。重点：民族国家与国际法起源。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前提：宗教改革、王权强化、语言文化认同，民族国家成形。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体系：1648威斯特伐利亚和约，定"国家主权""主权平等""不干涉"——近代国际体系开端。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国际法：格劳秀斯《战争与和平法》奠基；后海牙、日内瓦公约扩展。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悖论：列强以国际法护殖民与不平等条约，双重标准。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民族国家形成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威斯特伐利亚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国际法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双重性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民族国家。原因：是"主权国民共同体"非"单一民族"，需正名。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1648意义。原因：确立主权平等原则，现代国际关系起点，需明。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双重性。原因：国际法既规范也常被强权扭曲，需辩证。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民族国家与国际法 ──┐
│ 宗教改革→民族国│
│ 1648 主权平等 │
│ 格劳秀斯奠基 │
│ 国际法:规范+双标│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标志主权国家体系形成的和约。2. 国际法的奠基著作。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【提高作业】分析威斯特伐利亚体系的历史意义。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本单元主题：近代西方民族国家与国际法的发展。把今天学到的方法带进下一篇——自己读、自己想、自己写。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