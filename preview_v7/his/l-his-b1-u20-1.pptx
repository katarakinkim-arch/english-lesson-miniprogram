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第20单元 北洋军阀统治时期的政治、经济与文化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第20课 北洋军阀统治时期的政治、经济与文化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时空观念：在1912-1919轴定位军阀统治、经济春天与新文化。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史料实证：从《新青年》、工厂统计看思想与实业。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历史解释：分析新文化运动的内容、意义及其与五四的关联。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家国情怀：体会先进分子以思想启蒙救亡的探索精神。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袁世凯篡权后军阀割据混战；民族工业"短暂春天"；陈独秀等掀新文化运动(民主科学、白话文)解放思想，为马克思主义传播与五四奠基。重点：新文化运动的内容与意义。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政治：袁世凯称帝败、军阀割据混战(直皖奉)，民主共和名存实亡。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经济：一战间列强放松，民族工业"短暂春天"(纺织面粉)。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文化：1915《新青年》倡民主科学、白话文、反旧礼教，解放思想。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意义：为马克思主义传播与五四奠基。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军阀混战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民族工业春天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新文化运动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意义与衔接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新文化评价。原因：易把"反孔"当"反传统全盘"，需说明"反专制礼教"而非弃文化。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短暂春天。原因：主因是一战列强暂离，非内生，需点"短暂"。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新文化vs五四。原因：前者文化启蒙、后者政治运动，易混需分。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北洋时期政经文 ──┐
│ 政治:军阀割据 │
│ 经济:短暂春天 │
│ 文化:民主科学 │
│ 新青年/白话文 │
│ 为五四奠基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新文化运动的口号。2. 民族工业"短暂春天"的出现背景。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【提高作业】评析新文化运动的内容与历史意义。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本单元主题：北洋军阀统治时期的政治、经济与文化。把今天学到的方法带进下一篇——自己读、自己想、自己写。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