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第16单元 亚非拉民族民主运动的高涨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第16课 亚非拉民族民主运动的高涨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时空观念：在1919-1930s轴定位三大洲的高涨运动。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史料实证：从非暴力宣言、改革法令看抗争。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历史解释：分析一战后民族民主运动高涨的原因与代表道路。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家国情怀：体会殖民地人民争取独立的多样智慧与坚定。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一战后(1919起)亚非拉民族民主运动新高涨：印度甘地非暴力不合作、土耳其凯末尔革命建国、墨西哥卡德纳斯改革；矛头直指帝国主义与封建。重点：代表运动与领导人物。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印度：甘地领导非暴力不合作(食盐进军)，以道德抵抗争自治。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土耳其：凯末尔革命废苏丹、建共和、世俗化改革，成现代国家。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墨西哥：卡德纳斯改革(土改、国有化、教育)深化革命。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特征：反帝反封、资产阶级领导、道路多元。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印度非暴力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凯末尔革命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卡德纳斯改革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多样性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非暴力。原因：非"软弱"而是"以弱制强"的道德—政治战略，需正名。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甘地/凯末尔。原因：一印一土、一非暴力一武装，易混需分。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卡德纳斯。原因：常漏，需补"资源国有化"亮点。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民族民主高涨 ──┐
│ 印度:甘地非暴力│
│ 土耳其:凯末尔 │
│ 墨西哥:卡德纳斯│
│ 反帝反封·多元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印度非暴力不合作运动的领袖。2. 凯末尔领导的是哪国革命？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【提高作业】比较甘地与凯末尔争取独立道路的不同。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本单元主题：亚非拉民族民主运动的高涨。把今天学到的方法带进下一篇——自己读、自己想、自己写。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