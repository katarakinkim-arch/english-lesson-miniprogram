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第19单元 社会主义国家的发展与变化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第19课 社会主义国家的发展与变化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时空观念：在1945-1991轴定位阵营扩展与剧变。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史料实证：从改革文件、解体文献看变迁。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历史解释：分析苏联改革受挫与解体的原因及历史教训。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家国情怀：坚定中国特色社会主义道路自信，吸取他国教训。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战后社会主义阵营扩展；苏联赫鲁晓夫、勃列日涅夫、戈尔巴乔夫改革先后受挫，1991解体；东欧剧变；中国走中国特色社会主义道路成功。重点：苏联改革得失与解体教训。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扩展：战后东欧、中、越等建社会主义，阵营形成、经互会、华约。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改革：赫鲁晓夫(农业/反个人崇拜)乱；勃列日涅夫(军重工)僵；戈氏(公开性)失控。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剧变：1989东欧变色、1991苏联解体，冷战结束。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中国：改革开放走中特道路，蓬勃发展。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赫鲁晓夫改革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勃氏与戈氏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剧变与解体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中国道路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改革受挫因。原因：多改表象未触体制根本(产权/决策)，需点。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解体教训。原因：非"社会主义失败"而是"模式僵化+改革失误"，需准。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中特对照。原因：同是社会主义，道路不同结果异，需联。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社会主义发展变化 ──┐
│ 阵营扩展(战后)│
│ 赫/勃/戈改革挫│
│ 1991 苏联解体 │
│ 中特道路成功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苏联解体的时间。2. 戈尔巴乔夫改革的方向性错误。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【提高作业】分析苏联解体的历史教训。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本单元主题：社会主义国家的发展与变化。把今天学到的方法带进下一篇——自己读、自己想、自己写。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