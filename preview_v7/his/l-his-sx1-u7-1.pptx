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第7单元 近代以来中国的官员选拔与管理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第7课 近代以来中国的官员选拔与管理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时空观念：在1905至今轴定位选官制度转型。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史料实证：从废科举上谕、公务员条例看变迁。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历史解释：分析科举废除与近现代选官制度演变的历程。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家国情怀：认识干部人事制度是国家治理的重要基础。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晚清废科举(1905)兴学堂、建近现代选官；民国考试院尝试；新中国确立人民代表大会制度下的干部与公务员制度(1993《暂行条例》)。重点：从科举到公务员的转型。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晚清：1905废科举，兴学堂、留学、新政选官过渡。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民国：南京政府设考试院，考试选官与任用分立。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新中国：干部制度→1993《国家公务员暂行条例》、2005《公务员法》法治化。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特征：由"荐举/考试取士"转向"考试+考核"的专业化人事。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晚清转型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民国考试院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新中国人事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废科举影响。原因：打破千年取士却致"士"失途，需辩证其必然。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考试院。原因：民国"五权"之一，易与古代科举混，需分。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公务员制。原因：现代依法考录，非"新科举"，需准。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中国选官转型 ──┐
│ 1905 废科举 │
│ 学堂/留学新选官│
│ 民国:考试院 │
│ 新中国:公务员 │
│ 考试+考核法治│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科举制废除的时间。2. 新中国公务员制度确立的标志。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【提高作业】说明科举制废除的历史影响。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本单元主题：近代以来中国的官员选拔与管理。把今天学到的方法带进下一篇——自己读、自己想、自己写。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