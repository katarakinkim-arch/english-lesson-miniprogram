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历史 · 必修《中外历史纲要》下册 · 第14单元 第一次世界大战与战后国际秩序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第14课 第一次世界大战与战后国际秩序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时空观念：在1914-1919轴定位战争与和约。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史料实证：从萨拉热窝、凡尔赛条约看因果。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历史解释：分析一战爆发的根本原因与凡尔赛—华盛顿体系的得失。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家国情怀：认识战争灾难，珍视和平与国际公平。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一战(1914-1918)因帝国主义政治经济发展不平衡、两大军事集团对峙而爆发；凡尔赛—华盛顿体系确立、国联成立，但埋下新矛盾。重点：战争根源与战后秩序。</a:t>
            </a:r>
          </a:p>
        </p:txBody>
      </p:sp>
      <p:pic>
        <p:nvPicPr>
          <p:cNvPr id="6" name="Picture 5" descr="wangfujing.jpg"/>
          <p:cNvPicPr>
            <a:picLocks noChangeAspect="1"/>
          </p:cNvPicPr>
          <p:nvPr/>
        </p:nvPicPr>
        <p:blipFill>
          <a:blip r:embed="rId2"/>
          <a:srcRect l="20485" r="20485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wangfujing.jpg）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根源：帝国主义政治经济发展不平衡、市场殖民地争夺；三国同盟/协约对峙。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爆发：1914萨拉热窝事件引燃，西线堑壕(凡尔登"绞肉机")。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秩序：1919凡尔赛、1921华盛顿，重划地图、赔惩德；国联成立(美未入、软弱)。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隐患：体系不公、德怨、民族矛盾，埋二战祸根。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Step2 战争根源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Step3 残酷战场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Step4 战后秩序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Step5 秩序的脆弱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Step6 小结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根本原因。原因：易归"萨拉热窝"导火索，需强调"帝国主义争霸"根本。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凡尔赛评价。原因：既"暂时和平"又"埋祸"，两面评。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国联软弱。原因：无美、无军队、决议需一致，难制约侵略，需点。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一战与国际秩序 ──┐
│ 根:帝国主义争霸│
│ 1914 萨拉热窝 │
│ 凡尔登绞肉机 │
│ 凡尔赛—华盛顿│
│ 国联软弱·隐患│
└──────────────────┘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一战爆发的根本原因。2. 一战后确立的国际体系。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【提高作业】评析凡尔赛—华盛顿体系的得失。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本单元主题：第一次世界大战与战后国际秩序。把今天学到的方法带进下一篇——自己读、自己想、自己写。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