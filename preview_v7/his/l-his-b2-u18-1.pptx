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第18单元 资本主义国家的新变化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第18课 资本主义国家的新变化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时空观念：在1945-2000轴定位战后调整与转折。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史料实证：从GDP曲线、福利法案看变化。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历史解释：分析国家干预、福利制度、新经济的表现与局限。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家国情怀：认识制度需随生产力调整，理解改革与平衡的必要性。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二战后资本主义国家加强国家干预(凯恩斯)、建福利国家、第三产业与新经济崛起、阶级结构变化；同时滞胀暴露干预局限。重点：战后资本主义的调整。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干预：凯恩斯主义，财政货币政策调控，战后"黄金时代"。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福利：建医疗、失业、养老保障，缓矛盾也增财政负担。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产业：第三产业(服务)占比升；90s"新经济"(信息、全球化)。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转折：70s"滞胀"显干预局限，新自由主义调整。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国家干预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福利国家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产业与科技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滞胀与调整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福利评价。原因：利弊并存(保公平/压效率)，易片面需平衡。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第三产业。原因：非"不要工业"，而是服务业主导，需澄清。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滞胀。原因："停滞+通胀"并存反凯恩斯，需点。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资本主义新变化 ──┐
│ 国家干预(凯恩斯)│
│ 福利国家(双刃) │
│ 第三产业/新经济│
│ 70s滞胀→调整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二战后资本主义奉行的经济理论。2. "滞胀"指什么？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【提高作业】评析"福利国家"的利弊。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本单元主题：资本主义国家的新变化。把今天学到的方法带进下一篇——自己读、自己想、自己写。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