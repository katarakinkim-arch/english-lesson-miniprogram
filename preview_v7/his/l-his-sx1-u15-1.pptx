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第15单元 货币的使用与世界货币体系的形成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第15课 货币的使用与世界货币体系的形成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时空观念：在古—今轴定位货币形态与世界体系演变。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史料实证：从铜钱、纸币、美元图看货币。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历史解释：分析布雷顿森林体系的内容、作用与瓦解。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家国情怀：认识货币主权与经济安全，理解人民币国际化意义。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货币从贝壳、铜钱到纸币(交子)、白银；近代金本位；二战后布雷顿森林体系(美元挂钩黄金)确立美元中心，1971解体后浮动汇率；人民币国际化推进。重点：世界货币体系的演变。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形态：贝币→铜钱→纸币(交子)→白银；近代金本位。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布雷顿：1944美元挂钩黄金(35$/盎司)、他币挂钩美元——美元中心。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解体：1971尼克松停兑金、浮动汇率，体系瓦解。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当代：美元仍主导、欧元人民币多元，国际货币多极化。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货币形态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布雷顿森林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解体与多元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双挂钩。原因："美元=黄金"机制易混，需画图(美元↔黄金↔他币)。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解体因。原因：美元危机、美国赤字，非"设计完美"，需析。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人民币。原因：国际化是渐进进程，非"取代美元"，需准。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货币与货币体系 ──┐
│ 贝→铜→纸→银 │
│ 金本位(近代) │
│ 布雷顿:美元中心│
│ 1971解体·多元│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世界上最早纸币。2. 布雷顿森林体系的核心。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【提高作业】分析布雷顿森林体系的作用与局限。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本单元主题：货币的使用与世界货币体系的形成。把今天学到的方法带进下一篇——自己读、自己想、自己写。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