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第6单元 西方的文官制度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第6课 西方的文官制度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时空观念：在19世纪轴定位英美文官制确立。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史料实证：从诺斯科特—屈维廉报告看改革。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历史解释：分析西方文官制度确立的背景、特点与影响。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家国情怀：理解制度专业化对公共治理的意义。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近代英美等国从"政党分肥"(随选举换人)走向常任文官制：英国1855/1870确立考试录用、政治中立、职务常任，提高效率与稳定。重点：文官制确立的背景与特点。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背景：政党分肥(胜者分赃)致效率低、腐败、动荡。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确立：英国1855(考试录用)、1870(公开竞争)确立；美1883《彭德尔顿法》。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特点：考试择优、政治中立、职务常任、功绩制。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影响：提效稳政，但"政治中立"也弱政治问责。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改革背景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英国确立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制度特点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政务官vs事务官。原因：前者随政党进退、后者常任中立，易混需分。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政党分肥。原因："分赃"致动荡是改革动因，需点。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中立利弊。原因：稳却弱问责，两面评。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西方文官制度 ──┐
│ 背景:政党分肥 │
│ 英1855/1870确立│
│ 特点:考试/中立/常任│
│ 政务官↔事务官 │
│ 提效但弱问责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西方文官制度确立的背景。2. 文官(事务官)的特点(举一)。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【提高作业】评析文官制度"政治中立"的利弊。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本单元主题：西方的文官制度。把今天学到的方法带进下一篇——自己读、自己想、自己写。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