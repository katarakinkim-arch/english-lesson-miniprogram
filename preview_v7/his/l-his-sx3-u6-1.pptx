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第14单元 文化传承的多种载体及其发展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第14课 文化传承的多种载体及其发展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时空观念：在古代—现代轴定位传承载体的演进。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史料实证：从典籍、学校、馆舍看传承实践。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历史解释：分析多种载体在文化传承中的不同作用。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家国情怀：认识传承载体的当代价值，自觉护文化。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文化传承依靠史官典籍、学校、印刷、博物馆图书馆、大众传媒等多种载体，随时代演进。重点：载体如何维系文化延续。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早期：史官记史、典籍(竹简纸)载道。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制度：官学私学(太学书院)育士传文。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技术：印刷术使书籍普及，文化下移。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现代：图书馆博物馆传媒数字，传承更广。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史官典籍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学校育士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印刷下移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现代载体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载体概念。原因："载体"抽象，需举例(书/校/馆)化具体。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功能区分。原因：史官记史、学校育人、印刷普及，易混。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技术作用。原因：印刷"让文化下移"易被忽略，需点。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文化传承的载体 ──┐
│ 史官典籍载道 │
│ 学校育士传文 │
│ 印刷下移普及 │
│ 馆媒数字广传│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最早的传承载体举一。2. 印刷术对文化传承的作用。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【提高作业】多种载体如何共同维系文化延续？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本单元主题：文化传承的多种载体及其发展。把今天学到的方法带进下一篇——自己读、自己想、自己写。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