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第24单元 全民族浴血奋战与抗日战争的胜利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第24课 全民族浴血奋战与抗日战争的胜利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时空观念：在1937-1945轴定位重大战役与胜利。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史料实证：从战役地图、受降图看浴血与胜利。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历史解释：分析两个战场配合的特点与抗战胜利的原因和意义。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家国情怀：弘扬以爱国主义为核心的民族精神与珍爱和平。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正面战场(台儿庄等)与敌后战场(百团大战)配合；毛泽东《论持久战》指明方向；中共七大(1945)确立毛泽东思想；1945.8日本投降，抗战胜利。重点：两个战场配合与胜利意义。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正面：国民党台儿庄大捷等阻击；敌后：八路军百团大战、根据地游击。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方略：毛泽东《论持久战》揭"防御—相持—反攻"三阶段，驳亡国/速胜。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七大：1945中共七大确立毛泽东思想为指导思想，团结胜利。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胜利：1945.8.15日本投降、9.2签署，抗战伟大胜利。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正面战场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敌后战场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论持久战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七大与胜利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两个战场关系。原因：易对立看待，需强调"配合"(正面阻击、敌后牵制)。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持久战。原因：非"速胜"亦非"亡国"，而是三阶段持久取胜，需明。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胜利原因。原因：决定性在"全民族团结合共产党中流砥柱"，非外力独功。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全民族抗战胜利 ──┐
│ 正面:台儿庄 │
│ 敌后:百团大战 │
│ 持久战:三阶段 │
│ 七大:毛泽东思想│
│ 1945 胜利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正面战场与敌后战场的代表战役各一。2. 抗战胜利的时间。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【提高作业】分析抗日战争胜利的原因与世界意义。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本单元主题：全民族浴血奋战与抗日战争的胜利。把今天学到的方法带进下一篇——自己读、自己想、自己写。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