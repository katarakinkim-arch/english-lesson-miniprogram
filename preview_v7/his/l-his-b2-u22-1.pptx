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第22单元 世界多极化与经济全球化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第22课 世界多极化与经济全球化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时空观念：在1990s至今轴定位多极力量与全球化。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史料实证：从WTO、贸易数据看互联。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历史解释：分析多极化趋势与经济全球化的表现及影响。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家国情怀：理解开放合作与人类命运共同体，理性看待全球化。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冷战后多极化趋势加强，欧盟、 Russia、中国、日本等力量上升；经济全球化加速(贸易、资本、信息互联)，WTO(1995)推动，区域集团(欧盟、APEC)并存；同时贫富分化、风险共担。重点：多极与全球化的表现。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多极：美"一超"，欧、俄、中、日、印等多强并举，权力分散。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全球化：贸易自由、资本跨国、信息互通；1995WTO规范贸易。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区域：欧盟、北美自贸区、APEC等集团并存，与全球化互动。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双刃：促增长、联通，也致贫富分化、风险传导(危机)。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多极化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全球化表现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区域集团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双刃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全球化实质。原因：易等同"美国化"或"纯好事"，需点"双刃"与主权考量。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WTO。原因：是"贸易规则组织"非"世界政府"，需澄清。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区域vs全球。原因：集团既促区域也叠全球，关系需明。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多极化与全球化 ──┐
│ 一超多强(多极)│
│ 贸易/资本/信息互联│
│ WTO(1995) │
│ 双刃:机遇/风险│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当今世界政治格局的特点。2. WTO成立的时间。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【提高作业】评析经济全球化的影响。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本单元主题：世界多极化与经济全球化。把今天学到的方法带进下一篇——自己读、自己想、自己写。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