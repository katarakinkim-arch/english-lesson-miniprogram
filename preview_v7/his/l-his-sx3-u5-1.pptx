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第11单元 古代战争与地域文化的演变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第11课 古代战争与地域文化的演变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时空观念：在公元前—13世纪轴定位重大征服与文化演变。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史料实证：从考古与文献看战争带来的文化混合。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历史解释：分析古代战争对地域文化的破坏与交融双重作用。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家国情怀：认识文化在碰撞中既有创伤也有新生。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亚历山大东征形成希腊化世界，蒙古西征联通欧亚，战争既破坏也促成文化交融与播迁。重点：战争对文化的双重作用。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希腊化：亚历山大东征，希腊文化+东方(埃及波斯)混合，科学兴盛。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蒙古：西征建帝国，驿站联通欧亚，技术宗教东学西传。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双重：破坏城市人口，也打通通道促交融。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规律：征服者常反被先进文化同化。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亚历山大东征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蒙古西征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双重作用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双重性。原因：战争既毁也融，易只记破坏。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反同化。原因：蛮族征服者被被征服文化同化，反直觉，需点。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希腊化内涵。原因：非"希腊化=希腊化"而是混合，易误。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古代战争与文化 ──┐
│ 亚历山大→希腊化│
│ 蒙古→欧亚联通 │
│ 破坏+通道交融 │
│ 征服者被同化 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"希腊化"指什么？2. 蒙古西征的积极作用。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【提高作业】分析古代战争对文化的双重作用。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本单元主题：古代战争与地域文化的演变。把今天学到的方法带进下一篇——自己读、自己想、自己写。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