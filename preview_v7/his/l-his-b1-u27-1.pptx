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第27单元 社会主义建设在探索中曲折发展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第27课 社会主义建设在探索中曲折发展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时空观念：在1956-1976轴定位探索、失误与成就。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史料实证：从八大气报、两弹史料看探索与成就。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历史解释：分析探索中的成就、失误及其原因与教训。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家国情怀：认识社会主义建设道路的曲折性与自力更生的精神。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1956后中共探索适合国情的建设道路：中共八大正确方针，但出现大跃进、人民公社化失误；调整巩固充实提高纠偏；文革(1966-76)严重挫折；期间仍取得两弹一星等成就。重点：探索的成就与挫折。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良好开端：1956中共八大正确分析矛盾、定工业化方针。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失误：1958大跃进(浮夸)、人民公社化(一大二公)，经济困难；1960八字方针调整。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挫折：1966-76文革，民主法制遭破、经济受扰。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成就：两弹一星(66/67/70)、杂交水稻、独立工业体系形成。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良好开端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失误与调整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文革挫折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建设成就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成就与失误。原因：易偏废一端，需"同期并存"辩证(挫折中仍有建设成就)。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大跃进根因。原因：急于求成、忽视规律，需联"超阶段"思潮。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八字方针。原因："调整巩固充实提高"纠偏作用易忽略。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探索中曲折发展 ──┐
│ 八大:良好开端 │
│ 大跃进/公社化 │
│ 八字方针纠偏 │
│ 文革:严重挫折 │
│ 两弹一星成就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中共八大的历史地位。2. "两弹一星"指什么？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【提高作业】总结社会主义建设探索中的历史教训。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本单元主题：社会主义建设在探索中曲折发展。把今天学到的方法带进下一篇——自己读、自己想、自己写。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