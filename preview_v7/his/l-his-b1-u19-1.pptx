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第19单元 辛亥革命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第19课 辛亥革命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时空观念：在1894-1912轴定位革命团体、起义与建国。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史料实证：从《临时约法》文本、宣言看共和理念。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历史解释：分析辛亥革命推翻帝制、建立共和的功绩与未完成之因。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家国情怀：体会革命志士推翻帝制、追求共和的牺牲精神。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孙中山提出三民主义，同盟会(1905)领导革命；武昌起义(1911.10.10)成功，1912中华民国建立、《临时约法》颁，清帝退位；革命推翻帝制但未完成反帝反封建。重点：革命功绩与局限。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准备：兴中会(1894)、同盟会(1905)、三民主义(民族民权民生)。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爆发：1911.10.10武昌起义，各省响应，清统治崩。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成果：1912.1.1中华民国成立；3月《临时约法》(主权在民、三权分立)。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局限：袁世凯窃权、清帝退位，未反帝反封建，社会性质未变。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革命准备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武昌起义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民国与约法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功绩与局限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革命性质。原因：易只赞"成功"，需同时指出"未完成反帝反封建"。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临时约法。原因：中国第一部资产阶级宪法，地位易低估，需强调。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三民主义。原因：民族/民权/民生对应易混，需逐一对应。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辛亥革命 ──┐
│ 三民主义/同盟会│
│ 1911 武昌起义 │
│ 1912 民国建立 │
│ 临时约法(宪法)│
│ 功:推翻帝制 │
│ 限:未反帝封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三民主义的内容。2. 《中华民国临时约法》的性质。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【提高作业】评析辛亥革命的历史功绩与局限。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本单元主题：辛亥革命。把今天学到的方法带进下一篇——自己读、自己想、自己写。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