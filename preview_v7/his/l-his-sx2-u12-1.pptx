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选择性必修2 经济与社会生活 · 第12单元 水陆交通的变迁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第12课 水陆交通的变迁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时空观念：在古—今轴定位水陆交通演进。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史料实证：从运河图、铁路史看变迁。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历史解释：分析交通从人力畜力到机械动力的变革及其影响。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家国情怀：认识交通进步对人类联通与文明交流的价值。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水陆交通：从人力畜力、人工运河(隋唐大运河、巴拿马苏伊士)、帆船到轮船、铁路(蒸汽)、汽车飞机；运输效率革命性提升，世界联系加强。重点：交通变革与效率提升。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传统：人力畜力、橹帆，人工运河(隋唐、苏伊士、巴拿马)通内陆与海洋。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机械：轮船(蒸汽)、铁路(史蒂芬孙)、汽车、飞机——速度量级跃升。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影响：运费降、时空压缩、市场扩大、世界更紧。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中国：铁路(詹天佑)、现代高铁领先。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传统与人造运河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机械动力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社会影响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运河意义。原因：人工运河降成本连区域，易被低估，需点。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机械革命。原因：蒸汽/内燃使运输"量级"跃升，需强调。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社会影响。原因：交通缩时空、扩市场，非仅"快"，需联。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水陆交通变迁 ──┐
│ 人力畜力/运河│
│ 轮船/铁路 │
│ 汽车/飞机 │
│ 时空压缩·联通│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第一次工业革命中出现的陆地交通革命。2. 人工运河的作用。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【提高作业】分析交通变革对世界联系的影响。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本单元主题：水陆交通的变迁。把今天学到的方法带进下一篇——自己读、自己想、自己写。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