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第9单元 资产阶级革命与资本主义制度的确立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第9课 资产阶级革命与资本主义制度的确立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时空观念：在1640-19世纪轴定位英、美、法革命与扩展。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史料实证：从《权利法案》《1787宪法》《人权宣言》看制度。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历史解释：分析三国革命确立的政体特点与资本主义制度扩展。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家国情怀：认识制度探索中"主权在民"的进步与人类共同价值。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英(1640-1688"光荣革命"、君主立宪)、美(1776独立、1787宪法)、法(1789大革命、共和)先后确立资本主义制度；19世纪改革(俄废奴、德意统一、日明治)扩展。重点：三国革命与制度确立。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英：1640革命、1688光荣革命，《权利法案》限王权、立君主立宪。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美：1776《独立宣言》、1783独立；1787宪法三权分立、联邦制。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法：1789攻占巴士底、《人权宣言》、共和曲折确立。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扩展：19c俄废农奴、美内战、德意统一、日明治——制度扩全球。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英国革命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美国独立与宪法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法国大革命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制度扩展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三国政体。原因：英君主立宪、美总统共和、法共和，易混需对比表。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1787宪法。原因：分权制衡+联邦制，学生易只记"三权"忘"联邦"。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革命共性。原因：都反专制、立"主权在民"，但路径各异，需归纳。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资产阶级革命 ──┐
│ 英:君主立宪 │
│ 美:联邦/三权分立│
│ 法:共和(彻底) │
│ 19c制度扩展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英国确立君主立宪的标志文献。2. 美国1787宪法确立的原则。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【提高作业】比较英、美、法三国革命确立政体的不同。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本单元主题：资产阶级革命与资本主义制度的确立。把今天学到的方法带进下一篇——自己读、自己想、自己写。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