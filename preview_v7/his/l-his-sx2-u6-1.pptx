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第6单元 现代科技进步与人类社会发展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第6课 现代科技进步与人类社会发展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时空观念：在二战后至今轴定位第三次科技革命。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史料实证：从技术史、数据看变革。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历史解释：分析现代科技对生产、生活与社会的深刻影响。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家国情怀：树立科技强国意识与负责任创新的伦理观。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二战后第三次科技革命：电子信息、原子能、航天、生物、新材料；信息时代(计算机、互联网)、人工智能重塑生产生活方式，同时带来伦理与安全挑战。重点：科技革命的双刃性。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革命：电子信息、原子能、航天、生物、新材料——第三次科技革命。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信息时代：计算机、互联网、移动互联重构生产与交往。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智能：人工智能、大数据渗透各行业，效率与便利并举。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挑战：伦理(隐私、算法)、安全(网络)、数字鸿沟——双刃。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第三次革命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信息时代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智能时代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双刃挑战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第三次革命。原因：以"信息"为核心区别于前两次(蒸汽/电气)，需分。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双刃。原因：便利伴隐私/伦理风险，需辩证。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中国角色。原因：从跟跑到并跑(5G、航天)，可点自豪感。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现代科技进步 ──┐
│ 第三次革命(信息)│
│ 互联网/移动互联│
│ 人工智能渗透 │
│ 双刃:便利+风险│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第三次科技革命的核心领域。2. 互联网对社会的影响(举一)。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【提高作业】评析现代科技对社会发展的双刃影响。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本单元主题：现代科技进步与人类社会发展。把今天学到的方法带进下一篇——自己读、自己想、自己写。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