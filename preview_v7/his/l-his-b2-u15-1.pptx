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第15单元 十月革命的胜利与苏联的社会主义实践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第15课 十月革命的胜利与苏联的社会主义实践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时空观念：在1917-1936轴定位革命与建设阶段。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史料实证：从《四月提纲》、五年计划看实践。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历史解释：分析十月革命的世界意义与苏联经济模式的得失。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家国情怀：认识社会主义从理论到实践的飞跃与人类制度探索。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1917俄国二月倒沙皇、十月列宁领导布尔什维克夺权，建首个社会主义国家；战时共产主义→新经济政策→斯大林模式(工业化、农业集体化)。重点：十月革命意义与苏联探索。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革命：1917.2倒沙皇；11(俄历10)列宁领导夺权，建苏维埃政权。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探索：战时共产主义(余粮收集)→新经济政策(粮食税、允市场)恢复经济。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模式：斯大林工业化(重优先)、农业集体化、计划经济——高速工业化但结构失衡。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意义：首个社会主义国家，打破资本一统，鼓舞殖民解放。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二月与十月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政策探索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斯大林模式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世界意义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二月vs十月。原因：前者资产阶级、后者社会主义，易混需分。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新经济政策。原因："利用市场"非"退却"，是务实过渡，需点。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斯大林模式。原因：成就(工业化)与代价(农业/民生)并存，两面评。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十月革命与苏联 ──┐
│ 2月倒沙皇 │
│ 10月(俄历)夺权│
│ 新经济:用市场 │
│ 斯大林:工业化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俄国十月革命发生在哪年？2. 新经济政策的核心变化。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【提高作业】评析斯大林模式的历史得失。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本单元主题：十月革命的胜利与苏联的社会主义实践。把今天学到的方法带进下一篇——自己读、自己想、自己写。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