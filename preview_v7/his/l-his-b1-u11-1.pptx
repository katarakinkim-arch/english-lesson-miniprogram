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历史 · 必修《中外历史纲要》上册 · 第11单元 辽宋夏金元的经济与社会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第11课 辽宋夏金元的经济与社会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第1课时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时空观念：在唐—宋元轴定位经济重心南移的完成。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史料实证：从《清明上河图》、市舶记录看商业繁荣。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历史解释：说明商业繁荣(交子、市舶、城市)的表现与南移动因。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家国情怀：认识我国古代经济格局变迁对今天区域发展的启示。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宋元农业(占城稻、棉)、手工业(瓷、纺)进步，商品经济繁荣(交子、市舶司)，城市打破坊市、夜市兴起，经济重心南移完成(南宋)。重点：商业繁荣与经济重心南移。</a:t>
            </a:r>
          </a:p>
        </p:txBody>
      </p:sp>
      <p:pic>
        <p:nvPicPr>
          <p:cNvPr id="6" name="Picture 5" descr="wangfujing.jpg"/>
          <p:cNvPicPr>
            <a:picLocks noChangeAspect="1"/>
          </p:cNvPicPr>
          <p:nvPr/>
        </p:nvPicPr>
        <p:blipFill>
          <a:blip r:embed="rId2"/>
          <a:srcRect l="20485" r="20485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wangfujing.jpg）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农业：占城稻推广、植棉北传，产量提升。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手工业：景德镇瓷、丝棉织业发达，海上丝路兴盛。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商业：交子(世界最早纸币)、市舶司管外贸、城市破坊市夜市。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南移：南宋时"苏湖熟天下足"，重心南移完成。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Step2 农业与手工业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Step3 商业革命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Step4 海外贸易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Step5 经济重心南移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交子性质。原因：易当"钱币玩具"，需强调"信用货币/纸币雏形"与商业需求。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南移完成时点。原因：常误为"唐代"，须明确"南宋完成"，需证据。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市舶司。原因：职能(外贸管理)易混为"海关前身"，需点明。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宋元经济与社会 ──┐
│ 农:占城稻/植棉 │
│ 工:瓷/丝棉/海船 │
│ 商:交子/破坊市 │
│ 贸:市舶司(外贸) │
│ 南移:南宋完成 │
└──────────────────┘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交子是什么？2. 经济重心南移何时完成？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【提高作业】分析宋代商业繁荣的主要表现。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本单元主题：辽宋夏金元的经济与社会。把今天学到的方法带进下一篇——自己读、自己想、自己写。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