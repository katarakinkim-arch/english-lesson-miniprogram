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第28单元 中国特色社会主义道路的开辟与发展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第28课 中国特色社会主义道路的开辟与发展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时空观念：在1978-2000轴定位转折、开放与市场经济。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史料实证：从全会公报、特区影像看转折与成就。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历史解释：分析十一届三中全会的历史转折意义与改革开放的进程。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家国情怀：认识改革开放是决定当代中国命运的关键一招。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1978十一届三中全会拨乱反正、工作重心转移、改革开放；农村家庭联产承包、城市改革、经济特区与开放格局；1992十四大确立社会主义市场经济；中国特色社会主义形成。重点：十一届三中全会与改革开放。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转折：1978十一届三中全会，停止阶级斗争为纲、重心转经济建设、改革开放。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农村：家庭联产承包责任制(包产到户)，解放生产力。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开放：1980特区(深珠汕厦)、沿海到内地格局；城市国企改革。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目标：1992十四大确立社会主义市场经济；初级阶段、中特道路形成。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伟大转折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农村改革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开放格局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市场经济确立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全会意义。原因："伟大转折"在"思想/重心/路线"三复位，需点透。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包产到户。原因：是"经营方式"变革非土地私有，易误读需澄清。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十二大/十四大。原因：十二大提"中特"、十四大定"市场经济"，易混需分。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中特道路开辟 ──┐
│ 1978 三中全会 │
│ 农村:包产到户 │
│ 特区/开放格局 │
│ 1992 市场经济 │
│ 中特道路形成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十一届三中全会的核心决策。2. 首批经济特区。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【提高作业】说明社会主义市场经济体制确立的意义。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本单元主题：中国特色社会主义道路的开辟与发展。把今天学到的方法带进下一篇——自己读、自己想、自己写。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