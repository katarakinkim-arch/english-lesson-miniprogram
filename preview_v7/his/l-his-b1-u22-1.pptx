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第22单元 南京国民政府的统治和中国共产党开辟革命新道路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第22课 南京国民政府的统治和中国共产党开辟革命新道路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时空观念：在1924-1936轴定位合作、起义、割据与长征。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史料实证：从八角楼著作、长征路线看道路探索。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历史解释：分析"农村包围城市"道路形成的国情依据与长征的意义。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家国情怀：体悟实事求是、艰苦奋斗的长征精神与道路自信。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国民革命(1924-1927)国共合作北伐，后因清党失败；中共发动南昌、秋收起义，毛泽东开辟"农村包围城市"；红军长征(1934-1936)保存革命力量。重点：革命新道路与长征意义。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合作：1924国共合作、北伐(1926)基本推翻北洋；1927清党，大革命失败。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起义：南昌(8.1)、秋收起义，转向农村。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新道路：毛泽东井冈山根据地，"工农武装割据"(武装/土地/根据地)。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长征：1934战略转移，1935遵义会议转折，1936会宁会师保存力量。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合作与失败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武装起义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革命新道路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长征转折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新道路依据。原因：易疑"为何不选城市"，需联"半殖民地农村敌弱、城市强"国情。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遵义会议。原因：党的生死攸关转折(独立解决路线)，地位需强调。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长征意义。原因：不止"走路"，更是保存力量、播撒种子、精神丰碑。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革命新道路 ──┐
│ 北伐→清党失败 │
│ 南昌/秋收起义 │
│ 井冈山:割据 │
│ 农村包围城市 │
│ 长征/遵义转折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南昌起义的时间与意义。2. "工农武装割据"包含哪三方面？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【提高作业】分析"农村包围城市"道路形成的国情依据。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本单元主题：南京国民政府的统治和中国共产党开辟革命新道路。把今天学到的方法带进下一篇——自己读、自己想、自己写。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