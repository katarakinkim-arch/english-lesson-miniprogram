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必修《中外历史纲要》上册 · 第15单元 明至清中叶的经济与文化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第15课 明至清中叶的经济与文化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时空观念：在明清(1368-1840)轴定位经济文化的新变化。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史料实证：从《天工开物》、徽商史料看工商繁荣。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历史解释：说明农耕经济顶峰下的新现象(市镇、白银、新作物)及局限。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家国情怀：认识中华文化在承续中自我更新的生命力。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明清农耕经济高度成熟，新农作(玉米番薯)扩耕、工商市镇与商帮兴起，白银货币化、海禁与朝贡贸易并存；思想(阳明心学、经世致用、批判君主)、文艺(《红楼》)、科技中西交流。重点：经济新现象与思想活跃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经济：玉米番薯推广、湖广熟天下足；工商市镇、商帮(晋徽)、白银本位。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外贸：海禁与朝贡贸易并存，民间走私活跃，白银流入。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思想：阳明心学、经世致用(顾炎武)、批判君主(黄宗羲)、工商皆本(黄)。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文化：小说(《红楼》《三》)、戏曲、科技《天工开物》《农政全书》。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农业与市镇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外贸格局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思想活跃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文艺科技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商品经济vs资本主义。原因：易夸大"萌芽"，需说明"未突破 agrarian 框架"。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海禁/闭关。原因：二者不同(海禁防私通、闭关限对外)，易混需分。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思想活跃因。原因：不止"个性解放"，更要联"市民阶层+危局反思"。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明清经济与文化 ──┐
│ 农:玉米番薯 │
│ 工:市镇/商帮 │
│ 币:白银本位 │
│ 思:心学/经世 │
│ 文艺:小说鼎盛 │
└──────────────────┘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明清传入的两例高产作物。2. 黄宗羲的思想主张。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【提高作业】评析明清"商品繁荣却未走向资本主义"的原因。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本单元主题：明至清中叶的经济与文化。把今天学到的方法带进下一篇——自己读、自己想、自己写。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