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必修《中外历史纲要》上册 · 第9单元 两宋的政治和军事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第9课 两宋的政治和军事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时空观念：在北宋(960-1127)—南宋(1127-1279)轴定位制度与战争。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史料实证：从《宋史》、宋太祖誓碑看"重文"取向。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历史解释：分析宋初集权措施与"积贫积弱"之间的因果。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家国情怀：认识制度设计须兼顾集权与效能的历史启示。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宋太祖杯酒释兵权，重文轻武、分化事权、设枢密与三司，加强中央集权却致"积贫积弱"；王安石变法图强未竟；宋与辽夏金和战，最终亡于金元。重点：宋初集权措施与"积弱"成因。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立国：960陈桥兵变，杯酒释兵权，"强干弱枝"。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集权：分化事权(二府三司)、重文轻武、文官知州、通判监督。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忧患：冗官冗兵冗费→积贫；更戍法兵不识将→积弱。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变法：王安石(1069)理财整军，受阻终止；宋与辽夏金和战，终亡。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杯酒释兵权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集权措施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积贫积弱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王安石变法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重文轻武代价。原因：易只赞"抑武"忘"边防弱"，需两面评。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积贫积弱因。原因：根在"分化事权+募兵"而非一时奢侈，需结构析。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王安石败因。原因：不止"保守反对"，还有执行与共识问题，需多维。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两宋政治军事 ──┐
│ 960 陈桥兵变 │
│ 杯酒释兵权 │
│ 分化事权/重文轻武│
│ 积贫(三冗)积弱 │
│ 王安石变法未竟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宋初加强中央集权的两项措施。2. "积贫积弱"何意？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【提高作业】分析宋"强干弱枝"如何导致边防弱。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本单元主题：两宋的政治和军事。把今天学到的方法带进下一篇——自己读、自己想、自己写。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