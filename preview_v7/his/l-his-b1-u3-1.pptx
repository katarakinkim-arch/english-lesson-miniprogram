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第3单元 秦统一多民族封建国家的建立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第3课 秦统一多民族封建国家的建立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时空观念：把秦统一(前221)置于战国→汉的时间轴，理解其承前启后。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史料实证：从秦简、度量衡实物看"书同文、车同轨"的落实。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历史解释：分析中央集权制度(皇帝、三公九卿、郡县)对巩固统一的作用与弊端。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家国情怀：认识统一多民族国家的历史必然与秦制深远影响。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秦灭六国(前221)建首个统一多民族封建国家；确立皇帝制、三公九卿、郡县制，统一文字度量衡车轨；暴政激矛盾，秦末农民战争亡秦。重点：中央集权制度创立与历史影响。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统一：前230-前221灭六国，建首个统一集权王朝。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中央：皇帝制+三公九卿(丞相/太尉/御史大夫)。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地方：废分封行郡县，长官由皇帝任免。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统一措施：书同文、车同轨、统一度量衡货币。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速亡：暴政(徭役重、严刑)→陈胜吴广起义→前207亡。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中央集权创立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郡县制取代分封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巩固统一措施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暴政与速亡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郡县vs分封。原因：学生易以"善恶"评，需从"巩固统一/防止割据"论其进步。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秦亡因。原因：常归"残暴"忽略"力役过重+六国旧势力"，需多维。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秦制影响。原因：秦短命却制度延续，易忽视"汉承秦制"。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秦统一与中央集权 ──┐
│ 前221 灭六国 │
│ 中央:皇帝+三公九卿│
│ 地方:郡县(任免) │
│ 统一:文/轨/度量衡│
│ 速亡:暴政→起义 │
│ 遗产:汉承秦制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秦中央集权中央与地方的核心制度。2. 秦速亡的直接原因。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【提高作业】评价"百代皆行秦政法"。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本单元主题：秦统一多民族封建国家的建立。把今天学到的方法带进下一篇——自己读、自己想、自己写。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