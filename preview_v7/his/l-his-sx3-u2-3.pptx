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第5单元 南亚、东亚与美洲的文化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第5课 南亚、东亚与美洲的文化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时空观念：在区域轴定位南亚、东亚、美洲文明。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史料实证：从石窟、建筑、历法看区域文化内涵。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历史解释：比较不同区域文化的信仰与社会特征。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家国情怀：尊重世界文化多样性。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南亚印度教佛教、东亚儒释道、美洲玛雅阿兹特克印加，各具特色。重点：区域文化多样性与本土特征。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南亚：印度教(种姓/轮回)、佛教(释迦)、梵文史诗。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东亚：儒释道融合，汉字书法茶道等。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美洲：玛雅历法天文、阿兹特克、印加(巨石/路网)。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启示：地理隔绝促成独特路径，文化多元并存。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南亚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东亚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美洲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印佛关系。原因：印度教与佛教同源而异，易混，需辨。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美洲独立。原因：美洲文明相对孤立发展，勿与旧界混淆。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东亚融合。原因：儒释道"三教合流"非互斥，需点。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南亚·东亚·美洲 ──┐
│ 南亚：印教/佛教 │
│ 东亚：儒释道合流│
│ 美洲：玛雅/印加 │
│ 多元并存 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佛教创始人。2. 玛雅文明的代表成就。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【提高作业】比较南亚与东亚文化的核心差异。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本单元主题：南亚、东亚与美洲的文化。把今天学到的方法带进下一篇——自己读、自己想、自己写。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