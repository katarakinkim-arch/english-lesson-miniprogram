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第4单元 中古时期的亚洲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第4课 中古时期的亚洲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时空观念：在7-17世纪轴定位阿拉伯、奥斯曼、日本、南亚。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史料实证：从《一千零一夜》、天皇诏令看文明。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历史解释：分析阿拉伯—伊斯兰文明的世界贡献与东亚体制特点。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家国情怀：体会亚洲多元文明对世界历史的贡献。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亚洲多文明并立：阿拉伯帝国(伊斯兰、翻译保存希腊学术)、奥斯曼(横跨三洲)、南亚德里苏丹与莫卧儿、东亚日本大化改新与幕府政治、朝鲜。重点：阿拉伯—伊斯兰文明与东亚体制。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阿拉伯：伊斯兰统一半岛，帝国跨三洲，翻译希腊学术、沟通东西。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奥斯曼：灭拜占庭、控丝路、地跨三洲，17c转衰。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南亚：德里苏丹(伊斯兰)、莫卧儿(阿克巴集权) 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东亚：日本大化改新(中制)、幕府(将军掌权、天皇虚位)；朝鲜集权。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阿拉伯文明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奥斯曼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南亚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东亚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阿拉伯贡献。原因：易只记"宗教"忘"翻译保存古典+中转贸易"，需升维。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日本幕府。原因：将军实权、天皇象征，易与"天皇专制"混，需点。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奥斯曼衰落。原因：控丝路反被新航路边缘化，需联全球史观。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中古时期的亚洲 ──┐
│ 阿拉伯:伊斯兰枢纽│
│ 奥斯曼:跨三洲 │
│ 南亚:苏丹/莫卧儿│
│ 日本:大化→幕府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阿拉伯"翻译运动"的意义。2. 日本幕府时期谁掌握实权？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【提高作业】说明中古亚洲文明对世界历史的贡献。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本单元主题：中古时期的亚洲。把今天学到的方法带进下一篇——自己读、自己想、自己写。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