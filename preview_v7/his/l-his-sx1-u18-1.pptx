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第18单元 世界主要国家的基层治理与社会保障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第18课 世界主要国家的基层治理与社会保障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时空观念：在中古—现代轴定位基层治理与社保。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史料实证：从济贫法、社保法看制度。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历史解释：分析西方基层治理的特点与社会保障制度的演进。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家国情怀：理解基层治理与社会保障对民生幸福的意义。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西方基层治理从庄园、自治市到近代社区(英、美、法各具特色)；社会保障从济贫法、社会保险(德)到福利国家，应对工业化风险。重点：基层治理与社保演进。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基层：西欧庄园→城市自治→近代社区(英教区、美乡镇、法市镇)。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社保前：1601/1834英济贫法(救济而非权利)。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社保建：1883德俾斯麦社会保险(医疗工伤)、英1946国民保健——成权利。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福利国：二战后扩展，国家担责、制度保障。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基层治理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社会保障前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社保建立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社区自治。原因：西方基层多"居民自治"，与中国"官治"不同，需区分。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济贫vs社保。原因：前者施舍、后者法定权利，易混需分。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德先创社保。原因：1883德国首开，易漏需点。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基层治理与社保 ──┐
│ 庄园→城市自治 │
│ 社区(居民自治)│
│ 济贫法(施舍) │
│ 德1883社保(权利)│
│ 福利国(国家担)│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近代西方基层治理的主要单位。2. 现代社会保险制度的起源国。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【提高作业】分析社会保障制度从"济贫"到"权利"的演进意义。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本单元主题：世界主要国家的基层治理与社会保障。把今天学到的方法带进下一篇——自己读、自己想、自己写。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