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必修《中外历史纲要》上册 · 第17单元 国家出路的探索与列强侵略的加剧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第17课 国家出路的探索与列强侵略的加剧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时空观念：在1851-1895轴定位农民战争、洋务与战争。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史料实证：从江南制造局档案、《马关条约》看探索与危机。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历史解释：分析洋务运动"中体西用"的成效与局限及甲午战败影响。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家国情怀：体会近代志士探索救国道路的艰辛与爱国精神。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太平天国(1851-1864)农民救国失败；洋务派"自强求富"办军工民用、建海军，未触制度；边疆危机(新疆、台湾)、中法(1883)、甲午(1894)战败，《马关条约》刺激瓜分。重点：洋务运动与甲午战败的影响。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太平：1851金田起义，《天朝田亩制度》空想、《资政新篇》资本主义，1864败。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洋务：1860s"自强"(军工)→"求富"(民用)，建北洋海军，中体西用。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危机：左宗棠收复新疆(1884建省)；中法战(1883)虽胜犹败。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甲午：1894日发动，《马关条约》割台、赔银、开厂——列强瓜分狂潮。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太平天国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洋务运动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边疆与中法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甲午与马关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洋务局限。原因：易只记"器物"忘"制度不变"，需点"中体西用"天花板。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甲午影响。原因："设厂"标志资本输出，危害远大于割地，需深析。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太平评价。原因：既有反封建反侵略又有局限(宗教/内讧)，需两面。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出路探索与侵略 ──┐
│ 太平:天京/空想 │
│ 洋务:中体西用 │
│ 收新疆/中法战 │
│ 甲午→马关条约 │
│ 瓜分狂潮 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洋务运动的口号。2. 《马关条约》的危害性内容。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【提高作业】评析洋务运动"中体西用"的成效与局限。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本单元主题：国家出路的探索与列强侵略的加剧。把今天学到的方法带进下一篇——自己读、自己想、自己写。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