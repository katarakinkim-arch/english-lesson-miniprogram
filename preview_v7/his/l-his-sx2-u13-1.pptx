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第13单元 现代交通运输的新变化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第13课 现代交通运输的新变化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时空观念：在20世纪至今轴定位现代交通。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史料实证：从航线图、物流数据看变化。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历史解释：分析汽车、航空、高铁与智能交通的发展及影响。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家国情怀：为中国高铁等交通成就自豪，理解互联互通。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20世纪以来：汽车普及、民航成网、高速铁路(尤其中国)引领、集装箱与物流革命、智能交通(导航、无人驾驶)兴起。重点：交通的现代化与智能化。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陆：汽车普及、高速公路网；铁路电气化、高速化(中国高铁领先)。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空：民航成网，洲际几小时达。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物流：集装箱标准化、多式联运，"物流革命"降本提速。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智能：GPS导航、无人驾驶、智慧调度兴起。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陆空网络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物流革命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智能交通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物流革命。原因：集装箱"标准化联运"降本巨大，常被忽略，需点。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高铁意义。原因：不仅是"快"，更重塑城际经济圈，需联。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智能交通。原因：导航/无人驾是组织升级，非单纯工具。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现代交通新变 ──┐
│ 汽车/民航成网 │
│ 高铁(中国领先)│
│ 集装箱物流革命│
│ 智能交通兴起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现代铁路的发展方向。2. 集装箱运输的作用。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【提高作业】分析现代交通运输变化的影响。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本单元主题：现代交通运输的新变化。把今天学到的方法带进下一篇——自己读、自己想、自己写。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