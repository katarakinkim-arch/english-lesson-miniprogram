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第8单元 中国古代的法治与教化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第8课 中国古代的法治与教化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时空观念：在秦—清轴定位法治与教化的演变。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史料实证：从秦简、唐律疏议看礼法。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历史解释：分析古代"礼法结合"的特点与基层教化方式。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家国情怀：认识中华"德法并治"治理智慧及其当代启示。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古代"礼法结合"：秦以法家严刑，汉"引经断狱"儒法合流，唐律"礼法合一"为典范；基层以乡约、儒学教化维系秩序。重点：礼法结合的特点。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秦：法家"以法治国"、严刑峻法(秦简)。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汉："引经断狱"，儒法合流、德主刑辅。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唐：唐律疏议"礼法合一"，中华法系典范。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教化：基层乡约(吕氏乡约)、儒学、宗族维系秩序。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秦法家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汉唐合流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基层教化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古代"法治"。原因：是"帝王之法"非现代法治，需区分。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礼法关系。原因："礼"为主"法"为辅、相互为用，易混需明。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乡约。原因：民间自治教化工具，常漏需补。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古代法治与教化 ──┐
│ 秦:法家严刑 │
│ 汉:儒法合流 │
│ 唐:礼法合一(典范)│
│ 基层:乡约教化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中华法系的典范法典。2. 古代基层教化的代表形式。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【提高作业】分析中国古代"礼法结合"的特点。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本单元主题：中国古代的法治与教化。把今天学到的方法带进下一篇——自己读、自己想、自己写。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