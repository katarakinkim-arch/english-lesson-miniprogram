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第4单元 合成高分子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合成高分子 加聚与缩聚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宏观辨识与微观探析：描述加聚与缩聚的反应机理。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变化观念与平衡思想：认识单体通过聚合形成高分子。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证据推理与模型认知：由高分子结构反推单体与聚合类型。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科学探究与创新意识：通过实例建立聚合度与链节概念。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合成高分子由单体经聚合而成。加聚：含不饱和键(如C=C)的单体开π键连成链，无小分子副产物(如乙烯→聚乙烯)。缩聚：含两个及以上官能团(如—OH与—COOH、—NH2与—COOH)的单体脱去小分子(水、醇等)成链，主链含特征基团(酯键、酰胺键)。链节为重复单元，n为聚合度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加聚:含C=C等不饱和键单体开π键成链,无副产物。如nCH2=CH2→[—CH2—CH2—]n。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缩聚:双官能团单体脱小分子(水/醇)成链,主链含酯键/酰胺键。如尼龙66(己二酸+己二胺)。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术语:单体(原料)、链节(重复单元)、聚合度n。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判断:链节全C-C(多来自加聚);含杂原子键(酯/酰胺)来自缩聚。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加聚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缩聚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逆向推导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术语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加聚vs缩聚。原因：加聚无小分子副产物、单体含不饱和键;缩聚脱水/醇且单体多双官能团,易混,需看"是否出小分子"。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反推单体。原因：加聚物断双键还原即可;缩聚物要"补H补OH还原酯/酰胺键",易直接拆错,需方法。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链节/n。原因：链节是重复单元、n是聚合度(分子量大),易把整链当单体,需区分术语。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合成高分子 ──┐
│ 单体→聚合物 │
│ 加聚:开π无副│
│ 产物 │
│ 缩聚:脱小分 │
│ 子(水/醇) │
│ 链节/聚合度n│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加聚反应和缩聚反应在反应物和产物上有什么不同？2. 什么是单体、链节和聚合度？3. 由聚合物[—CH2—CH2—]n反推其单体是什么？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【提高作业】某聚合物链节为—NH—(CH2)6—NH—CO—(CH2)4—CO—，它属于加聚物还是缩聚物？单体的结构简式是什么？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本单元主题：合成高分子。把今天学到的方法带进下一篇——自己读、自己想、自己写。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