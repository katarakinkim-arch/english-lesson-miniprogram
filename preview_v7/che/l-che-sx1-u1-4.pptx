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选择性必修1 化学反应原理 · 第1单元 化学反应与能量变化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盖斯定律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宏观辨识与微观探析：用能量守恒解释盖斯定律。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变化观念与平衡思想：认识反应热只取决于始态终态(状态函数性质)。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证据推理与模型认知：通过热化学方程式代数运算求未知反应热。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科学探究与创新意识：用虚拟路径解决难测反应热的计算。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盖斯定律：化学反应的反应热只与反应的始态和终态有关，与途径无关。利用已知反应的热化学方程式进行加减(对应ΔH加减、逆反应变号、系数同乘)求算难直接测定的反应热。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盖斯定律：ΔH只与始末态有关，与途径无关。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方程式相加，ΔH相加；乘以n，ΔH乘n。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逆反应，ΔH变号。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应用：求C→CO等难测反应热。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能量阶梯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运算规则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求C→CO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错例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ΔH同步运算。原因：方程式加减、乘除，ΔH须对应操作，易只算物质漏算ΔH。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逆反应变号。原因：倒写方程ΔH必变号，易忘。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目标匹配。原因：需把已知式组合成目标式，配系数技巧，易乱。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盖斯定律 ──┐
│ ΔH只与始末态 │
│ 有关,与途径无关│
│ 式相加ΔH相加 │
│ 乘n:ΔH×n │
│ 逆反应:ΔH变号 │
│ C→CO2 = (C→CO)│
│ +(CO→CO2)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简述盖斯定律的内容。2. 已知：① C(s)+O2(g)=CO2(g) ΔH1；② CO(g)+1/2O2(g)=CO2(g) ΔH2。求C(s)+1/2O2(g)=CO(g)的ΔH。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【提高作业】若把反应①乘以2，其ΔH如何变化？逆反应的ΔH又如何？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本单元主题：化学反应与能量变化。把今天学到的方法带进下一篇——自己读、自己想、自己写。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