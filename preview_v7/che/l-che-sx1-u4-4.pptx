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第4单元 电化学基础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金属的电化学腐蚀与防护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宏观辨识与微观探析：描述金属电化学腐蚀的原理与两类环境。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变化观念与平衡思想：认识腐蚀是原电池过程，条件决定类型。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证据推理与模型认知：书写析氢/吸氧腐蚀电极反应。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科学态度与社会责任：运用防护方法减少腐蚀损失，树立工程安全意识。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金属腐蚀分化学腐蚀与电化学腐蚀(更普遍)。电化学腐蚀形成原电池：负极Fe失电子(Fe-2e-=Fe2+)，正极因环境不同发生析氢腐蚀(酸性，2H++2e-=H2)或吸氧腐蚀(中性/弱碱，O2+2H2O+4e-=4OH-)。防护：改变金属结构、保护层、牺牲阳极的阴极保护法、外加电流法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电化学腐蚀：Fe作负极失e-(Fe-2e-=Fe2+)。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析氢(酸性)：正2H++2e-=H2↑。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吸氧(中性/弱碱)：正O2+2H2O+4e-=4OH-。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防护：合金、镀层、牺牲阳极(更活泼)、外加电流(被保作阴极)。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负极Fe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析氢腐蚀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吸氧腐蚀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防护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两类条件。原因：析氢需酸性、吸氧在中/弱碱更常见，易混。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负极Fe。原因：Fe作负极被氧化(失e-)，易误为得电子。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防护方向。原因：牺牲阳极法中被保金属接更活泼金属(作正/阴极);外加电流法被保金属接电源负极(阴极),易反。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腐蚀与防护 ──┐
│ 负:Fe-2e-= │
│ Fe2+ │
│ 析氢(酸):2H+ │
│ +2e-=H2↑ │
│ 吸氧(中性): │
│ O2+2H2O+4e-=│
│ 4OH- │
│ 防护:牺牲阳极│
│ /外加电流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什么是电化学腐蚀？为什么它比化学腐蚀更普遍、更快？2. 写出钢铁在中性环境中发生吸氧腐蚀的正、负极反应。3. 牺牲阳极的阴极保护法中，被保护的金属连接什么金属？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【提高作业】为什么在酸性较强的环境中钢铁主要发生析氢腐蚀而不是吸氧腐蚀？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本单元主题：电化学基础。把今天学到的方法带进下一篇——自己读、自己想、自己写。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