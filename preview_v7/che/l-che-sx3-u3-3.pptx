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选择性必修3 有机化学基础 · 第3单元 生物大分子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核酸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宏观辨识与微观探析：描述核酸的基本组成单位与结构。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变化观念与平衡思想：认识碱基互补配对维系双螺旋。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证据推理与模型认知：比较DNA与RNA的组成差异。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科学探究与创新意识：通过模型认识核酸承载遗传信息。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核酸是遗传信息的生物大分子，基本单位核苷酸(戊糖+磷酸+含氮碱基)。DNA含脱氧核糖与A/T/G/C四种碱基、双螺旋；RNA含核糖与A/U/G/C、多单链。碱基互补配对(A-T/U、G-C)维系双链。核酸在酸/碱/酶作用下水解为核苷酸乃至碱基、戊糖、磷酸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基本单位:核苷酸=含氮碱基+戊糖+磷酸。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DNA:脱氧核糖+碱基A/T/G/C,双螺旋,碱基互补(A=T,G≡C)。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RNA:核糖+碱基A/U/G/C,多单链。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核酸:酸/酶水解为核苷酸→碱基+戊糖+磷酸;承载遗传信息。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核苷酸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DNA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RNA对比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双螺旋与水解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组成三要素。原因：核苷酸=碱基+戊糖+磷酸,易漏磷酸或把"含氮碱基"记错种类,需三件套齐记。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DNA/RNA差异。原因：糖(DNA脱氧核糖/RNA核糖)与碱基(DNA有T、RNA有U)两组差异,易只记一组,需双维对比。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互补配对。原因：A与T(两氢键)、G与C(三氢键)配对保双链,易记反(A-C),且氢键数不同,需强调。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核酸 ──┐
│ 核苷酸=碱基│
│ +戊糖+磷酸 │
│ DNA:脱氧糖 │
│ A T G C │
│ RNA:核糖 │
│ A U G C │
│ A=T G≡C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核苷酸由哪三部分组成？2. DNA和RNA在组成上有哪些主要区别？3. DNA双螺旋中碱基互补配对规律是什么？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【提高作业】为什么DNA分子中G-C碱基对比例越高，其热稳定性越强？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本单元主题：生物大分子。把今天学到的方法带进下一篇——自己读、自己想、自己写。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