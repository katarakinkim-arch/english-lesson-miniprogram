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第2单元 化学反应速率与化学平衡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化学反应速率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宏观辨识与微观探析：用v=Δc/Δt表示并比较反应速率。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变化观念与平衡思想：认识反应速率是平均速率，随时间变化。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证据推理与模型认知：用速率比等于化学计量数比进行换算。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科学探究与创新意识：通过实验测定浓度随时间变化求速率。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用单位时间内反应物浓度减小或生成物浓度增大表示v=Δc/Δt，单位mol/(L·s)或mol/(L·min)。同一反应用不同物质表示的速率数值可能不同，但其比等于化学方程式中计量数之比。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v=Δc/Δt(取正值)，单位mol/(L·s·min)。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同一反应不同物质速率比=系数比。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v是平均速率，非瞬时。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计算时统一单位与Δt。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单位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速率比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平均速率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计算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速率比。原因：不同物质表示的v数值不同，比=系数比，易误以为相等。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平均vs瞬时。原因：v=Δc/Δt给的是某时段平均，易误解为恒定。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浓度单位。原因：用浓度mol/L而非物质的量，易错。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反应速率 ──┐
│ v=Δc/Δt(正) │
│ 单:mol/L·s │
│ v(N2):v(H2): │
│ v(NH3)=1:3:2 │
│ =系数比 │
│ 平均速率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写出用浓度变化表示反应速率的公式及常用单位。2. 对于反应N2+3H2⇌2NH3，若v(N2)=0.1 mol/(L·min)，求v(H2)和v(NH3)。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【提高作业】为什么同一反应用不同物质表示的反应速率数值往往不同？它们之间有什么关系？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本单元主题：化学反应速率与化学平衡。把今天学到的方法带进下一篇——自己读、自己想、自己写。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