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05840" cy="50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必修第一册 · 单元 2 · 高一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海水中的重要元素——钠和氯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氯气的化学性质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82880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氯气是典型非金属单质，具强氧化性：与金属(生成高价氯化物)、与H2燃烧生成HCl、与水生成HCl与HClO(次氯酸漂白)、与碱生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42032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宏观辨识与微观探析：描述Cl2与金属、H2、水、碱反应的现象与产物。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76573" y="2542032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005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变化观念与平衡思想：认识Cl2得电子(0→-1)体现强氧化性。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4467" y="2542032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1899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证据推理与模型认知：用原子结构(最外7e-)解释Cl2活泼性。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3761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2361" y="2542032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361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2361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9793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科学探究与创新意识：通过实验认识氯水成分与HClO漂白性。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教材定位与史实来源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氯气是典型非金属单质，具强氧化性：与金属(生成高价氯化物)、与H2燃烧生成HCl、与水生成HCl与HClO(次氯酸漂白)、与碱生成氯化物与次氯酸盐。围绕"氯的0→-1价得电子"构建氧化性认知。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氯气由瑞典化学家舍勒(Carl Wilhelm Scheele)于1774年用软锰矿与浓盐酸加热制得；戴维1810年确证其为元素并命名为chlorine（希腊语“黄绿色”）（Britannica / 百度百科）。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2. 氯原子最外层7个电子，反应中易得电子，故Cl₂具强氧化性，能把Fe、Cu氧化到高价氯化物（人教版必修第一册）。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87853" cy="56692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与金属：2Fe+3Cl2=2FeCl3(棕烟)；Cu+Cl2=CuCl2(棕黄烟)。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2194560"/>
            <a:ext cx="2487853" cy="56692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与H2：H2+Cl2=2HCl(光照爆炸/点燃苍白焰)。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194560"/>
            <a:ext cx="2487853" cy="56692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与水：Cl2+H2O=HCl+HClO；HClO漂白、弱酸、不稳定。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3761" y="2194560"/>
            <a:ext cx="2487853" cy="566928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761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与碱：Cl2+2NaOH=NaCl+NaClO+H2O(制漂白粉)。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学习活动与方法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1398" y="2560320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1398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实验(铜丝入氯、氯水漂白)。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99292" y="256032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292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微观(最外7e-)。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07186" y="2560320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7186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对比(干燥氯vs氯水)。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5080" y="2560320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5080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方程式训练。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6888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高价氯化物。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原因：Cl2氧化Fe到+3得FeCl3非FeCl2，易错。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0450" y="246888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4538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氯水成分。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738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原因：新制氯水含Cl2/HCl/HClO多重成分，性质叠加，需拆分。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4788" y="246888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4788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876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HClO性质。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原因：漂白、弱酸、见光分解三重性质易混。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11535" cy="457200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《氯气性质》要点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18001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2Fe+3Cl2=2FeCl3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Cu+Cl2=CuCl2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H2+Cl2=2HCl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Cl2+H2O=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HCl+HClO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氯水:Cl2/H+/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HClO(漂白)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Cl2+2NaOH=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NaCl+NaClO+H2O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写出Cl2与Fe、Cu反应的化学方程式。2. 新制氯水中含有哪些微粒？漂白作用来自哪种物质？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5907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提高 · 选做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907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为什么干燥的Cl2不能使干燥有色布条褪色，而氯水可以？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氯气是典型非金属单质，具强氧化性：与金属(生成高价氯化物)、与H2燃烧生成HCl、与水生成HCl与HClO(次氯酸漂白)、与碱生成氯化物与次氯酸盐。围绕"氯的0→-1价得电子"构建氧化性认知。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重点梳理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560320"/>
            <a:ext cx="522716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与金属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与H2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与水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与碱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后续衔接：下节课Cl2实验室制法与Cl-离子检验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