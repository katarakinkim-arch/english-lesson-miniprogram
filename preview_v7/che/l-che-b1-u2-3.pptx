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第2单元 海水中的重要元素——钠和氯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氯气的化学性质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宏观辨识与微观探析：描述Cl2与金属、H2、水、碱反应的现象与产物。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变化观念与平衡思想：认识Cl2得电子(0→-1)体现强氧化性。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证据推理与模型认知：用原子结构(最外7e-)解释Cl2活泼性。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科学探究与创新意识：通过实验认识氯水成分与HClO漂白性。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氯气是典型非金属单质，具强氧化性：与金属(生成高价氯化物)、与H2燃烧生成HCl、与水生成HCl与HClO(次氯酸漂白)、与碱生成氯化物与次氯酸盐。围绕"氯的0→-1价得电子"构建氧化性认知。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与金属：2Fe+3Cl2=2FeCl3(棕烟)；Cu+Cl2=CuCl2(棕黄烟)。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与H2：H2+Cl2=2HCl(光照爆炸/点燃苍白焰)。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与水：Cl2+H2O=HCl+HClO；HClO漂白、弱酸、不稳定。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与碱：Cl2+2NaOH=NaCl+NaClO+H2O(制漂白粉)。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与金属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与H2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与水(氯水)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HClO与碱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高价氯化物。原因：Cl2氧化Fe到+3得FeCl3非FeCl2，易错。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氯水成分。原因：新制氯水含Cl2/HCl/HClO多重成分，性质叠加，需拆分。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HClO性质。原因：漂白、弱酸、见光分解三重性质易混。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氯气性质 ──┐
│ 2Fe+3Cl2=2FeCl3│
│ Cu+Cl2=CuCl2 │
│ H2+Cl2=2HCl │
│ Cl2+H2O= │
│ HCl+HClO │
│ 氯水:Cl2/H+/ │
│ HClO(漂白) │
│ Cl2+2NaOH= │
│ NaCl+NaClO+H2O│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写出Cl2与Fe、Cu反应的化学方程式。2. 新制氯水中含有哪些微粒？漂白作用来自哪种物质？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【提高作业】为什么干燥的Cl2不能使干燥有色布条褪色，而氯水可以？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本单元主题：海水中的重要元素——钠和氯。把今天学到的方法带进下一篇——自己读、自己想、自己写。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