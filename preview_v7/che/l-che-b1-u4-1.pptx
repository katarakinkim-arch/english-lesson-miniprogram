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第4单元 · 物质结构 元素周期律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原子结构 核外电子排布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01168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原子由质子、中子(原子核)与核外电子构成；质量数A=Z+N。</a:t>
            </a:r>
          </a:p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第1课时 · 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3743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1058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0370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6712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描述原子构成，能用原子结构示意图表示核外电子排布。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611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44614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51929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1241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7583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认识电子分层排布与能量最低原理。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482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5485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2800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112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38454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用质量数A=Z+N及核素、同位素概念解释原子关系。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8353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66356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73671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2983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9325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通过建模理解微观原子结构。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教材定位与权威调研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原子由质子、中子(原子核)与核外电子构成；质量数A=Z+N。核外电子分层排布(K,L,M…)，最外层≤8(第一层≤2)。学习原子结构示意图与核素(如12C、13C、14C同位素)。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97480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LibreTexts：中性原子电子数=质子数；同位素同 Z 异 N；14C 定年(半衰期 5730 年)。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IAEA：同位素化学性质几乎相同，物理性质因质量不同。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0350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本课件未使用无关配图（学科色块呈现）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构成：原子核(质子Z+中子N)+核外电子。A=Z+N。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排布：分层K(2)、L(8)、M(18)；最外层≤8、第一层≤2。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核素：有一定数目质子和中子的原子。同位素：同Z不同N(如12C/13C/14C)。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03120"/>
            <a:ext cx="2453563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电中性：核外电子数=质子数=Z。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学习方法与招牌招式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模型法(原子结构)。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3047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示意图训练。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对比(同位素/同素异形体)。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科普(碳定年)。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6928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招牌招式 · 原子结构示意图（弧线+层数）把微观画出来；同位素≠同素异形体。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A与相对原子质量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原因：A是整数、相对原子质量是平均小数，易混。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33172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排布规则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原因：各层容纳电子数及最外层≤8，易错排。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33172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同位素vs同素异形体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原因：前者同元素不同中子，后者同元素不同单质，需区分。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原子结构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核:质子Z+中子N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A=Z+N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电子层:2/8/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18/32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最外≤8(首≤2)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Na:+11)2)8)1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同位素:同Z异N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(12C/13C/14C)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原子^23_11Na的质子数、中子数、核外电子数各是多少？2. 简述同位素与同素异形体的区别。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0312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为什么同位素的化学性质几乎相同而物理性质可能不同？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960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拓展衔接：下节课元素周期表的结构与排布规律。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第4单元 · 物质结构 元素周期律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① 构成：原子核(质子Z+中子N)+核外电子。A=Z+N。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② 排布：分层K(2)、L(8)、M(18)；最外层≤8、第一层≤2。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③ 核素：有一定数目质子和中子的原子。同位素：同Z不同N(如12C/13C/14C)。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945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物质结构 元素周期律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本课为第1课时，是单元知识链的一环。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拓展衔接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下节课元素周期表的结构与排布规律。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