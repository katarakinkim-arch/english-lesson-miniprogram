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必修第一册 · 第4单元 物质结构 元素周期律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原子结构 核外电子排布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宏观辨识与微观探析：描述原子构成，能用原子结构示意图表示核外电子排布。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变化观念与平衡思想：认识电子分层排布与能量最低原理。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证据推理与模型认知：用质量数A=Z+N及核素、同位素概念解释原子关系。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科学探究与创新意识：通过建模理解微观原子结构。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原子由质子、中子(原子核)与核外电子构成；质量数A=Z+N。核外电子分层排布(K,L,M…)，最外层≤8(第一层≤2)。学习原子结构示意图与核素(如12C、13C、14C同位素)。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构成：原子核(质子Z+中子N)+核外电子。A=Z+N。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排布：分层K(2)、L(8)、M(18)；最外层≤8、第一层≤2。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核素：有一定数目质子和中子的原子。同位素：同Z不同N(如12C/13C/14C)。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电中性：核外电子数=质子数=Z。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质量数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电子排布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原子结构示意图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同位素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A与相对原子质量。原因：A是整数、相对原子质量是平均小数，易混。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排布规则。原因：各层容纳电子数及最外层≤8，易错排。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同位素vs同素异形体。原因：前者同元素不同中子，后者同元素不同单质，需区分。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原子结构 ──┐
│ 核:质子Z+中子N│
│ A=Z+N │
│ 电子层:2/8/ │
│ 18/32 │
│ 最外≤8(首≤2)│
│ Na:+11)2)8)1│
│ 同位素:同Z异N│
│ (12C/13C/14C)│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原子^23_11Na的质子数、中子数、核外电子数各是多少？2. 简述同位素与同素异形体的区别。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【提高作业】为什么同位素的化学性质几乎相同而物理性质可能不同？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本单元主题：物质结构 元素周期律。把今天学到的方法带进下一篇——自己读、自己想、自己写。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