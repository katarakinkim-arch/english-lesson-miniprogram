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选择性必修1 化学反应原理 · 第1单元 化学反应与能量变化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反应热 焓变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宏观辨识与微观探析：从总能量差角度解释反应放热或吸热。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变化观念与平衡思想：认识化学反应伴随焓变，能量守恒。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证据推理与模型认知：用ΔH=H(生)-H(反)及键能差判断反应热方向。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科学探究与创新意识：通过实验(中和热)测定反应热，体验定量研究。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化学反应中能量变化常以热量形式表现，称反应热。引入状态函数焓H，恒压条件下的反应热Qp等于焓变ΔH=H(生成物)-H(反应物)。放热反应ΔH&lt;0，吸热反应ΔH&gt;0。建立从微观键能、宏观总能量到ΔH的定量认识。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反应热：恒压Qp称焓变ΔH。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ΔH=H(生)-H(反)。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放热：H(生)&lt;H(反)，ΔH&lt;0；吸热：ΔH&gt;0。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微观：ΔH=ΣE(断键)-ΣE(成键)。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能量图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键能求ΔH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符号规则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实验测定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ΔH符号。原因：放热ΔH&lt;0与"放出热量为正"直觉相反，最易错。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状态函数。原因：H只与始末态有关，与途径无关，较抽象。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与加热无关。原因：反应条件(加热)不决定吸放热，易混。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反应热焓变 ──┐
│ ΔH=H生-H反 │
│ 放热:ΔH&lt;0 │
│ 吸热:ΔH&gt;0 │
│ ΔH=Σ断键-Σ成键│
│ 单位:kJ/mol │
│ 状态函数:只看 │
│ 始末态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放热反应的ΔH是正还是负？为什么？2. 已知键能(H-H 436、Cl-Cl 243、H-Cl 431 kJ/mol)，求H2+Cl2=2HCl的ΔH。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【提高作业】从微观和宏观两个角度说明，为什么燃烧反应通常都是放热反应？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本单元主题：化学反应与能量变化。把今天学到的方法带进下一篇——自己读、自己想、自己写。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