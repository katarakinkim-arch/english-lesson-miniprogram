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选择性必修1 化学反应原理 · 第1章 化学反应与能量变化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反应热 焓变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第1课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从总能量差角度解释反应放热或吸热。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认识化学反应伴随焓变，能量守恒。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用ΔH=H(生)-H(反)及键能差判断反应热方向。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通过实验(中和热)测定反应热，体验定量研究。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化学反应中能量变化常以热量形式表现，称反应热。引入状态函数焓H，恒压条件下的反应热Qp等于焓变ΔH=H(生成物)-H(反应物)。放热反应ΔH&lt;0，吸热反应ΔH&gt;0。建立从微观键能、宏观总能量到ΔH的定量认识。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Chem LibreTexts / 大学化学教材：ΔH=H(生成物)−H(反应物)，为状态函数；放热 ΔH&lt;0，吸热 ΔH&gt;0。ΔH≈Σ断键能−Σ成键能。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标准压力取 100 kPa；焓变只与始末态有关（盖斯定律）。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反应热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恒压Qp称焓变ΔH。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ΔH=H(生)-H(反)。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放热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H(生)&lt;H(反)，ΔH&lt;0；吸热：ΔH&gt;0。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微观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ΔH=ΣE(断键)-ΣE(成键)。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能量图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画能量图，比较反应物与生成物总焓。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键能计算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动手列式计算，巩固定量关系。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实验(中和热)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对比(放热/吸热)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ΔH符号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原因：放热ΔH&lt;0与"放出热量为正"直觉相反，最易错。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状态函数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原因：H只与始末态有关，与途径无关，较抽象。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与加热无关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原因：反应条件(加热)不决定吸放热，易混。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反应热焓变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ΔH=H生-H反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放热:ΔH&lt;0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吸热:ΔH&gt;0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ΔH=Σ断键-Σ成键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单位:kJ/mol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状态函数:只看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始末态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放热反应的ΔH是正还是负？为什么？2. 已知键能(H-H 436、Cl-Cl 243、H-Cl 431 kJ/mol)，求H2+Cl2=2HCl的ΔH。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从微观和宏观两个角度说明，为什么燃烧反应通常都是放热反应？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本单元主线：化学反应与能量变化 —— 反应热 焓变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选择性必修1 化学反应原理 · 第1章 化学反应与能量变化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反应热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恒压Qp称焓变ΔH。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ΔH=H(生)-H(反)。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下节课热化学方程式——带状态与ΔH的方程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