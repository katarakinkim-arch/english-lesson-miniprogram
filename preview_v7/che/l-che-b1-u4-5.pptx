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第4单元 物质结构 元素周期律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化学键 离子键与共价键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宏观辨识与微观探析：从微观作用解释离子键与共价键的形成与差异。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变化观念与平衡思想：认识化学键是物质稳定性的微观根源。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证据推理与模型认知：用电子式表示离子键、共价键的形成。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科学探究与创新意识：通过模型建构理解微观成键。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相邻原子间强烈的相互作用叫化学键，分离子键(阴阳离子静电作用，活泼金属+非金属)与共价键(原子间共用电子对，非金属间)。学习用电子式表示键的形成，认识离子化合物与共价化合物。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化学键：相邻原子间强烈相互作用。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离子键：阴、阳离子间静电作用(活泼金属+活泼非金属)。如NaCl。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共价键：原子间共用电子对(非金属间)。如HCl、H2O。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电子式：用小黑点/×表最外层电子。离子化合物含[ ]与电荷。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离子键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共价键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电子式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判断分类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键型判断。原因：并非含金属就是离子键(AlCl3、BeCl2为共价)，需看电负性差。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电子式。原因：离子要[ ]和电荷、共价要配对，易漏错。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化合物分类。原因：离子化合物(含离子键)、共价化合物(只含共价键)界限。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化学键 ──┐
│ 离子键:阴阳离子│
│ 静电作用 │
│ (活金+活非) │
│ 共价键:共用e- │
│ 对(非金间) │
│ NaCl:[:Cl:]-Na+│
│ HCl:H:Cl: │
│ 离子化合物含 │
│ 离子键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离子键和共价键的本质区别是什么？2. 下列物质含什么化学键：NaCl、HCl、CO2、NaOH？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【提高作业】用电子式表示MgCl2和H2O的形成。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本单元主题：物质结构 元素周期律。把今天学到的方法带进下一篇——自己读、自己想、自己写。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