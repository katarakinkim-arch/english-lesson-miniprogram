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25535" y="11887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25535" y="14173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化学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5535" y="192024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物质结构 元素周期律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5535" y="493776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高一 · 必修第一册（人教版）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91440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43000"/>
            <a:ext cx="68881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高一 · 必修第一册 · 4单元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661385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化学键 离子键与共价键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66138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离子键与共价键：成键本质与判别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6613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化学键 · 离子键 · 共价键 · 电子式 · 人教必修一Ch4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四向核心素养目标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宏观辨识与微观探析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从微观作用解释离子键与共价键的形成与差异。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变化观念与平衡思想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认识化学键是物质稳定性的微观根源。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证据推理与模型认知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用电子式表示离子键、共价键的形成。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科学探究与创新意识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通过模型建构理解微观成键。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为什么学这一课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相邻原子间强烈的相互作用叫化学键，分离子键(阴阳离子静电作用，活泼金属+非金属)与共价键(原子间共用电子对，非金属间)。学习用电子式表示键的形成，认识离子化合物与共价化合物。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103120"/>
            <a:ext cx="5227167" cy="3657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2402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权威调研来源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88920"/>
            <a:ext cx="4678527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 OpenStax《Chemistry 2e》7.2 Covalent Bonding（共价键：非金属间共用电子对）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 Chemistry LibreTexts《Ionic and Covalent Bonding》（离子键：阴、阳离子间静电作用）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本课件未使用无关配图（学科色块兜底，规范 §2.3）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本课重点梳理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395728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5973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9572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化学键：相邻原子间强烈相互作用。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79895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9895" y="245973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7407" y="239572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离子键：阴、阳离子间静电作用(活泼金属+活泼非金属)。如NaCl。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4636008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70001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63600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共价键：原子间共用电子对(非金属间)。如HCl、H2O。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443484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79895" y="4636008"/>
            <a:ext cx="502920" cy="50292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9895" y="470001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7407" y="463600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电子式：用小黑点/×表最外层电子。离子化合物含[ ]与电荷。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学习方法与路径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动画(静电作用/共用)。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28600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电子式训练。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28600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对比(离子vs共价)。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28600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实例判断。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容易卡住的地方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51460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8775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60320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键型判断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284469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键型判断。原因：并非含金属就是离子键(AlCl3、BeCl2为共价)，需看电负性差。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51460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58775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560320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电子式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337560"/>
            <a:ext cx="284469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电子式。原因：离子要[ ]和电荷、共价要配对，易漏错。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51460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58775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560320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化合物分类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337560"/>
            <a:ext cx="284469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化合物分类。原因：离子化合物(含离子键)、共价化合物(只含共价键)界限。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一页看懂知识骨架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10911535" cy="41148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423160"/>
            <a:ext cx="54864" cy="3810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377440"/>
            <a:ext cx="9905695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化学键
离子键:阴阳离子
静电作用
(活金+活非)
共价键:共用e-
对(非金间)
NaCl:[:Cl:]-Na+
HCl:H:Cl:
离子化合物含
离子键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分层巩固练习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13441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09728" cy="1344168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10362895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离子键和共价键的本质区别是什么？2. 下列物质含什么化学键：NaCl、HCl、CO2、NaOH？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02736"/>
            <a:ext cx="10911535" cy="13441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602736"/>
            <a:ext cx="109728" cy="1344168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94176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59936"/>
            <a:ext cx="10362895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用电子式表示MgCl2和H2O的形成。
参考答案基础1：离子键是阴阳离子间静电作用，共价键是原子间共用电子对。基础2：NaCl离子键；HCl共价键；CO2共价键(极性)；NaOH含离子键(Na+与OH-)和共价键(O-H)。提高：MgCl2为[:Cl:]-Mg2+[:Cl:]-；H2O为H:O:H(两对共用电子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148072"/>
            <a:ext cx="10911535" cy="13441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148072"/>
            <a:ext cx="109728" cy="1344168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39512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拓展 · 衔接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05272"/>
            <a:ext cx="10362895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用电子式表示 NaCl、HCl 的形成过程，体会两类键的差异。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收口与衔接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本单元“物质结构 元素周期律”聚焦微粒间作用力。</a:t>
            </a:r>
          </a:p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本课核心：化学键是相邻原子间的强烈相互作用；离子键（阴、阳离子静电作用，活泼金属+非金属）与共价键（共用电子对，非金属间）的成键本质与判别。</a:t>
            </a:r>
          </a:p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向前衔接电子式，向后贯通物质性质与晶体结构。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103120"/>
            <a:ext cx="5227167" cy="41148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28600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单元脉络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88920"/>
            <a:ext cx="4678527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单元：物质结构 元素周期律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本课：化学键 离子键与共价键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后续：电子式与分子结构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