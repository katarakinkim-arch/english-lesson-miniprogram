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选择性必修1 化学反应原理 · 第2单元 化学反应速率与化学平衡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影响化学反应速率的因素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宏观辨识与微观探析：列举影响反应速率的外界因素。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变化观念与平衡思想：认识条件改变通过活化分子影响有效碰撞。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证据推理与模型认知：用碰撞理论解释温度、催化剂的作用本质。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科学探究与创新意识：通过实验探究浓度、温度、催化剂对速率的影响。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外因：增大浓度、升高温度、增大压强(有气体)、使用正催化剂、增大固体表面积均能加快反应速率。用碰撞理论解释：升温使活化分子百分数增大、催化剂降低活化能，均增加有效碰撞频率。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因素：浓度↑、温度↑、压强↑(有气体)、正催化剂、固体表面积↑→v↑。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实质：升温增活化分子百分数；催化剂降活化能Ea。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压强：通过改变气体浓度起作用(无气体反应无效)。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催化剂：同等加快正逆，不改变平衡。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浓度温度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压强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4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催化剂活化能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碰撞理论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压强条件。原因：仅对有气体反应有效，且经浓度改变，无气体时无效，易滥用。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活化分子。原因：升温改"百分数"而非仅"总数"，需辨析。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催化剂与平衡。原因：催化剂不改平衡只加快速率，易误以为改变平衡。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影响因素 ──┐
│ 浓↑温↑催↓Ea │
│ 压↑(有气体) │
│ 表面积↑→v↑ │
│ 升温:活化%↑ │
│ 催化:降Ea │
│ 催化剂不改平衡│
│ 无气体:压无效│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影响化学反应速率的外界因素有哪些？2. 催化剂能改变化学平衡吗？为什么？3. 对于无气体参加的反应，增大压强能加快反应速率吗？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【提高作业】恒温恒容容器中通入惰性气体，反应速率如何变化？为什么？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本单元主题：化学反应速率与化学平衡。把今天学到的方法带进下一篇——自己读、自己想、自己写。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