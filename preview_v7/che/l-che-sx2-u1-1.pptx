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化学 · 选择性必修2 物质结构与性质 · 第1单元 原子结构与性质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原子结构 能层能级与原子轨道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宏观辨识与微观探析：从微观电子云角度认识核外电子的运动特征。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变化观念与平衡思想：认识能层能级是电子能量量子化的表现。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证据推理与模型认知：用原子轨道轮廓模型描述s、p轨道形状。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科学探究与创新意识：通过电子云图建立概率分布的微观模型。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原子由原子核与核外电子构成。电子按能量高低分层排布（能层K,L,M,N…），每层再分能级(s,p,d,f)。用电子云描述电子在核外空间出现的概率分布，原子轨道是电子云轮廓图（s球形、p哑铃形）。泡利不相容原理：每个轨道最多容纳2个自旋相反的电子。</a:t>
            </a:r>
          </a:p>
        </p:txBody>
      </p:sp>
      <p:pic>
        <p:nvPicPr>
          <p:cNvPr id="6" name="Picture 5" descr="craft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craft.jpg）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能层：K,L,M,N…能量依次升高；每层分能级s,p,d,f。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电子云：电子在核外空间出现概率的密度分布形象化。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原子轨道：s球形、p哑铃形（3个互相垂直）；轨道数s1/p3/d5/f7。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泡利原理：1个轨道最多2个自旋相反电子。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能层与能级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电子云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原子轨道形状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泡利原理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电子云本质。原因：电子云是概率分布非实体轨迹，易误当「电子轨道」实体，需澄清。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能级排布。原因：能层号n与能级数（n个）易混淆，且能级交错（如4s&lt;3d）超出直觉，需强调。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泡利原理。原因：只知2电子却忽略自旋相反，易与洪特规则混，需辨析。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原子结构 ──┐
│ 能层K L M N │
│ 能级s p d f│
│ 电子云=概率│
│ s球 p哑铃 │
│ 轨道数1/3/5│
│ /7 │
│ 泡利:1轨≤2e│
│ 自旋相反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什么是电子云？电子云图中的疏密表示什么？2. s轨道和p轨道分别是什么形状？p能级包含几个原子轨道？3. 泡利不相容原理的内容是什么？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【提高作业】为什么不能把电子云说成是电子运动的固定轨道？请从量子力学概率角度说明。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本单元主题：原子结构与性质。把今天学到的方法带进下一篇——自己读、自己想、自己写。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