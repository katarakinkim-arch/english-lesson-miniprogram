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第3单元 水溶液中的离子反应与平衡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沉淀溶解平衡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宏观辨识与微观探析：描述难溶电解质的溶解平衡。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变化观念与平衡思想：认识沉淀生成与溶解是可逆平衡的移动。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证据推理与模型认知：用Q与Ksp判断沉淀生成/溶解，分析沉淀转化。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科学探究与创新意识：通过实验(沉淀生成与转化)探究溶度积。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溶电解质在水中存在溶解平衡AB(s)⇌A+(aq)+B-(aq)，平衡常数称溶度积Ksp。用浓度商Q与Ksp比较：Q&gt;Ksp生成沉淀，Q&lt;Ksp沉淀溶解，Q=Ksp饱和。沉淀转化方向：由溶度积较大的难溶物向更小的方向进行(加同种离子或难溶→更难溶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溶解平衡：AB(s)⇌A+(aq)+B-(aq)。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溶度积：Ksp=[A+][B-]幂次；只随温度变；难溶非不溶。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判据：Q&gt;Ksp沉淀；Q&lt;Ksp溶解；Q=Ksp饱和。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转化：向Ksp更小方向；同离子效应使沉淀更完全。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溶度积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Q与Ksp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沉淀转化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难溶非不溶。原因：溶解度很小但有溶解平衡,易误为绝对不溶。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Q与Ksp。原因：Q(任意时刻离子积)与Ksp比较判沉淀/溶解,方向易混。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转化方向。原因：沉淀转化向Ksp更小(更难溶)的物质进行,易记反。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沉淀溶解 ──┐
│ AB(s)⇌A++B- │
│ Ksp=[A+][B-] │
│ 只随T变 │
│ Q&gt;Ksp:沉淀 │
│ Q&lt;Ksp:溶解 │
│ 转化:→更难溶 │
│ (AgCl→AgI)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为什么"难溶"电解质仍有溶解平衡？2. 如何用Q与Ksp判断沉淀是否生成？3. 向AgCl沉淀中加KI溶液，会发生什么？为什么？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【提高作业】已知Ksp(AgCl)&gt;Ksp(AgI)，写出沉淀转化的离子方程式并说明方向依据。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本单元主题：水溶液中的离子反应与平衡。把今天学到的方法带进下一篇——自己读、自己想、自己写。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