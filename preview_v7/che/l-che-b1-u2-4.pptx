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第2单元 海水中的重要元素——钠和氯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氯气的实验室制法与氯离子检验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宏观辨识与微观探析：描述实验室制Cl2的原理、装置与收集方法。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变化观念与平衡思想：认识浓盐酸提供H+与Cl-，反应中Cl-部分被氧化。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证据推理与模型认知：用AgNO3+HNO3检验Cl-，建立离子检验模型。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科学探究与创新意识：组装气体制备装置，关注尾气吸收与实验安全。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实验室用MnO2与浓盐酸加热制Cl2：MnO2+4HCl(浓)=MnCl2+Cl2↑+2H2O。学习气体发生、净化(除HCl、干燥)、收集(向上排空气/排饱和食盐水)、尾气吸收(NaOH)。并用AgNO3+HNO3检验Cl-。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原理：MnO2+4HCl(浓)=MnCl2+Cl2↑+2H2O(加热)。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装置：固液加热型；除HCl用饱和食盐水，干燥用浓硫酸。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收集：向上排空气(ρCl2&gt;空气)或排饱和食盐水。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检验Cl-：加稀HNO3酸化→加AgNO3→白色AgCl↓。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装置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除杂与收集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尾气吸收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Cl-检验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必须用浓盐酸。原因：稀盐酸不反应，易忽略"浓"字。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尾气吸收。原因：Cl2有毒需NaOH吸收，不能直接排空，安全红线。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Cl-检验酸化。原因：未酸化CO3^2-等也生成白色沉淀，需先加HNO3。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制Cl2与Cl-检验 ──┐
│ MnO2+4HCl(浓)= │
│ MnCl2+Cl2↑+2H2O│
│ 除HCl:饱和食盐水│
│ 干燥:浓硫酸 │
│ 收集:上排空气 │
│ 尾气:NaOH吸收 │
│ Cl-检验: │
│ 先HNO3酸化→ │
│ AgNO3→白AgCl↓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写出实验室制Cl2的化学方程式，说明为何用浓盐酸。2. 检验Cl-的步骤是什么？为什么先加稀HNO3？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【提高作业】将Cl2分别通入A(干燥有色布条)、B(湿润有色布条)、C(NaOH溶液)，各有什么现象？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本单元主题：海水中的重要元素——钠和氯。把今天学到的方法带进下一篇——自己读、自己想、自己写。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