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05840" cy="50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必修第一册 · 单元 2 · 高一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海水中的重要元素——钠和氯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氯气的实验室制法与氯离子检验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43400"/>
            <a:ext cx="182880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实验室用MnO2与浓盐酸加热制Cl2：MnO2+4HCl(浓)=MnCl2+Cl2↑+2H2O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542032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宏观辨识与微观探析：描述实验室制Cl2的原理、装置与收集方法。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973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76573" y="2542032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73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6573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4005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变化观念与平衡思想：认识浓盐酸提供H+与Cl-，反应中Cl-部分被氧化。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542032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4467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1899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证据推理与模型认知：用AgNO3+HNO3检验Cl-，建立离子检验模型。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3761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2361" y="2542032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361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361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793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科学探究与创新意识：组装气体制备装置，关注尾气吸收与实验安全。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教材定位与史实来源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实验室用MnO2与浓盐酸加热制Cl2：MnO2+4HCl(浓)=MnCl2+Cl2↑+2H2O。学习气体发生、净化(除HCl、干燥)、收集(向上排空气/排饱和食盐水)、尾气吸收(NaOH)。并用AgNO3+HNO3检验Cl-。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实验室用MnO₂与浓盐酸加热制Cl₂：MnO₂+4HCl(浓)=MnCl₂+Cl₂↑+2H₂O，原理最早由舍勒发现（1010jiajiao / jsccn）。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2. 检验Cl⁻：先加稀HNO₃酸化排除CO₃²⁻等干扰，再加AgNO₃得白色AgCl沉淀（人教版必修第一册 / jsccn）。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本课核心知识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87853" cy="56692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原理：MnO2+4HCl(浓)=MnCl2+Cl2↑+2H2O(加热)。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973" y="2194560"/>
            <a:ext cx="2487853" cy="56692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973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装置：固液加热型；除HCl用饱和食盐水，干燥用浓硫酸。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5867" y="2194560"/>
            <a:ext cx="2487853" cy="56692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收集：向上排空气(ρCl2&gt;空气)或排饱和食盐水。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63761" y="2194560"/>
            <a:ext cx="2487853" cy="566928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3761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检验Cl-：加稀HNO3酸化→加AgNO3→白色AgCl↓。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学习活动与方法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91398" y="2560320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398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装置演示法。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99292" y="256032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292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实验(Cl-检验)。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07186" y="2560320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7186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对比(饱和食盐水除HCl)。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15080" y="2560320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15080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安全教育。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46888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必须用浓盐酸。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原因：稀盐酸不反应，易忽略"浓"字。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4418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0450" y="246888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0450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4538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尾气吸收。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8738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原因：Cl2有毒需NaOH吸收，不能直接排空，安全红线。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8756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44788" y="246888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4788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Cl-检验酸化。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3076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原因：未酸化CO3^2-等也生成白色沉淀，需先加HNO3。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11535" cy="457200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《制Cl2与Cl-检验》要点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1018001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MnO2+4HCl(浓)=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MnCl2+Cl2↑+2H2O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除HCl:饱和食盐水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干燥:浓硫酸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收集:上排空气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尾气:NaOH吸收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Cl-检验: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先HNO3酸化→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AgNO3→白AgCl↓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写出实验室制Cl2的化学方程式，说明为何用浓盐酸。2. 检验Cl-的步骤是什么？为什么先加稀HNO3？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5907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提高 · 选做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5907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将Cl2分别通入A(干燥有色布条)、B(湿润有色布条)、C(NaOH溶液)，各有什么现象？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实验室用MnO2与浓盐酸加热制Cl2：MnO2+4HCl(浓)=MnCl2+Cl2↑+2H2O。学习气体发生、净化(除HCl、干燥)、收集(向上排空气/排饱和食盐水)、尾气吸收(NaOH)。并用AgNO3+HNO3检验Cl-。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重点梳理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2560320"/>
            <a:ext cx="522716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原理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装置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收集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检验Cl-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后续衔接：下节课进入物质的量(摩尔)——化学计量基础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