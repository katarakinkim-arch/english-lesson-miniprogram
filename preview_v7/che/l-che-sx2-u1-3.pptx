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选择性必修2 物质结构与性质 · 第1单元 原子结构与性质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元素周期律 原子半径电离能电负性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宏观辨识与微观探析：描述原子半径、电离能、电负性的周期性变化。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变化观念与平衡思想：认识元素性质随原子结构周期性递变。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证据推理与模型认知：用核电荷与电子层解释半径变化，用电负性判断成键极性。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科学探究与创新意识：通过数据分析归纳元素周期律。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同周期从左到右原子半径减小、第一电离能总体增大（IIA、VA因全满/半满反常略高）；同主族从上到下半径增大、电离能减小。电负性衡量原子吸引键合电子能力，F最大、Cs最小；同周期增大、同主族减小。电离能与电负性共同决定元素金属性/非金属性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原子半径：同周期左→右减小；同主族上→下增大（电子层主导）。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第一电离能I1：同周期总体增大，IIA、VA反常偏高（全满s2、半满p3稳）。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电负性χ：吸键合电子能力；同周期增大、同主族减小；F最大、Cs最小。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应用：χ大非金属性强；金属χ&lt;1.8、非金属χ&gt;1.8（Pauling）。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电离能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反常原因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电负性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综合应用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半径方向。原因：同周期核电荷增、电子被拉紧故半径减,与直觉「电子多半径大」反,易错。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电离能反常。原因：IIA(s2全满)、VA(p3半满)稳定故I1比相邻高,呈"双峰",易误为单调,需强调。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电负性含义。原因：电负性是「吸引键合电子」倾向非「失电子」难易(那是电离能),二者易混,需辨析。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元素周期律 ──┐
│ 半径:周左→右减│
│ 族上→下增 │
│ I1:周增,IIA/ │
│ VA反常高 │
│ 电负性χ:F最大│
│ 周增族减 │
│ χ吸键合电子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同周期主族元素原子半径和第一电离能分别如何变化？2. 为什么Be的第一电离能大于B、N大于O？3. 电负性的含义是什么？F和Cs的电负性相对大小如何？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【提高作业】用电负性概念说明，为什么HCl中H显+1价、Cl显-1价？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本单元主题：原子结构与性质。把今天学到的方法带进下一篇——自己读、自己想、自己写。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