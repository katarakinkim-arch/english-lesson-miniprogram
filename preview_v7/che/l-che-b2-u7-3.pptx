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必修第二册 · 第7单元 有机化合物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乙醇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宏观辨识与微观探析：描述乙醇的结构与主要化学性质。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变化观念与平衡思想：认识羟基使乙醇可发生取代、氧化等转化。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证据推理与模型认知：用断键分析解释乙醇与Na、催化氧化的反应。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科学探究与创新意识：通过实验探究乙醇与Na反应及催化氧化。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乙醇CH3CH2OH含羟基(-OH)，是重要烃的含氧衍生物。性质：与Na反应放出H2(羟基氢活泼)、可燃、催化氧化成乙醛(2CH3CH2OH+O2→2CH3CHO+2H2O)、与乙酸酯化。认识羟基决定醇的性质。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结构：CH3CH2OH(或C2H5OH)，官能团-OH。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与Na：2CH3CH2OH+2Na→2CH3CH2ONa+H2↑(断O-H)。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催化氧化：2CH3CH2OH+O2→2CH3CHO+2H2O(Cu/Ag催化，断O-H与α-C-H)。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可燃：CH3CH2OH+3O2→2CO2+3H2O。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与Na反应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催化氧化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燃烧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用途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与Na断键。原因：断裂O-H放出H2，非C-H；每2个-OH出1个H2，易错。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催化氧化。原因：产物是乙醛CH3CHO(非乙酸)，断O-H和α-H，易写错。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羟基活泼。原因：羟基氢比烃基氢活泼，决定与Na反应，需明辨。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乙醇 ──┐
│ CH3CH2OH │
│ 官能团-OH │
│ 2CH3CH2OH+2Na│
│ =2CH3CH2ONa+ │
│ H2↑(断O-H) │
│ 2CH3CH2OH+O2 │
│ =2CH3CHO+2H2O│
│ (Cu催化)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写出乙醇与金属钠反应的化学方程式。2. 乙醇催化氧化的产物是什么？写出方程式。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【提高作业】1 mol CH3CH2OH与足量Na反应，标准状况下生成多少升H2？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本单元主题：有机化合物。把今天学到的方法带进下一篇——自己读、自己想、自己写。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