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第2单元 化学反应速率与化学平衡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化学平衡移动与反应方向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宏观辨识与微观探析：用勒夏特列原理分析外界条件对平衡的影响。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变化观念与平衡思想：认识平衡移动是对条件改变的"减弱"响应。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证据推理与模型认知：用ΔG=ΔH-TΔS判断反应自发方向。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科学探究与创新意识：通过实验探究温度/浓度对平衡颜色的影响。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勒夏特列原理：已达平衡的系统受外界条件(浓度、温度、压强)改变时，平衡向减弱这种改变的方向移动。温度影响平衡（升温向吸热方向移动）；催化剂不改平衡。反应自发方向由ΔG=ΔH-TΔS&lt;0判断（综合焓减、熵增趋势）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勒夏特列：平衡受扰向减弱改变方向移动。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升温→向吸热；增压(气体)→向气体分子数少的方向；增反应物→正向。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催化剂：不改平衡，只加速达平衡。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自发：ΔG=ΔH-TΔS&lt;0自发。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浓度压强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温度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催化剂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反应方向ΔG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减弱非抵消。原因：平衡移动只减弱外界改变,不能抵消(新平衡仍未回复原值),易误解。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升温方向。原因：升温总是向吸热方向移动(不论原平衡),易记反。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ΔG综合。原因：自发由焓减与熵增共同决定(低温焓主导,高温熵主导),需综合。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平衡移动 ──┐
│ 勒夏特列: │
│ 减弱改变方向 │
│ 升温→吸热 │
│ 增压→气少方向│
│ 增反物→正向 │
│ 催化剂:不移动│
│ ΔG=ΔH-TΔS │
│ &lt;0自发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勒夏特列原理的核心内容是什么？平衡移动是"抵消"还是"减弱"外界改变？2. 升高温度，化学平衡向什么方向移动？3. 催化剂能否使化学平衡发生移动？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【提高作业】已知某吸热反应，升高温度后K和平衡分别如何变化？用ΔG=ΔH-TΔS说明高温对该反应自发性的影响。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本单元主题：化学反应速率与化学平衡。把今天学到的方法带进下一篇——自己读、自己想、自己写。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