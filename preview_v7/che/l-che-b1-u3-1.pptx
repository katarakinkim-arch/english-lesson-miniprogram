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必修第一册 · 第3单元 铁 金属材料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铁的单质与铁的氧化物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宏观辨识与微观探析：描述铁的物理性质及与O2、Cl2、酸、盐的反应。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变化观念与平衡思想：认识氧化剂强弱决定Fe被氧化到+2或+3价。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证据推理与模型认知：用价态观点区分FeO、Fe2O3、Fe3O4。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科学探究与创新意识：通过实验认识铁的化学活性与防护意义。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铁是应用最广的金属。学习铁的物理性质、与氧气/氯气/酸/盐的反应(体现+2、+3价)，以及三种氧化物FeO(黑)、Fe2O3(红棕)、Fe3O4(黑,磁性)。Fe在潮湿空气易锈蚀。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Fe物性：银白、良导、延展。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与O2：3Fe+2O2=Fe3O4(黑,有磁性)；常温潮湿生锈(Fe2O3·xH2O)。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与强氧化剂：2Fe+3Cl2=2FeCl3；与弱氧化剂：Fe+S=FeS(Fe+2)。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氧化物：FeO黑、Fe2O3红棕、Fe3O4黑(1/3Fe2+,2/3Fe3+)。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与氧气氯气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与酸与盐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三种氧化物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锈蚀防护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产物价态。原因：同一Fe遇Cl2得+3、遇S/H+得+2，需依氧化剂强弱判断。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Fe3O4组成。原因：可看作FeO·Fe2O3，含+2+3，易误认纯+3。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锈蚀。原因：电化学腐蚀原理后续，此处先现象。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铁及其氧化物 ──┐
│ 3Fe+2O2=Fe3O4 │
│ 2Fe+3Cl2= │
│ 2FeCl3(+3) │
│ Fe+2HCl= │
│ FeCl2+H2↑(+2)│
│ FeO黑 Fe2O3红│
│ Fe3O4(黑磁性)│
│ =FeO·Fe2O3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写出Fe在Cl2中燃烧、与稀盐酸反应的化学方程式。2. Fe3O4中铁元素的化合价如何？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【提高作业】为什么Fe与盐酸反应得到FeCl2而不是FeCl3？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本单元主题：铁 金属材料。把今天学到的方法带进下一篇——自己读、自己想、自己写。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