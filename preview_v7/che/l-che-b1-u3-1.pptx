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必修第一册 · 第3单元 · 铁 金属材料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1247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铁的单质与铁的氧化物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063240"/>
            <a:ext cx="201168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291840"/>
            <a:ext cx="10515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铁是应用最广的金属。</a:t>
            </a:r>
          </a:p>
          <a:p>
            <a:pPr algn="l"/>
            <a:r>
              <a:rPr sz="13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学生课堂版 · 化学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必修第一册 · 第1课时 · 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94411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37435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10587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03704"/>
            <a:ext cx="2377440" cy="834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67128"/>
            <a:ext cx="7253935" cy="889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描述铁的物理性质及与O2、Cl2、酸、盐的反应。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166110"/>
            <a:ext cx="10911535" cy="94411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8" y="3446145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3519297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312414"/>
            <a:ext cx="2377440" cy="834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275838"/>
            <a:ext cx="7253935" cy="889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认识氧化剂强弱决定Fe被氧化到+2或+3价。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74820"/>
            <a:ext cx="10911535" cy="94411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4554855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4628007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421124"/>
            <a:ext cx="2377440" cy="834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384548"/>
            <a:ext cx="7253935" cy="889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用价态观点区分FeO、Fe2O3、Fe3O4。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383530"/>
            <a:ext cx="10911535" cy="94411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41248" y="5663565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736717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529834"/>
            <a:ext cx="2377440" cy="834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科学探究与创新意识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5493258"/>
            <a:ext cx="7253935" cy="8892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通过实验认识铁的化学活性与防护意义。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教材定位与权威调研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599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6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铁是应用最广的金属。学习铁的物理性质、与氧气/氯气/酸/盐的反应(体现+2、+3价)，以及三种氧化物FeO(黑)、Fe2O3(红棕)、Fe3O4(黑,磁性)。Fe在潮湿空气易锈蚀。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011680"/>
            <a:ext cx="5227167" cy="39319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14884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权威来源（联网核实）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697480"/>
            <a:ext cx="467852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百度百科《铁》：2Fe+3Cl2=2FeCl3；3Fe+2O2=Fe3O4。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· 高中化学考点：与 Cl2 得 +3、与 S/H+ 得 +2。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447" y="6035040"/>
            <a:ext cx="52271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本课件未使用无关配图（学科色块呈现）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2453563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2453563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788920"/>
            <a:ext cx="1996363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Fe物性：银白、良导、延展。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03120"/>
            <a:ext cx="2453563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03120"/>
            <a:ext cx="2453563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19456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003" y="2788920"/>
            <a:ext cx="1996363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与O2：3Fe+2O2=Fe3O4(黑,有磁性)；常温潮湿生锈(Fe2O3·xH2O)。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03120"/>
            <a:ext cx="2453563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03120"/>
            <a:ext cx="2453563" cy="5029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19456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788920"/>
            <a:ext cx="1996363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与强氧化剂：2Fe+3Cl2=2FeCl3；与弱氧化剂：Fe+S=FeS(Fe+2)。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03120"/>
            <a:ext cx="2453563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03120"/>
            <a:ext cx="2453563" cy="50292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19456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651" y="2788920"/>
            <a:ext cx="1996363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氧化物：FeO黑、Fe2O3红棕、Fe3O4黑(1/3Fe2+,2/3Fe3+)。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学习方法与招牌招式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5272887" cy="16916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472424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实验(铁与氯/硫)。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2011680"/>
            <a:ext cx="5272887" cy="16916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53047" y="2240280"/>
            <a:ext cx="472424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价态分析法。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31920"/>
            <a:ext cx="5272887" cy="16916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472424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对比(三种氧化物)。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3931920"/>
            <a:ext cx="5272887" cy="16916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4160520"/>
            <a:ext cx="4724247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实物观察。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669280"/>
            <a:ext cx="10911535" cy="86868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779008"/>
            <a:ext cx="1036289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招牌招式 · 以“氧化剂强弱决定 Fe 价态”统摄：Cl2→+3，S、H+→+2。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3393338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331720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7744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31720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产物价态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6324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原因：同一Fe遇Cl2得+3、遇S/H+得+2，需依氧化剂强弱判断。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03120"/>
            <a:ext cx="3393338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331720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37744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7858" y="2331720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Fe3O4组成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06324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原因：可看作FeO·Fe2O3，含+2+3，易误认纯+3。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03120"/>
            <a:ext cx="3393338" cy="40233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331720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377440"/>
            <a:ext cx="5029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6956" y="2331720"/>
            <a:ext cx="234177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锈蚀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063240"/>
            <a:ext cx="2844698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原因：电化学腐蚀原理后续，此处先现象。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11680"/>
            <a:ext cx="10911535" cy="4206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10180015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铁及其氧化物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3Fe+2O2=Fe3O4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2Fe+3Cl2=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2FeCl3(+3)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Fe+2HCl=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FeCl2+H2↑(+2)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FeO黑 Fe2O3红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Fe3O4(黑磁性)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=FeO·Fe2O3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基础 · 提升 · 拓展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5272887" cy="30175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03120"/>
            <a:ext cx="5272887" cy="50292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34640"/>
            <a:ext cx="4724247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写出Fe在Cl2中燃烧、与稀盐酸反应的化学方程式。2. Fe3O4中铁元素的化合价如何？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03120"/>
            <a:ext cx="5272887" cy="30175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03120"/>
            <a:ext cx="5272887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19456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提升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834640"/>
            <a:ext cx="4724247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为什么Fe与盐酸反应得到FeCl2而不是FeCl3？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349240"/>
            <a:ext cx="10911535" cy="9601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58968"/>
            <a:ext cx="1036289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拓展衔接：下节课铁的氢氧化物与Fe2+/Fe3+转化。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第3单元 · 铁 金属材料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本课要点回顾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599"/>
            <a:ext cx="522716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① Fe物性：银白、良导、延展。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② 与O2：3Fe+2O2=Fe3O4(黑,有磁性)；常温潮湿生锈(Fe2O3·xH2O)。</a:t>
            </a:r>
          </a:p>
          <a:p>
            <a:pPr algn="l">
              <a:lnSpc>
                <a:spcPct val="145000"/>
              </a:lnSpc>
              <a:spcAft>
                <a:spcPts val="10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③ 与强氧化剂：2Fe+3Cl2=2FeCl3；与弱氧化剂：Fe+S=FeS(Fe+2)。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2011680"/>
            <a:ext cx="5227167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2194560"/>
            <a:ext cx="4678527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单元主线</a:t>
            </a:r>
          </a:p>
          <a:p>
            <a:pPr algn="l">
              <a:spcAft>
                <a:spcPts val="800"/>
              </a:spcAft>
            </a:pPr>
            <a:r>
              <a:rPr sz="15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铁 金属材料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3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本课为第1课时，是单元知识链的一环。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拓展衔接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下节课铁的氢氧化物与Fe2+/Fe3+转化。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