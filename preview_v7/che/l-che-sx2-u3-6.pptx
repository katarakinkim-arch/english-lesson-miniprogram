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配合物与超分子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宏观辨识与微观探析：描述配合物的组成与配位键形成。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变化观念与平衡思想：认识超分子由分子间作用力自组装。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证据推理与模型认知：判断中心离子、配体、配位数。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科学探究与创新意识：通过实例认识配合物与超分子的应用。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配合物由中心原子/离子(多为过渡金属)与一定数目的配体(提供孤对电子的分子或离子)通过配位键结合形成。配位数常见4(平面四方或四面体)或6(八面体)。应用：治疗(顺铂)、络合滴定、色素。超分子：由两种或多种分子通过分子间作用力(氢键、范德华力、静电等)形成的有组织的聚集体，如分子识别、冠醚、DNA双螺旋、C60等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配合物：中心离子/原子+配体(供孤对)经配位键结合。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组成：[Cu(NH3)4]SO4中内界[Cu(NH3)4]2+、外界SO42-;Cu2+中心,NH3配体,配位数4。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配位数：配位原子总数(如[Co(NH3)6]3+为6)。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超分子：分子经分子间力(氢键等)聚集,如冠醚、DNA双螺旋、分子识别。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组成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配位数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超分子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配位键方向。原因：配体供孤对、中心空轨道接受,与寻常共价键"各供1e"不同,角色易反,需辨析。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配位数。原因：配位数=配位原子数(非配体分子数),如[Cu(en)2]2+配体2个但配位原子4(配位4),易错。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超分子≠高分子。原因：超分子靠分子间力聚集(非共价键连成链),与共价高分子不同,易混,需区分。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配合物超分子 ──┐
│ 中心+配体 │
│ 配位键(供孤对)│
│ [Cu(NH3)4]2+│
│ 配位数4 │
│ 顺铂抗癌 │
│ 超分子:分子间 │
│ 力自组装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配合物通常由哪几部分组成？以[Cu(NH3)4]SO4为例说明。2. 什么是配位数？[Cu(NH3)4]2+的配位数是多少？3. 超分子与高分子化合物有什么本质区别？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【提高作业】为什么[Cu(NH3)4]SO4溶液中加入BaCl2会产生白色沉淀，而加入NaOH却不易立即生成Cu(OH)2沉淀？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