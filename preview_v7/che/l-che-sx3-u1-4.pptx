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第1单元 有机化合物的组成与结构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烯烃与炔烃 加成与加聚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宏观辨识与微观探析：描述烯烃、炔烃的不饱和结构与加成。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变化观念与平衡思想：认识π键断裂与加聚的链式增长。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证据推理与模型认知：用马氏规则判断不对称加成方向。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科学探究与创新意识：通过加聚模型认识高分子来源。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烯烃含C=C(通式CnH2n)，炔烃含C≡C(通式CnH2n-2)，均不饱和。典型反应：加成(与X2、H2、HX、H2O，遵循马氏规则)、氧化(使KMnO4褪色)、加聚(如乙烯→聚乙烯)。烯烃顺反异构：双键不能旋转且两端连不同基团时存在。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烯烃C=C(通CnH2n)、炔烃C≡C(通CnH2n-2),不饱和。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加成:与X2/H2/HX/H2O;不对称烯烃按马氏规则(H加含H多C)。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氧化:使酸性KMnO4褪色(与烷区别);可燃。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加聚:nCH2=CH2→[—CH2—CH2—]n;断π连链。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加成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马氏规则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加聚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顺反异构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马氏规则。原因：不对称烯烃(如CH2=CH-CH3)加HX时H加含H多的C(得2-卤丙烷非1-),易反加,需牢记"氢加氢多"。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加聚写法。原因：加聚产物[—CH2—CH2—]n,n在链端、重复单元不含双键,易误写成含C=C或漏n,需规范。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顺反异构。原因：双键不能旋转且每个双键C连两个不同基团才存在顺反,条件缺一不可,易漏"不同基"条件。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烯与炔 ──┐
│ C=C CnH2n │
│ C≡C CnH2n-2│
│ 加成:开π键 │
│ 马氏:氢加氢多│
│ 加聚:[—CH2—│
│ CH2—]n │
│ 褪KMnO4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写出乙烯与溴水反应的化学方程式，并说明现象。2. 什么是马氏规则？以丙烯与HBr加成为例说明。3. 写出乙烯加聚生成聚乙烯的化学方程式。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【提高作业】2-丁烯为什么存在顺反异构？请说明产生顺反异构的条件。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本单元主题：有机化合物的组成与结构。把今天学到的方法带进下一篇——自己读、自己想、自己写。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