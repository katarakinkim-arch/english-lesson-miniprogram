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选择性必修3 有机化学基础 · 第2单元 烃的衍生物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醛与酮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宏观辨识与微观探析：区分醛基与酮羰基的结构。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变化观念与平衡思想：认识醛基既可氧化又可还原的两性。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证据推理与模型认知：用银镜反应等检验醛基。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科学探究与创新意识：通过实验(银镜、砖红沉淀)检验醛。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醛含—CHO(如乙醛CH3CHO)，酮含羰基—CO—(如丙酮CH3COCH3)。醛基既可被氧化(弱氧化剂：银氨溶液银镜反应、新制Cu(OH)2砖红沉淀)生成羧酸，又可在Ni催化下加氢(还原)生成醇。酮难被弱氧化，可加氢成仲醇。羰基的加成(与HCN等)体现极性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醛:-CHO(连H),如乙醛;酮:-CO-(两侧都C),如丙酮。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醛氧化:银氨溶液→银镜;新制Cu(OH)2→砖红Cu2O。生成羧酸。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醛还原:Ni催化加氢→醇(CH3CHO→CH3CH2OH)。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酮:无醛基H,不被弱氧化、不银镜;可加氢成仲醇。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银镜反应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斐林/新制Cu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加氢还原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酮的性质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醛酮区别。原因：醛基—CHO含一个H、酮羰基—CO—两侧皆C无H,正是这个H使醛易被氧化,易混,需看"有无与羰基相连的H"。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弱氧化条件。原因：银镜/斐林需碱性环境+水浴温热,酸性或直火易失败,条件易错,需记。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双向性。原因：醛既被氧化(成酸)又被还原(成醇),学生常只记其一,需强调"两性"。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醛与酮 ──┐
│ 醛:-CHO(有H)│
│ 银镜/砖红 │
│ →羧酸 │
│ 加氢→醇 │
│ 酮:-CO-无H │
│ 不银镜 │
│ 加氢→仲醇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醛和酮在结构上有什么不同？这导致了什么性质差异？2. 写出乙醛发生银镜反应的产物特征。3. 乙醛在镍催化下与H2加成的产物是什么？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【提高作业】为什么丙酮不能发生银镜反应和新制Cu(OH)2反应，却能催化加氢？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本单元主题：烃的衍生物。把今天学到的方法带进下一篇——自己读、自己想、自己写。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