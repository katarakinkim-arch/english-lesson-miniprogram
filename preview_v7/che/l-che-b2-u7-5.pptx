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必修第二册 · 第7单元 有机化合物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基本营养物质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宏观辨识与微观探析：列举糖、油脂、蛋白质的主要性质与检验方法。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变化观念与平衡思想：认识水解(糖类、油脂、蛋白质)等转化。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证据推理与模型认知：用特征反应检验葡萄糖、淀粉、蛋白质。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科学态度与社会责任：认识合理营养与食品安全的重要性。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糖类(葡萄糖、蔗糖、淀粉、纤维素)、油脂(高级脂肪酸甘油酯，水解/皂化)、蛋白质(氨基酸构成，盐析、变性、显色)。学习淀粉水解、葡萄糖检验(银镜/新制Cu(OH)2)、蛋白质性质，体会营养物质与生命的关系。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糖类：葡萄糖(还原糖,银镜/砖红Cu2O)、淀粉遇碘变蓝、淀粉水解→葡萄糖。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油脂：水解生成甘油+高级脂肪酸；碱性水解(皂化)制肥皂。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蛋白质：由氨基酸构成；盐析(可逆)、变性(不可逆,加热/重金属)、显色(双缩脲紫/浓硝酸黄)。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氨基酸：两性与成肽。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糖类与检验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油脂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蛋白质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盐析与变性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盐析vs变性。原因：盐析可逆、变性不可逆，外观都沉淀，易混。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糖类分类。原因：单糖(葡萄)、二糖(蔗糖)、多糖(淀粉纤维素)水解产物不同，易乱。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检验法。原因：葡萄糖(新制Cu(OH)2砖红)、淀粉(碘蓝)、蛋白质(双缩脲/黄)各自特征，易串。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营养物质 ──┐
│ 糖:葡萄(砖红)│
│ 淀粉+碘=蓝 │
│ 油脂皂化→肥皂│
│ 蛋白:灼烧羽/ │
│ 浓硝酸黄/紫 │
│ 盐析可逆 │
│ 变性不可逆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如何用实验检验淀粉和蛋白质？2. 盐析和变性有什么区别？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【提高作业】写出油脂在NaOH溶液中水解制肥皂的化学方程式（以硬脂酸甘油酯为例）。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本单元主题：有机化合物。把今天学到的方法带进下一篇——自己读、自己想、自己写。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