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第2单元 分子结构与性质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共价键 键型与键参数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宏观辨识与微观探析：从轨道重叠认识σ键与π键的形成。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变化观念与平衡思想：认识键参数决定分子的稳定性与空间构型。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证据推理与模型认知：用键型与键参数解释分子性质。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科学探究与创新意识：通过球棍模型建构共价键空间图像。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价键是原子间通过共用电子对形成的强相互作用。按成键方式：σ键(头碰头重叠，轴对称)与π键(肩并肩重叠，镜面对称，存在于p-p平行重叠)。键参数：键能(断键吸能)、键长(核间距，越短越强)、键角(决定分子空间构型)。配位键是一种特殊的共价键(一方提供孤对电子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σ键：头碰头(s-s,s-p,p-p)重叠，轴对称可旋转。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π键：p-p肩并肩平行重叠，镜面对称，不可自由旋转。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键数：单键=1σ；双键=1σ+1π；三键=1σ+2π。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键参数：键能↑稳定↑；键长↑键能↓；键角→空间构型(如H2O 104.5°)。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σ键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π键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键型计数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键参数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σ/π区别。原因：头碰头vs肩并肩,σ可旋转π不可,易混。且σ键强于π键(π易断),与"π在双键中"直觉反,需强调。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键型计数。原因：单/双/三键对应σπ数目易算错(如N2三键=1σ2π),需记规律。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配位键。原因：配位键一方供孤对电子,与寻常共价键"各供1e"不同,方向易反,需辨析。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共价键 ──┐
│ σ键:头碰头 │
│ 轴对称可旋转 │
│ π键:肩并肩 │
│ 镜面不可旋转 │
│ 单=1σ │
│ 双=1σ+1π │
│ 三=1σ+2π │
│ 键能↑键长↓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σ键和π键在轨道重叠方式上有何不同？各能否自由旋转？2. 写出N2、O2分子中σ键和π键的数目。3. 什么是键角？它决定了分子的什么特征？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【提高作业】为什么烯烃容易发生加成反应，而烷烃较稳定？用σ键、π键的强弱解释。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本单元主题：分子结构与性质。把今天学到的方法带进下一篇——自己读、自己想、自己写。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