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化学 · 选择性必修3 有机化学基础 · 第4单元 合成高分子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合成高分子的应用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新课  ·  第2课时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宏观辨识与微观探析：分类三大合成材料并联系结构。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变化观念与平衡思想：认识材料性质由结构决定。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证据推理与模型认知：用结构解释橡胶弹性、纤维强度。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科学探究与创新意识：通过案例认识功能高分子与可降解材料。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三大合成材料：塑料(如聚乙烯、聚氯乙烯)、合成橡胶(如顺丁橡胶,高弹性)、合成纤维(如涤纶、尼龙)。按用途还分通用与功能高分子(离子交换树脂、高吸水性树脂、医用高分子)。环境与可持续发展：白色污染、可降解塑料(如聚乳酸PLA)、回收利用。</a:t>
            </a:r>
          </a:p>
        </p:txBody>
      </p:sp>
      <p:pic>
        <p:nvPicPr>
          <p:cNvPr id="6" name="Picture 5" descr="craft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craft.jpg）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三大材料:塑料(PE/PVC,可塑)、合成橡胶(顺丁胶,高弹)、合成纤维(涤纶/尼龙,强韧)。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65176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76148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20040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功能高分子:离子交换树脂、高吸水性树脂、医用高分子。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93192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40416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448056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结构与性质:链柔顺→弹性;取向结晶→强度。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5212080"/>
            <a:ext cx="10911535" cy="1170432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532180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760720"/>
            <a:ext cx="9997135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绿色:白色污染、可降解(PLA/淀粉基)、回收再利用。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性能与结构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功能高分子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可降解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环保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练习+作业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三者区分。原因：塑料(可塑成型)、橡胶(高弹性、低模量)、纤维(高强度、耐拉)性能界线,易按名称混,需据性能与结构判。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功能高分子。原因：功能高分子是在通用高分子上引入特殊基团(如-SO3H离子交换、-COO-吸水),易与通用混,需看"特殊功能基团"。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可降解。原因：可降解塑料(PLA、淀粉共聚)在特定条件下断裂为小分子,非"消失"而是被微生物分解,易误为普通塑料也可,需强调条件与机理。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┌── 高分子应用 ──┐
│ 塑料:可塑 │
│ 橡胶:高弹 │
│ 纤维:强韧 │
│ 功能:特殊基 │
│ 团(吸水性等)│
│ 可降解:PLA │
│ 回收减白污 │
└────────────────┘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1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三大合成材料分别是什么？各举一例并说明其主要性能特点。2. 什么是功能高分子？举例说明。3. 可降解塑料相对于传统塑料有什么环境意义？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【提高作业】为什么合成橡胶具有高弹性，而合成纤维具有高强度和耐拉伸性？从高分子链结构角度解释。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本单元主题：合成高分子。把今天学到的方法带进下一篇——自己读、自己想、自己写。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