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第1单元 物质及其变化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物质的转化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宏观辨识与微观探析：归纳单质、氧化物、酸、碱、盐之间的转化规律。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变化观念与平衡思想：认识物质类别间可相互转化，变化有规律可循。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证据推理与模型认知：用"类别-价态"二维图表示物质转化路径。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科学探究与创新意识：通过举例建构转化网络，体会模型化方法。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在分类基础上建立单质、氧化物、酸、碱、盐之间的转化关系网络（如金属→碱性氧化物→碱→盐；非金属→酸性氧化物→酸→盐），并学习画"价-类二维图"。这是元素化合物学习的认知工具。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金属→碱性氧化物→碱→盐（如Ca→CaO→Ca(OH)2→CaCO3）。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非金属→酸性氧化物→酸→盐（如C→CO2→H2CO3→CaCO3）。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酸碱盐相互反应：酸+碱→盐+水；酸+盐→新酸+新盐。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价-类二维图：横轴类别、纵轴价态。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金属转化线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非金属转化线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酸碱盐互反应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价-类二维图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两性氧化物与作业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两性氧化物。原因：Al2O3既与酸又与碱反应，难归类，需单独记。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转化条件。原因：并非任意两类都能直接转化，需看具体物质，易想当然。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盐的生成路径多。原因：10条路径易漏，需网络图。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物质转化 ──┐
│ 金属: │
│ M→碱性氧化物→碱→盐│
│ 非金属: │
│ N→酸性氧化物→酸→盐│
│ 复分解: │
│ 酸+碱→盐+水 │
│ 酸+盐→新酸+新盐│
│ 碱+盐→新碱+新盐│
│ 两性:Al2O3/Al(OH)3│
│ 二维图:类别×价态│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写出Ca→CaCO3的转化反应式。2. 简述复分解反应发生的条件。3. 为什么CuO不能直接水化得Cu(OH)2？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【提高作业】画出硫元素(0、+4、+6价)的价-类二维图并标注物质。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本单元主题：物质及其变化。把今天学到的方法带进下一篇——自己读、自己想、自己写。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