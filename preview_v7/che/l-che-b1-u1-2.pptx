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005840" cy="50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必修第一册 · 单元 1 · 高一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物质及其变化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物质的转化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43400"/>
            <a:ext cx="182880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在分类基础上建立单质、氧化物、酸、碱、盐之间的转化关系网络（如金属→碱性氧化物→碱→盐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本课件未使用无关配图，以学科配色块呈现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42032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宏观辨识与微观探析：归纳单质、氧化物、酸、碱、盐之间的转化规律。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973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76573" y="2542032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6573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573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4005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变化观念与平衡思想：认识物质类别间可相互转化，变化有规律可循。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5867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84467" y="2542032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1899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证据推理与模型认知：用"类别-价态"二维图表示物质转化路径。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3761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2361" y="2542032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2361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2361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科学探究与创新意识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9793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科学探究与创新意识：通过举例建构转化网络，体会模型化方法。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教材定位与史实来源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27167" cy="448056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教材定位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在分类基础上建立单质、氧化物、酸、碱、盐之间的转化关系网络（如金属→碱性氧化物→碱→盐；非金属→酸性氧化物→酸→盐），并学习画"价-类二维图"。这是元素化合物学习的认知工具。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11680"/>
            <a:ext cx="5227167" cy="4480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权威来源（已联网核实）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物质的转化遵循类别决定路径：金属→碱性氧化物→碱→盐，非金属→酸性氧化物→酸→盐（chemguide / 高中化学教材）。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2. 价-类二维图以横轴类别、纵轴价态表示物质转化，是元素化合物学习的核心认知工具（人教版必修第一册）。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本课件未使用无关配图，以学科配色块呈现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本课核心知识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87853" cy="56692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金属→碱性氧化物→碱→盐（如Ca→CaO→Ca(OH)2→CaCO3）。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973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973" y="2194560"/>
            <a:ext cx="2487853" cy="566928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973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573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非金属→酸性氧化物→酸→盐（如C→CO2→H2CO3→CaCO3）。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5867" y="2194560"/>
            <a:ext cx="2487853" cy="566928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4467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酸碱盐相互反应：酸+碱→盐+水；酸+盐→新酸+新盐。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3761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3761" y="2194560"/>
            <a:ext cx="2487853" cy="566928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3761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2361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价-类二维图：横轴类别、纵轴价态。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学习活动与方法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91398" y="2560320"/>
            <a:ext cx="585216" cy="585216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91398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网络图建构法。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973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99292" y="2560320"/>
            <a:ext cx="585216" cy="58521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292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573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举例归纳法。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07186" y="2560320"/>
            <a:ext cx="585216" cy="585216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7186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4467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二维图建模。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3761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15080" y="2560320"/>
            <a:ext cx="585216" cy="585216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5080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2361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错例法(两性氧化物)。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三处易卡住的地方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46888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两性氧化物。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原因：Al2O3既与酸又与碱反应，难归类，需单独记。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70450" y="246888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0450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4538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转化条件。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8738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原因：并非任意两类都能直接转化，需看具体物质，易想当然。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756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44788" y="246888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4788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8876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盐的生成路径多。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原因：10条路径易漏，需网络图。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11535" cy="457200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《物质转化》要点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1018001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金属: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M→碱性氧化物→碱→盐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非金属: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N→酸性氧化物→酸→盐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复分解: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酸+碱→盐+水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酸+盐→新酸+新盐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碱+盐→新碱+新盐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两性:Al2O3/Al(OH)3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二维图:类别×价态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5002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7013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基础 · 必做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701387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写出Ca→CaCO3的转化反应式。2. 简述复分解反应发生的条件。3. 为什么CuO不能直接水化得Cu(OH)2？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2194560"/>
            <a:ext cx="525002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5907" y="2423160"/>
            <a:ext cx="47013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提高 · 选做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5907" y="3063240"/>
            <a:ext cx="4701387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画出硫元素(0、+4、+6价)的价-类二维图并标注物质。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本单元脉络与衔接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27167" cy="448056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本单元定位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在分类基础上建立单质、氧化物、酸、碱、盐之间的转化关系网络（如金属→碱性氧化物→碱→盐；非金属→酸性氧化物→酸→盐），并学习画"价-类二维图"。这是元素化合物学习的认知工具。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重点梳理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2560320"/>
            <a:ext cx="5227167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金属→碱性氧化物→碱→盐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非金属→酸性氧化物→酸→盐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酸碱盐相互反应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价-类二维图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后续衔接：下节课电解质电离，进入离子反应基础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