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选择性必修3 有机化学基础 · 第1单元 有机化合物的组成与结构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有机化合物的分类与结构特点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宏观辨识与微观探析：按碳骨架与官能团对有机物分类。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变化观念与平衡思想：认识官能团决定有机物的主要性质。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证据推理与模型认知：识别常见官能团并判断同系物。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科学探究与创新意识：建立有机物"结构-分类-性质"认知模型。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有机物按碳骨架分为链状、环状(脂环、芳香)；按官能团分类(烃、卤代烃、醇、酚、醛、酮、羧酸、酯、胺、酰胺等)。官能团决定有机物主要化学性质。同系物：结构相似、分子组成相差一个或多个CH2的化合物，性质相似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碳骨架分类：链状、脂环、芳香(含苯环)。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官能团分类：烷、烯、炔、卤代烃、醇、酚、醛、酮、羧酸、酯、胺、酰胺。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官能团决定性质：如-OH(醇/酚)、-CHO(醛)、-COOH(羧酸)。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同系物：结构相似、差n个CH2、性质相似。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碳骨架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官能团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分类表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同系物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醇/酚羟基。原因：醇羟基连脂肪碳、酚羟基直接连苯环,性质不同但都写-OH,易误为一类,需按连接方式区分。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官能团识别。原因：-CHO醛基含C=O+H,-CO-酮基只C=O,易混;羧酸同时含-OH与C=O,需整体看,易错。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同系物。原因：须"结构相似+差CH2",如CH2=CH2与环丙烷不属同系物(结构不相似),易只看分子式差,需强调结构相似。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有机物分类 ──┐
│ 骨架:链/脂环│
│ /芳香(苯环) │
│ 官能团:-X │
│ -OH -CHO │
│ -COOH -COO- │
│ -NH2 │
│ 同系物:差CH2│
│ 结构相似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有机物按碳骨架可分为哪几类？2. 写出醇羟基、醛基、羧基的结构简式。3. 什么是同系物？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【提高作业】乙醇（CH3CH2OH）和苯酚（C6H5OH）都含有-OH，为什么它们不属于同一类有机物？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本单元主题：有机化合物的组成与结构。把今天学到的方法带进下一篇——自己读、自己想、自己写。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