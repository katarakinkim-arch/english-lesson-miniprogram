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第3单元 铁 金属材料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合金与铝及其化合物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宏观辨识与微观探析：描述合金特性及铝、Al2O3、Al(OH)3的主要性质。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变化观念与平衡思想：认识Al2O3、Al(OH)3的两性(与酸、强碱均反应)。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证据推理与模型认知：用两性模型解释Al(OH)3与强碱生成[Al(OH)4]-。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科学探究与创新意识：通过实验探究铝及其化合物的两性。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合金是由两种或以上金属(或金属与非金属)熔合而成的具有金属特性的物质，硬度更大、熔点更低。铝是地壳含量最高的金属，Al2O3、Al(OH)3呈两性(既与酸又与强碱反应)，Al(OH)3可制胃药、净水。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合金：硬度&gt;组分、熔点&lt;组分、具金属特性。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Al物性：银白轻、氧化膜保护。4Al+3O2=2Al2O3。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Al2O3两性：Al2O3+6H+=2Al3++3H2O；Al2O3+2OH-+3H2O=2[Al(OH)4]-。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Al(OH)3两性：Al(OH)3+3H+=Al3++3H2O；Al(OH)3+OH-=[Al(OH)4]-。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铝与氧化膜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Al2O3两性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Al(OH)3两性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合金特性。原因：熔点低于任一组分反直觉，需实例(焊锡)。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两性反应式。原因：与强碱产物[Al(OH)4]-或AlO2-写法不一，易错。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氧化膜。原因：铝看似不反应实因致密氧化膜，易误判惰性。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合金与铝 ──┐
│ 合金:硬↑熔↓ │
│ 4Al+3O2=2Al2O3│
│ Al2O3+6H+= │
│ 2Al3++3H2O │
│ Al2O3+2OH-+ │
│ 3H2O=2[Al(OH)4]-│
│ Al3++3NH3·H2O│
│ =Al(OH)3↓+..│
│ Al(OH)3+OH-= │
│ [Al(OH)4]-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合金与纯金属相比有什么特性？2. 写出Al2O3与盐酸、与NaOH溶液反应的离子方程式。3. 为什么制备Al(OH)3用氨水而不用NaOH？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【提高作业】向AlCl3溶液中逐滴加入NaOH溶液至过量，现象如何变化？写出相关离子方程式。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本单元主题：铁 金属材料。把今天学到的方法带进下一篇——自己读、自己想、自己写。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