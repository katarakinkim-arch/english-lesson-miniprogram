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05840" cy="50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必修第一册 · 单元 2 · 高一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海水中的重要元素——钠和氯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1247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钠的性质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343400"/>
            <a:ext cx="182880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钠是典型的活泼金属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本课件未使用无关配图，以学科配色块呈现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542032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宏观辨识与微观探析：观察钠的色态密度并描述与水、氧气反应的现象。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973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76573" y="2542032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6573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6573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4005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变化观念与平衡思想：认识反应条件(常温/加热)改变产物(Na2O/Na2O2)。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5867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4467" y="2542032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4467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4467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1899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证据推理与模型认知：用钠原子最外层1个电子解释其强金属性。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63761" y="2286000"/>
            <a:ext cx="2487853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2361" y="2542032"/>
            <a:ext cx="502920" cy="5029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2361" y="2596896"/>
            <a:ext cx="5029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2361" y="3200400"/>
            <a:ext cx="20306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科学探究与创新意识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793" y="3703320"/>
            <a:ext cx="197578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科学探究与创新意识：通过实验探究钠的性质，养成安全意识(防燃)。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教材定位与史实来源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480560"/>
          </a:xfrm>
          <a:prstGeom prst="round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教材定位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7852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钠是典型的活泼金属。通过切割、与水/氧气反应实验认识其银白色、质软、密度小、强还原性的通性；钠与氧气常温下生成Na2O、加热生成Na2O2，体现反应条件影响产物。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480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743200"/>
            <a:ext cx="467852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钠由英国化学家汉弗里·戴维(Humphry Davy)于1807年通过电解熔融氢氧化钠首次制得，并以拉丁文Natrium得名Na（台大CASE / 百度百科）。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2. 钠原子最外层仅1个电子(3s¹)，极易失去，因此具强还原性、化学性质极活泼（百度百科 / 人教版必修第一册）。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本课件未使用无关配图，以学科配色块呈现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本课核心知识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487853" cy="566928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物理性质：银白、质软、ρ&lt;水、熔点低。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973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7973" y="2194560"/>
            <a:ext cx="2487853" cy="566928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973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与O2：常温4Na+O2=2Na2O；加热2Na+O2=Na2O2。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5867" y="2194560"/>
            <a:ext cx="2487853" cy="566928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5867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4467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与H2O：2Na+2H2O=2NaOH+H2↑(浮熔游响红)。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3761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63761" y="2194560"/>
            <a:ext cx="2487853" cy="566928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3761" y="2313432"/>
            <a:ext cx="24878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2361" y="2971800"/>
            <a:ext cx="2030653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保存：煤油/石蜡中隔绝空气水。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学习活动与方法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91398" y="2560320"/>
            <a:ext cx="585216" cy="585216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1398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实验探究(钠水反应)。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7973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99292" y="2560320"/>
            <a:ext cx="585216" cy="58521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292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对比(常温/加热产物)。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5867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07186" y="2560320"/>
            <a:ext cx="585216" cy="585216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7186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4467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微观解释(最外电子)。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3761" y="2194560"/>
            <a:ext cx="2487853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15080" y="2560320"/>
            <a:ext cx="585216" cy="585216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15080" y="2615184"/>
            <a:ext cx="585216" cy="4681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2361" y="3337560"/>
            <a:ext cx="2030653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安全讲解。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三处易卡住的地方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62858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246888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3744"/>
            <a:ext cx="548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487168"/>
            <a:ext cx="22198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条件影响产物。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281421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原因：Na2O与Na2O2混淆，需对照条件。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4418" y="2194560"/>
            <a:ext cx="3362858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70450" y="246888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0450" y="2523744"/>
            <a:ext cx="548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4538" y="2487168"/>
            <a:ext cx="22198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与盐溶液。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8738" y="3291840"/>
            <a:ext cx="281421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原因：Na先与水反应后碱与盐复分解，不直接置换Cu，易错。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8756" y="2194560"/>
            <a:ext cx="3362858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44788" y="246888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4788" y="2523744"/>
            <a:ext cx="548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8876" y="2487168"/>
            <a:ext cx="22198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现象解释。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3076" y="3291840"/>
            <a:ext cx="281421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原因："浮熔游响红"五现象对应原因需一一对应。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11535" cy="4572000"/>
          </a:xfrm>
          <a:prstGeom prst="round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101800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《钠的性质》要点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10180015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物性:银白质软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ρ&lt;水 熔点低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4Na+O2=2Na2O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2Na+O2=Na2O2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(加热,淡黄)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2Na+2H2O=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2NaOH+H2↑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浮熔游响红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煤油保存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5002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7013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470138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钠与水反应的现象有哪些？写出方程式。2. 钠为什么要保存在煤油中？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2194560"/>
            <a:ext cx="5250027" cy="40233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75907" y="2423160"/>
            <a:ext cx="47013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提高 · 选做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5907" y="3063240"/>
            <a:ext cx="470138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钠投入CuSO4溶液中发生什么？写出相关方程式。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本单元脉络与衔接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480560"/>
          </a:xfrm>
          <a:prstGeom prst="round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本单元定位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7852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钠是典型的活泼金属。通过切割、与水/氧气反应实验认识其银白色、质软、密度小、强还原性的通性；钠与氧气常温下生成Na2O、加热生成Na2O2，体现反应条件影响产物。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重点梳理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2560320"/>
            <a:ext cx="5227167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物理性质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与O2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与H2O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保存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后续衔接：下节课钠的化合物Na2O2的性质与用途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