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第2单元 海水中的重要元素——钠和氯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钠的性质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宏观辨识与微观探析：观察钠的色态密度并描述与水、氧气反应的现象。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变化观念与平衡思想：认识反应条件(常温/加热)改变产物(Na2O/Na2O2)。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证据推理与模型认知：用钠原子最外层1个电子解释其强金属性。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科学探究与创新意识：通过实验探究钠的性质，养成安全意识(防燃)。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钠是典型的活泼金属。通过切割、与水/氧气反应实验认识其银白色、质软、密度小、强还原性的通性；钠与氧气常温下生成Na2O、加热生成Na2O2，体现反应条件影响产物。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物理性质：银白、质软、ρ&lt;水、熔点低。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与O2：常温4Na+O2=2Na2O；加热2Na+O2=Na2O2。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与H2O：2Na+2H2O=2NaOH+H2↑(浮熔游响红)。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保存：煤油/石蜡中隔绝空气水。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与氧气反应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与水反应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现象对应解释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与盐溶液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条件影响产物。原因：Na2O与Na2O2混淆，需对照条件。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与盐溶液。原因：Na先与水反应后碱与盐复分解，不直接置换Cu，易错。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现象解释。原因："浮熔游响红"五现象对应原因需一一对应。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钠的性质 ──┐
│ 物性:银白质软 │
│ ρ&lt;水 熔点低 │
│ 4Na+O2=2Na2O │
│ 2Na+O2=Na2O2│
│ (加热,淡黄) │
│ 2Na+2H2O= │
│ 2NaOH+H2↑ │
│ 浮熔游响红 │
│ 煤油保存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钠与水反应的现象有哪些？写出方程式。2. 钠为什么要保存在煤油中？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【提高作业】钠投入CuSO4溶液中发生什么？写出相关方程式。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本单元主题：海水中的重要元素——钠和氯。把今天学到的方法带进下一篇——自己读、自己想、自己写。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