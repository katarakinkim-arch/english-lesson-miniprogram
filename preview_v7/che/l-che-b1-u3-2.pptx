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必修第一册 · 第3单元 铁 金属材料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铁的氢氧化物与铁盐、亚铁盐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宏观辨识与微观探析：描述Fe(OH)2、Fe(OH)3的颜色与转化现象。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变化观念与平衡思想：认识Fe2+与Fe3+可相互转化(氧化/还原)。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证据推理与模型认知：用SCN-(血红色)检验Fe3+，用特征反应检验Fe2+。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科学探究与创新意识：通过实验探究Fe2+/Fe3+转化与检验。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Fe(OH)2白色但极易被氧化成Fe(OH)3红褐色(现象：白→灰绿→红褐)；Fe3+与SCN-显血红色用于检验，Fe2+与K3[Fe(CN)6]显蓝色；Fe2+与Fe3+可相互转化(氯水氧化、铁粉还原)。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Fe(OH)2：白色，4Fe(OH)2+O2+2H2O=4Fe(OH)3(白→灰绿→红褐)。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Fe(OH)3：红褐色，受热分解2Fe(OH)3=Fe2O3+3H2O。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Fe3+检验：Fe3++3SCN-=Fe(SCN)3血红色。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转化：2Fe2++Cl2=2Fe3++2Cl-(氧化)；2Fe3++Fe=3Fe2+(还原)。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两氢氧化物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Fe3+检验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Fe2+检验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相互转化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Fe(OH)2氧化。原因：白色难保持，现象分阶段，需隔绝空气制备。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检验特异性。原因：Fe3+用SCN-最灵敏，Fe2+用K3[Fe(CN)6]蓝，需区分。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转化方向。原因：氧化剂使Fe2+→Fe3+，还原剂(Fe)使Fe3+→Fe2+，易反。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铁盐亚铁盐 ──┐
│ Fe(OH)2白→ │
│ (灰绿)→红褐 │
│ Fe(OH)3 │
│ Fe3++3SCN-= │
│ 血红色 │
│ Fe2+:K3[Fe(CN)6│
│ ]蓝 / 先SCN后氯│
│ 2Fe2++Cl2= │
│ 2Fe3+ │
│ 2Fe3++Fe=3Fe2+│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简述Fe(OH)2在空气中颜色变化过程并写方程式。2. 如何检验Fe3+？3. 写出Fe2+被氯水氧化的离子方程式。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【提高作业】如何证明某溶液同时含有Fe2+和Fe3+？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本单元主题：铁 金属材料。把今天学到的方法带进下一篇——自己读、自己想、自己写。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