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第4单元 · 物质结构 元素周期律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元素周期表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201168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元素按原子序数递增排成周期表：7个周期(横行)、18个纵列16个族(7主族、7副族、Ⅷ族、0…。</a:t>
            </a:r>
          </a:p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化学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第2课时 · 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3743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1058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0370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6712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描述周期表结构，说出周期、族的划分依据。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6611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44614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51929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241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583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认识位置(周期/族)与原子结构(层数/最外层)的对应关系。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7482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5485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2800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112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8454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由元素位置推断电子层数、最外层电子数。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8353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66356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73671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2983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9325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通过周期表建模建立位-构联系。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教材定位与权威调研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元素按原子序数递增排成周期表：7个周期(横行)、18个纵列16个族(7主族、7副族、Ⅷ族、0族)。周期序数=电子层数，主族序数=最外层电子数。建立"位-构-性"关系雏形。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97480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科普中国《化学元素表》：7 周期(电子层数)、18 纵列 16 族；原子序数=质子数=电子数。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门捷列夫.com：1869 年门捷列夫编制首张元素周期表。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0350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本课件未使用无关配图（学科色块呈现）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453563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周期：7个横行，周期序数=电子层数。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族：18纵列分16族(7主族ⅠA-ⅦA、7副族、Ⅷ、0族)。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03120"/>
            <a:ext cx="2453563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主族序数=最外层电子数=最高正价(O、F除外)。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03120"/>
            <a:ext cx="2453563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原子序数=质子数=核电荷数。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学习方法与招牌招式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周期表观察。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位构对应训练。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口诀(主族=最外层)。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模型。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628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招牌招式 · 位-构对应：周期序数=电子层数，主族序数=最外层电子数。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周期=层数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原因：周期序数即电子层数，与最外层电子数无关，易混。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33172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族序数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原因：主族看最外层电子数，过渡元素复杂，需先主族。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33172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0族/Ⅷ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原因：0族最外层8(He为2)、Ⅷ占3列，位置特殊。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元素周期表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7周期=电子层数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16族(7主7副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Ⅷ+0)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主族=最外层e-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=最高正价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原子序数=质子数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Al:3周ⅢA,3e-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元素周期表中周期序数与什么相等？主族序数与什么相等？2. 指出Al、Cl分别在第几周期第几族。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0312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某元素原子有3个电子层、最外层7个电子，它在周期表的位置和原子序数大约是多少？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11535" cy="9601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58968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拓展衔接：下节课同主族(碱金属、卤素)递变规律。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第4单元 · 物质结构 元素周期律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① 周期：7个横行，周期序数=电子层数。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② 族：18纵列分16族(7主族ⅠA-ⅦA、7副族、Ⅷ、0族)。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③ 主族序数=最外层电子数=最高正价(O、F除外)。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945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单元主线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物质结构 元素周期律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本课为第2课时，是单元知识链的一环。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拓展衔接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下节课同主族(碱金属、卤素)递变规律。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