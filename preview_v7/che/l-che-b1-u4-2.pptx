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第4单元 物质结构 元素周期律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元素周期表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宏观辨识与微观探析：描述周期表结构，说出周期、族的划分依据。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变化观念与平衡思想：认识位置(周期/族)与原子结构(层数/最外层)的对应关系。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证据推理与模型认知：由元素位置推断电子层数、最外层电子数。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科学探究与创新意识：通过周期表建模建立位-构联系。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元素按原子序数递增排成周期表：7个周期(横行)、18个纵列16个族(7主族、7副族、Ⅷ族、0族)。周期序数=电子层数，主族序数=最外层电子数。建立"位-构-性"关系雏形。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周期：7个横行，周期序数=电子层数。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族：18纵列分16族(7主族ⅠA-ⅦA、7副族、Ⅷ、0族)。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主族序数=最外层电子数=最高正价(O、F除外)。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原子序数=质子数=核电荷数。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周期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位构关系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原子序数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周期=层数。原因：周期序数即电子层数，与最外层电子数无关，易混。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族序数。原因：主族看最外层电子数，过渡元素复杂，需先主族。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0族/Ⅷ。原因：0族最外层8(He为2)、Ⅷ占3列，位置特殊。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元素周期表 ──┐
│ 7周期=电子层数 │
│ 16族(7主7副 │
│ Ⅷ+0) │
│ 主族=最外层e- │
│ =最高正价 │
│ 原子序数=质子数│
│ Al:3周ⅢA,3e-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元素周期表中周期序数与什么相等？主族序数与什么相等？2. 指出Al、Cl分别在第几周期第几族。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【提高作业】某元素原子有3个电子层、最外层7个电子，它在周期表的位置和原子序数大约是多少？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本单元主题：物质结构 元素周期律。把今天学到的方法带进下一篇——自己读、自己想、自己写。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