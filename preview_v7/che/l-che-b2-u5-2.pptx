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必修第二册 · 第5单元 化工生产中的重要非金属元素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硫酸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宏观辨识与微观探析：描述稀硫酸酸的通性及浓硫酸三大特性。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变化观念与平衡思想：认识浓硫酸强氧化性中S+6被还原为SO2。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证据推理与模型认知：用实验证据解释吸水性与脱水性的差异。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科学探究与创新意识：通过Cu与浓H2SO4实验探究强氧化性，规范稀释操作。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稀硫酸具酸的通性。浓硫酸有三大特性：吸水性(作干燥剂)、脱水性(使有机物炭化)、强氧化性(与Cu、C加热反应生成SO2，S+6被还原)。学习浓硫酸与铜反应及稀释操作(酸入水)。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吸水性：吸收现成水(干燥剂,物理)。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脱水性：将有机物H、O按2:1脱成水(炭化,化学)。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强氧化：Cu+2H2SO4(浓)=CuSO4+SO2↑+2H2O(加热)。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稀释：酸入水、沿壁慢搅。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吸水性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脱水性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强氧化性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稀释操作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吸水vs脱水。原因：都涉及水,前者吸游离水,后者夺化合水,易混。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强氧化性。原因：与Cu需加热且生成SO2(非H2),S被还原,易错。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稀释顺序。原因：水入酸放热飞溅危险,须酸入水。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硫酸 ──┐
│ 稀:酸通性 │
│ 浓:吸水性(物)│
│ 脱水性(化,炭化)│
│ Cu+2H2SO4(浓)=│
│ CuSO4+SO2↑+ │
│ 2H2O │
│ 稀释:酸入水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浓硫酸的吸水性和脱水性有什么本质区别？2. 写出Cu与浓硫酸加热反应的化学方程式，指出硫元素化合价变化。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【提高作业】为什么浓硫酸可以干燥CO2、O2，却不能干燥NH3、H2S？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本单元主题：化工生产中的重要非金属元素。把今天学到的方法带进下一篇——自己读、自己想、自己写。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