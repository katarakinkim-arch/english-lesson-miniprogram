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25535" y="11887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535" y="1417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化学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535" y="192024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化工生产中的重要非金属元素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高一 · 必修第二册（人教版）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6888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高一 · 必修第二册 · 5单元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613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硫酸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6613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吸水性 · 脱水性 · 强氧化性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6613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硫酸 · 浓硫酸 · 吸水性 · 脱水性 · 强氧化性 · 人教必修二Ch5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描述稀硫酸酸的通性及浓硫酸三大特性。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认识浓硫酸强氧化性中S+6被还原为SO2。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用实验证据解释吸水性与脱水性的差异。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通过Cu与浓H2SO4实验探究强氧化性，规范稀释操作。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为什么学这一课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稀硫酸具酸的通性。浓硫酸有三大特性：吸水性(作干燥剂)、脱水性(使有机物炭化)、强氧化性(与Cu、C加热反应生成SO2，S+6被还原)。学习浓硫酸与铜反应及稀释操作(酸入水)。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402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 科普/教材：浓硫酸具吸水性、脱水性、强氧化性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 Cu+2H₂SO₄(浓)→CuSO₄+SO₂↑+2H₂O（加热，见 arjunschool 等权威整理）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本课件未使用无关配图（学科色块兜底，规范 §2.3）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本课重点梳理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吸水性：吸收现成水(干燥剂,物理)。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9895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407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脱水性：将有机物H、O按2:1脱成水(炭化,化学)。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63600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强氧化：Cu+2H2SO4(浓)=CuSO4+SO2↑+2H2O(加热)。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9895" y="463600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9895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7407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稀释：酸入水、沿壁慢搅。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实验(蔗糖炭化)。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28600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对比(吸水/脱水)。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28600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Cu与浓H2SO4演示。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28600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安全操作。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吸水vs脱水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吸水vs脱水。原因：都涉及水,前者吸游离水,后者夺化合水,易混。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51460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强氧化性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强氧化性。原因：与Cu需加热且生成SO2(非H2),S被还原,易错。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51460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稀释顺序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稀释顺序。原因：水入酸放热飞溅危险,须酸入水。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一页看懂知识骨架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42316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硫酸
稀:酸通性
浓:吸水性(物)
脱水性(化,炭化)
Cu+2H2SO4(浓)=
CuSO4+SO2↑+
2H2O
稀释:酸入水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分层巩固练习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1344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浓硫酸的吸水性和脱水性有什么本质区别？2. 写出Cu与浓硫酸加热反应的化学方程式，指出硫元素化合价变化。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02736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02736"/>
            <a:ext cx="109728" cy="134416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94176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9936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为什么浓硫酸可以干燥CO2、O2，却不能干燥NH3、H2S？
参考答案基础1：吸水性吸收游离水(物理)，脱水性将有机物中H、O按2:1脱去成水(化学炭化)。基础2：Cu+2H2SO4(浓)=CuSO4+SO2↑+2H2O；S由+6降到+4。提高：NH3是碱性气体、H2S是还原性气体，会与浓硫酸反应；CO2、O2不与浓硫酸反应可干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48072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48072"/>
            <a:ext cx="109728" cy="134416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比较浓硫酸与稀硫酸在组成、性质上的本质不同。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收口与衔接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硫酸是用途最广的化工原料之一。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本课核心：浓硫酸的吸水性（物理、作干燥剂）、脱水性（化学、使有机物炭化）与强氧化性（与 Cu 等加热生成 SO₂）。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稀释须“酸入水、沿壁慢搅”，呼应前课 SO₂，并衔接后续氮、氨的氧化还原体系。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8600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单元：化工生产中的重要非金属元素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本课：硫酸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后续：氮的氧化物与酸雨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