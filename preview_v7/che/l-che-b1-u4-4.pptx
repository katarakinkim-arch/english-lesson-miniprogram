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化学 · 必修第一册 · 第4单元 物质结构 元素周期律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元素周期律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第4课时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宏观辨识与微观探析：描述同周期元素性质的递变规律。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变化观念与平衡思想：认识同周期自左向右金属性减弱、非金属性增强。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证据推理与模型认知：用原子半径与核电荷解释递变，推断化合价规律。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科学探究与创新意识：通过数据(半径、化合价)归纳周期律。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同周期(横行)自左向右：核电荷数递增、原子半径减小、失电子能力减弱、得电子能力增强，故金属性减弱、非金属性增强。最高正价从左+1递增到+7(0族除外)，负价=族序数-8。建立完整"位-构-性"三角。</a:t>
            </a:r>
          </a:p>
        </p:txBody>
      </p:sp>
      <p:pic>
        <p:nvPicPr>
          <p:cNvPr id="6" name="Picture 5" descr="craft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craft.jpg）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同周期左→右：核电荷↑、半径↓、金属性↓、非金属性↑。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原子半径：同周期左大右小；同主族上小下大。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化合价：最高正价=主族序数(1→7)，负价=-(8-族序数)。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金属性越强越易失e-、氢氧化物碱性强；非金属性越强氢化物稳、含氧酸强。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半径规律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金属非金属性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化合价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位构性三角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纵横方向。原因：横(同周期)金属性减、纵(同主族)金属性增，相反，最易错。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半径规律。原因：同周期减小、同主族增大，方向不同，易混。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化合价公式。原因：最高正价=族序数仅主族且O/F例外，负价=8-族序数。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元素周期律 ──┐
│ 同周期左→右: │
│ 核电荷↑半径↓ │
│ 金属性↓非金↑│
│ 半径:横减纵增 │
│ 最高正价=族序 │
│ (除O/F) │
│ 负价=-(8-族序)│
│ 位↔构↔性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同周期自左向右原子半径、金属性、非金属性如何变化？2. 主族元素最高正价与族序数有何关系？S元素的最高正价和最低负价各是多少？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【提高作业】已知X、Y同周期，X在Y左侧，比较二者原子半径与金属性强弱。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本单元主题：物质结构 元素周期律。把今天学到的方法带进下一篇——自己读、自己想、自己写。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