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第4单元 · 物质结构 元素周期律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元素周期律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201168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同周期(横行)自左向右：核电荷数递增、原子半径减小、失电子能力减弱、得电子能力增强，故金属性…。</a:t>
            </a:r>
          </a:p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化学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第4课时 · 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3743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1058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0370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6712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描述同周期元素性质的递变规律。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611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44614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51929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1241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7583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认识同周期自左向右金属性减弱、非金属性增强。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7482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5485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2800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112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38454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用原子半径与核电荷解释递变，推断化合价规律。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8353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66356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73671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52983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49325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通过数据(半径、化合价)归纳周期律。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教材定位与权威调研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同周期(横行)自左向右：核电荷数递增、原子半径减小、失电子能力减弱、得电子能力增强，故金属性减弱、非金属性增强。最高正价从左+1递增到+7(0族除外)，负价=族序数-8。建立完整"位-构-性"三角。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697480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百度百科《元素周期律》：门捷列夫 1869 提出，同周期金属性减、非金属性增。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科普中国《化学元素表》：1913 年莫斯莱依原子序数(核电荷)排表。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0350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本课件未使用无关配图（学科色块呈现）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453563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同周期左→右：核电荷↑、半径↓、金属性↓、非金属性↑。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原子半径：同周期左大右小；同主族上小下大。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03120"/>
            <a:ext cx="2453563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化合价：最高正价=主族序数(1→7)，负价=-(8-族序数)。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03120"/>
            <a:ext cx="2453563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金属性越强越易失e-、氢氧化物碱性强；非金属性越强氢化物稳、含氧酸强。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学习方法与招牌招式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数据图(半径、电负性)。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3047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纵横对比。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化合价推演。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位构性三角。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6928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79008"/>
            <a:ext cx="103628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招牌招式 · “横减纵增”四字诀：同周期金属性减、同主族增，位-构-性互推。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纵横方向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原因：横(同周期)金属性减、纵(同主族)金属性增，相反，最易错。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33172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半径规律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原因：同周期减小、同主族增大，方向不同，易混。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33172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化合价公式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原因：最高正价=族序数仅主族且O/F例外，负价=8-族序数。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元素周期律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同周期左→右: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核电荷↑半径↓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金属性↓非金↑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半径:横减纵增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最高正价=族序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(除O/F)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负价=-(8-族序)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位↔构↔性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同周期自左向右原子半径、金属性、非金属性如何变化？2. 主族元素最高正价与族序数有何关系？S元素的最高正价和最低负价各是多少？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0312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已知X、Y同周期，X在Y左侧，比较二者原子半径与金属性强弱。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9601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58968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拓展衔接：下节课化学键——离子键与共价键。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第4单元 · 物质结构 元素周期律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① 同周期左→右：核电荷↑、半径↓、金属性↓、非金属性↑。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② 原子半径：同周期左大右小；同主族上小下大。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③ 化合价：最高正价=主族序数(1→7)，负价=-(8-族序数)。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945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单元主线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物质结构 元素周期律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本课为第4课时，是单元知识链的一环。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拓展衔接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下节课化学键——离子键与共价键。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