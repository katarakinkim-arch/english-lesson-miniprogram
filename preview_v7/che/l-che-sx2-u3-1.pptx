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化学 · 选择性必修2 物质结构与性质 · 第3单元 晶体结构与性质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晶体常识与晶胞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宏观辨识与微观探析：区分晶体与非晶体的结构与性质差异。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变化观念与平衡思想：认识晶胞作为晶体的最小重复单元。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证据推理与模型认知：用均摊法计算晶胞中微粒数目与化学式。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科学探究与创新意识：通过晶体模型认识微观有序与宏观性质联系。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晶体内部微粒(原子、离子、分子)在三维空间呈周期性有序排列，有固定熔点、各向异性、自范性；非晶体(玻璃、橡胶)无序。晶胞是晶体最小重复单元，整块晶体由晶胞无隙并置堆积。用均摊法计算晶胞内微粒数：顶角1/8、棱心1/4、面心1/2、体心1。</a:t>
            </a:r>
          </a:p>
        </p:txBody>
      </p:sp>
      <p:pic>
        <p:nvPicPr>
          <p:cNvPr id="6" name="Picture 5" descr="craft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craft.jpg）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晶体特征：自范性、固定熔点、各向异性(性质随方向变)。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非晶体：玻璃、橡胶、塑料,无序、无固定熔点。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晶胞：晶体最小重复单元,无隙并置堆砌成晶体。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均摊法：顶1/8、棱1/4、面1/2、体1;NaCl晶胞Na+4、Cl-4。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非晶体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晶胞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均摊法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NaCl晶胞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各向异性。原因：晶体性质随方向不同而不同(如石墨导电各向异),易与"各向同性"非晶体混,需对比。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均摊分数。原因：顶1/8、棱1/4、面1/2、体1易记反,尤其棱被4个晶胞共用的来源不清,需推导。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晶胞→化学式。原因：算出的微粒数是"一个晶胞内"的总数,需化为最简整数比,易直接当组成,需化简。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晶体与晶胞 ──┐
│ 晶体:有序周期│
│ 固定熔点 │
│ 各向异性 │
│ 均摊:顶1/8 │
│ 棱1/4 面1/2 │
│ 体1 │
│ NaCl胞:4Na+ │
│ 4Cl-→NaCl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晶体有哪些特征？与非晶体有何区别？2. 简述均摊法，并写出顶角、棱心、面心、体心微粒的贡献分数。3. 用均摊法计算NaCl晶胞中Na+和Cl-的数目。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【提高作业】某立方晶胞中，顶点全是A原子，面心全是B原子，体心全是C原子，求该晶胞化学式中A、B、C原子个数比。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本单元主题：晶体结构与性质。把今天学到的方法带进下一篇——自己读、自己想、自己写。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