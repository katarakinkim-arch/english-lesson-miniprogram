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第2单元 烃的衍生物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卤代烃 结构与性质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宏观辨识与微观探析：描述卤代烃C-X键的极性与不溶于水。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变化观念与平衡思想：认识取代(水解)与消去两种转化途径。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证据推理与模型认知：根据条件与结构判断水解或消去产物。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科学探究与创新意识：通过实验比较卤代烃水解与消去。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卤代烃含C-X键(X=Cl/Br/I)，C-X极性较强，易断。两类重要反应：①水解(取代)：NaOH水溶液，C-X被—OH取代生成醇；②消去：NaOH醇溶液、加热，相邻C脱HX生成烯(β-H存在，且形成不饱和键)。卤代烃是有机合成桥梁。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C-X极性键,活性中心;卤代烃不溶于水、溶于有机溶剂。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水解(取代):NaOH水溶液,加热,R-X→R-OH。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消去:NaOH醇溶液,加热,相邻C脱HX生成烯(需β-H)。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应用:卤代烃是引入-OH、成烯、转胺的桥梁。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C-X键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水解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消去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条件对比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条件区分。原因：水解用NaOH"水溶液"(提供OH-取代),消去用NaOH"醇溶液+加热"(促HX脱去),溶剂不同产物不同,易混,需对比。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消去产物。原因：消去从相邻C脱H与X,2-溴丙烷得CH2=CH-CH3(丙烯)而非1-丙烯(无此异构),易错写,需看β-H。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可消去前提。原因：消去需相邻C有H(β-H),如CH3-X、新戊基卤不可消去,易忽略"无β-H则只水解",需强调。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卤代烃 ──┐
│ C-X极性键 │
│ 不溶于水 │
│ 水解:NaOH水│
│ →醇 │
│ 消去:NaOH醇│
│ +热→烯 │
│ 需β-H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卤代烃分子中的C-X键有什么特点？它为什么比较活泼？2. 卤代烃的水解反应和消去反应在条件与产物上有何不同？3. 是不是所有卤代烃都能发生消去反应？为什么？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【提高作业】写出2-溴丁烷在NaOH醇溶液中加热的产物，并说明为什么不是1-丁烯为主要产物来源（考虑β-H位置）。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本单元主题：烃的衍生物。把今天学到的方法带进下一篇——自己读、自己想、自己写。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