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化学反应与能量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6单元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原电池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化学能转化为电能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原电池 · 负极 · 正极 · 电子流向 · 化学能转电能 · 人教必修二Ch6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描述原电池工作原理与能量转化。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认识氧化还原与原电池的内在联系(电子定向移动)。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判断原电池正负极并书写电极反应式。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通过Zn-Cu原电池实验探究电流产生。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原电池将化学能直接转化为电能。原理：活泼金属作负极失电子(氧化)，不活泼金属/导体作正极得电子(还原)，电子经外电路由负极流向正极，溶液中离子定向迁移形成闭合回路。以Zn-Cu-H2SO4为例。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Chemistry LibreTexts: Galvanic Cells（负极氧化、正极还原，电子由负极流向正极）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丹尼尔电池 Zn|ZnSO₄||CuSO₄|Cu：E°cell=E°cathode−E°anode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负极(活泼金属)：失e-，氧化反应。Zn-2e-=Zn2+。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正极(不活泼)：得e-，还原。2H++2e-=H2↑。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电子流向：外电路负极→正极(电流相反)。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构成：两活泼性不同电极+电解质+闭合回路。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实验(Zn-Cu原电池)。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动画(电子/离子流向)。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电极式训练。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对比(正负极)。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正负极判断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正负极判断。原因：依活泼性而非"电流流入端"，易错；负极氧化失电子。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电子流向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电子流向。原因：电子负→正，常误写成正→负(与电流混淆)。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离子迁移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离子迁移。原因：阳离子向正极、阴离子向负极，方向易反。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原电池
负极(活):氧化
Zn-2e-=Zn2+
正极(惰):还原
2H++2e-=H2↑
电子:负→正
电流:正→负
阳离子→正极
四条件:异极/
电解质/回路/
自发氧还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在Zn-Cu-H2SO4原电池中，指出正负极并写出电极反应式。2. 电子和电流的方向分别是怎样的？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将Cu-Zn原电池中的Zn换成Fe，正负极是否变化？写出电极反应。
参考答案基础1：负极Zn：Zn-2e-=Zn2+；正极Cu：2H++2e-=H2↑。基础2：电子由负极流向正极，电流由正极流向负极。提高：Fe比Cu活泼，Fe作负极：Fe-2e-=Fe2+；Cu仍正极：2H++2e-=H2↑。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观察干电池/水果电池，判断正负极与电子流向。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化学能可直接变电能。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本课核心：负极（活泼金属）失电子氧化、正极得电子还原；电子由负极经外电路流向正极（电流相反）。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构成需两电极+电解质+闭合回路，向后衔接反应速率与限度。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单元：化学反应与能量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本课：原电池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后续：化学反应速率与限度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