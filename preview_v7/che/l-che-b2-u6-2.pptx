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第6单元 化学反应与能量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原电池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宏观辨识与微观探析：描述原电池工作原理与能量转化。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变化观念与平衡思想：认识氧化还原与原电池的内在联系(电子定向移动)。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证据推理与模型认知：判断原电池正负极并书写电极反应式。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科学探究与创新意识：通过Zn-Cu原电池实验探究电流产生。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原电池将化学能直接转化为电能。原理：活泼金属作负极失电子(氧化)，不活泼金属/导体作正极得电子(还原)，电子经外电路由负极流向正极，溶液中离子定向迁移形成闭合回路。以Zn-Cu-H2SO4为例。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负极(活泼金属)：失e-，氧化反应。Zn-2e-=Zn2+。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正极(不活泼)：得e-，还原。2H++2e-=H2↑。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电子流向：外电路负极→正极(电流相反)。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构成：两活泼性不同电极+电解质+闭合回路。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工作原理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电子流向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构成条件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正负极判断。原因：依活泼性而非"电流流入端"，易错；负极氧化失电子。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电子流向。原因：电子负→正，常误写成正→负(与电流混淆)。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离子迁移。原因：阳离子向正极、阴离子向负极，方向易反。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原电池 ──┐
│ 负极(活):氧化 │
│ Zn-2e-=Zn2+ │
│ 正极(惰):还原 │
│ 2H++2e-=H2↑ │
│ 电子:负→正 │
│ 电流:正→负 │
│ 阳离子→正极 │
│ 四条件:异极/ │
│ 电解质/回路/ │
│ 自发氧还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在Zn-Cu-H2SO4原电池中，指出正负极并写出电极反应式。2. 电子和电流的方向分别是怎样的？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【提高作业】将Cu-Zn原电池中的Zn换成Fe，正负极是否变化？写出电极反应。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本单元主题：化学反应与能量。把今天学到的方法带进下一篇——自己读、自己想、自己写。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