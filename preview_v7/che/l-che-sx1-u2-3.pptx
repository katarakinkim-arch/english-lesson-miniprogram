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选择性必修1 化学反应原理 · 第2单元 化学反应速率与化学平衡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化学平衡状态与特征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宏观辨识与微观探析：描述可逆反应与化学平衡的含义。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变化观念与平衡思想：认识化学平衡是动态的、相对的。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证据推理与模型认知：用v正=v逆、浓度不变判断平衡是否建立。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科学探究与创新意识：通过实验(颜色、压强)探究平衡的建立。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可逆反应在同一条件下正逆同时进行，不能进行到底。达化学平衡时v正=v逆(同一物质消耗速率=生成速率)、各组分浓度保持不变。平衡是动态的(v正=v逆≠0)，外界条件一定则平衡组成一定。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可逆反应：⇌，不能进行到底，反应物共存。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平衡：v正=v逆(均≠0)、各组分浓度不变。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动态：反应仍进行(微观),只是净变化为零。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标志：速率关系(同物消耗=生成；异物速率比=系数比且反向)+浓度不变。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平衡建立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v正=v逆图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动态特征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平衡标志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动态本质。原因：平衡时v正=v逆≠0,反应未停,易误解为静止。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v正=v逆。原因：指同一物质消耗速率=生成速率,或不同物质速率比=系数比且一消一生,易错判。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浓度不变≠相等。原因：各组浓度保持定值但彼此不一定相等，易混。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化学平衡 ──┐
│ 可逆⇌不能到底│
│ v正=v逆(≠0) │
│ 浓度不变 │
│ 动态平衡 │
│ 标志:同物消=生│
│ 或异物比=系数│
│ 且反向 │
│ 不变≠相等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化学平衡状态有什么特征？为什么说它是动态平衡？2. 对于反应2SO2+O2⇌2SO3，下列哪些可说明达到平衡：① v(SO2)消耗=v(SO3)生成；② v(SO2)消耗=2v(O2)生成；③ 各组分浓度不变。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【提高作业】为什么"反应物和生成物浓度相等"不能作为平衡标志？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本单元主题：化学反应速率与化学平衡。把今天学到的方法带进下一篇——自己读、自己想、自己写。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