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必修第一册 · 第1单元 物质及其变化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氧化还原反应的概念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宏观辨识与微观探析：从化合价升降判断氧化还原反应，关联电子转移。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变化观念与平衡思想：认识氧化还原中电子得失(偏移)守恒、对立统一。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证据推理与模型认知：用双线桥/单线桥模型表示电子转移。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科学探究与创新意识：通过实例归纳氧化剂、还原剂特征。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从化合价升降与电子转移两角度定义氧化还原反应：有元素化合价升降（本质为电子转移）的反应。建立氧化剂(得电子/降价/被还原)、还原剂(失电子/升价/被氧化)概念，及"升失氧、降得还"记忆法。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特征：有元素化合价升降。本质：电子转移(得失或偏移)。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氧化剂：得电子、化合价降、被还原(发生还原反应)。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还原剂：失电子、化合价升、被氧化(发生氧化反应)。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口诀：升失氧(还原剂)、降得还(氧化剂)。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电子转移本质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氧化剂还原剂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双线桥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口诀固化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本质与特征。原因：易把"化合价升降"当本质，本质是电子转移，需贯通。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剂与产物。原因：氧化剂→还原产物、还原剂→氧化产物，命名反直觉，易混。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歧化反应。原因：同一元素既升又降，需后续。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氧化还原反应 ──┐
│ 特征:化合价升降 │
│ 本质:电子转移 │
│ 氧化剂:得e-降│被还原│
│ 还原剂:失e-升│被氧化│
│ 口诀: │
│ 升失氧(还原剂) │
│ 降得还(氧化剂) │
│ 双线桥:同元素 │
│ 得失e-数相等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判断下列是否氧化还原反应：2H2+O2=2H2O；NaCl+AgNO3=AgCl↓+NaNO3。2. 在Zn+2HCl=ZnCl2+H2↑中指出氧化剂、还原剂。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【提高作业】用双线桥表示2Mg+O2=2MgO的电子转移。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本单元主题：物质及其变化。把今天学到的方法带进下一篇——自己读、自己想、自己写。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