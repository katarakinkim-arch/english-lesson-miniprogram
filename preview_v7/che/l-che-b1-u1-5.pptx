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05840" cy="50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必修第一册 · 单元 1 · 高一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物质及其变化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氧化还原反应的概念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82880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从化合价升降与电子转移两角度定义氧化还原反应：有元素化合价升降（本质为电子转移）的反应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42032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宏观辨识与微观探析：从化合价升降判断氧化还原反应，关联电子转移。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973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76573" y="2542032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73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573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005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变化观念与平衡思想：认识氧化还原中电子得失(偏移)守恒、对立统一。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542032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467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1899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证据推理与模型认知：用双线桥/单线桥模型表示电子转移。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3761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2361" y="2542032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361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361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793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科学探究与创新意识：通过实例归纳氧化剂、还原剂特征。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教材定位与史实来源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从化合价升降与电子转移两角度定义氧化还原反应：有元素化合价升降（本质为电子转移）的反应。建立氧化剂(得电子/降价/被还原)、还原剂(失电子/升价/被氧化)概念，及"升失氧、降得还"记忆法。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拉瓦锡(Antoine Lavoisier)1774年确立“氧化=与氧化合”的概念，现代氧化还原反应定义为电子转移（Britannica / 台大CASE）。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2. 氧化数(oxidation number)由IUPAC规范，用于追踪电子转移、判断氧化与还原，是配平氧化还原反应的工具（Britannica / IUPAC）。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本课核心知识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87853" cy="5669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特征：有元素化合价升降。本质：电子转移(得失或偏移)。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973" y="2194560"/>
            <a:ext cx="2487853" cy="5669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973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氧化剂：得电子、化合价降、被还原(发生还原反应)。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5867" y="2194560"/>
            <a:ext cx="2487853" cy="5669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还原剂：失电子、化合价升、被氧化(发生氧化反应)。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63761" y="2194560"/>
            <a:ext cx="2487853" cy="566928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3761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口诀：升失氧(还原剂)、降得还(氧化剂)。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学习活动与方法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1398" y="2560320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398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双线桥法。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99292" y="256032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292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口诀记忆法。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07186" y="2560320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7186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对比法(氧还vs非氧还)。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15080" y="2560320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5080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实例归纳法。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46888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本质与特征。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原因：易把"化合价升降"当本质，本质是电子转移，需贯通。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4418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0450" y="246888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4538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剂与产物。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8738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原因：氧化剂→还原产物、还原剂→氧化产物，命名反直觉，易混。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8756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4788" y="246888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4788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歧化反应。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3076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原因：同一元素既升又降，需后续。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11535" cy="457200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《氧化还原反应》要点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1018001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特征:化合价升降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本质:电子转移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氧化剂:得e-降 被还原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还原剂:失e-升 被氧化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口诀: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升失氧(还原剂)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降得还(氧化剂)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双线桥:同元素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得失e-数相等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判断下列是否氧化还原反应：2H2+O2=2H2O；NaCl+AgNO3=AgCl↓+NaNO3。2. 在Zn+2HCl=ZnCl2+H2↑中指出氧化剂、还原剂。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5907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提高 · 选做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5907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用双线桥表示2Mg+O2=2MgO的电子转移。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从化合价升降与电子转移两角度定义氧化还原反应：有元素化合价升降（本质为电子转移）的反应。建立氧化剂(得电子/降价/被还原)、还原剂(失电子/升价/被氧化)概念，及"升失氧、降得还"记忆法。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重点梳理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2560320"/>
            <a:ext cx="522716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特征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氧化剂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还原剂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口诀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后续衔接：下节课用化合价升降法配平氧还方程式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