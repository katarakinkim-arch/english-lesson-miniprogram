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必修第二册 · 第5单元 化工生产中的重要非金属元素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硝酸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宏观辨识与微观探析：描述硝酸的不稳定性与强酸性。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变化观念与平衡思想：认识硝酸浓度不同还原产物不同(浓→NO2，稀→NO)。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证据推理与模型认知：用化合价分析硝酸强氧化性(氮+5被还原)。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科学探究与创新意识：通过Cu与浓/稀硝酸实验探究产物差异。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硝酸具强酸性、不稳定性(见光分解4HNO3=4NO2+O2+2H2O，棕瓶保存)、强氧化性：与Cu反应生成NO2(浓)或NO(稀)，浓硝酸使Fe、Al钝化。认识其性质与工业、安全的联系。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不稳定：4HNO3=4NO2+O2+2H2O(见光/热)，棕瓶避光。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强酸：与碱、碱性氧化物反应。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强氧化：Cu+4HNO3(浓)=Cu(NO3)2+2NO2↑+2H2O；3Cu+8HNO3(稀)=3Cu(NO3)2+2NO↑+4H2O。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钝化：浓硝酸使Fe、Al表面钝化。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强酸性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浓硝酸与Cu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稀硝酸与Cu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钝化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浓稀产物。原因：浓→NO2、稀→NO，易记反，需对比。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钝化本质。原因：钝化是"反应生成致密氧化膜阻止继续反应"，非不反应，易误解。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不稳定性。原因：需见光或受热才分解，且产物NO2使硝酸发黄。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硝酸 ──┐
│ 4HNO3=4NO2+ │
│ O2+2H2O(光) │
│ Cu+4HNO3(浓)=│
│ Cu(NO3)2+2NO2│
│ +2H2O │
│ 3Cu+8HNO3(稀)=│
│ 3Cu(NO3)2+2NO│
│ +4H2O │
│ Fe/Al钝化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写出浓硝酸、稀硝酸分别与Cu反应的化学方程式。2. 为什么硝酸盛放于棕色试剂瓶？3. 浓硝酸能用铝罐运输的原因是什么？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【提高作业】足量的Cu与一定量浓硝酸反应，随着反应进行产生气体的颜色由红棕变浅，为什么？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本单元主题：化工生产中的重要非金属元素。把今天学到的方法带进下一篇——自己读、自己想、自己写。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