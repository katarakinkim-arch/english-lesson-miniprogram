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11887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535" y="1417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192024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化工生产中的重要非金属元素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高一 · 必修第二册（人教版）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888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高一 · 必修第二册 · 5单元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613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硝酸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6613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强氧化性 · 钝化 · 不稳定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6613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硝酸 · 强氧化性 · 钝化 · 浓硝酸 · 人教必修二Ch5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描述硝酸的不稳定性与强酸性。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认识硝酸浓度不同还原产物不同(浓→NO2，稀→NO)。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用化合价分析硝酸强氧化性(氮+5被还原)。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通过Cu与浓/稀硝酸实验探究产物差异。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为什么学这一课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硝酸具强酸性、不稳定性(见光分解4HNO3=4NO2+O2+2H2O，棕瓶保存)、强氧化性：与Cu反应生成NO2(浓)或NO(稀)，浓硝酸使Fe、Al钝化。认识其性质与工业、安全的联系。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Chemca / Wikipedia: Nitric Acid（浓硝酸还原产物 NO₂、稀硝酸 NO；浓硝酸使 Fe、Al 钝化）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奥斯特瓦尔德过程：NH₃ → NO → NO₂ → HNO₃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本课件未使用无关配图（学科色块兜底，规范 §2.3）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本课重点梳理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不稳定：4HNO3=4NO2+O2+2H2O(见光/热)，棕瓶避光。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407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强酸：与碱、碱性氧化物反应。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强氧化：Cu+4HNO3(浓)=Cu(NO3)2+2NO2↑+2H2O；3Cu+8HNO3(稀)=3Cu(NO3)2+2NO↑+4H2O。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9895" y="463600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407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钝化：浓硝酸使Fe、Al表面钝化。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实验(Cu+浓/稀HNO3)。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对比(浓稀)。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28600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钝化讲解。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28600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安全(棕瓶)。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浓稀产物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浓稀产物。原因：浓→NO2、稀→NO，易记反，需对比。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51460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钝化本质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钝化本质。原因：钝化是"反应生成致密氧化膜阻止继续反应"，非不反应，易误解。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51460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不稳定性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不稳定性。原因：需见光或受热才分解，且产物NO2使硝酸发黄。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一页看懂知识骨架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硝酸
4HNO3=4NO2+
O2+2H2O(光)
Cu+4HNO3(浓)=
Cu(NO3)2+2NO2
+2H2O
3Cu+8HNO3(稀)=
3Cu(NO3)2+2NO
+4H2O
Fe/Al钝化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分层巩固练习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344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写出浓硝酸、稀硝酸分别与Cu反应的化学方程式。2. 为什么硝酸盛放于棕色试剂瓶？3. 浓硝酸能用铝罐运输的原因是什么？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109728" cy="13441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足量的Cu与一定量浓硝酸反应，随着反应进行产生气体的颜色由红棕变浅，为什么？
参考答案基础1：Cu+4HNO3(浓)=Cu(NO3)2+2NO2↑+2H2O；3Cu+8HNO3(稀)=3Cu(NO3)2+2NO↑+4H2O。基础2：硝酸见光易分解4HNO3=4NO2+O2+2H2O，棕瓶避光。基础3：常温下浓硝酸使Al钝化，表面生成致密氧化膜阻止反应。提高：随反应进行硝酸变稀，还原产物由NO2(红棕)转为NO(无色)，故气体颜色变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48072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8072"/>
            <a:ext cx="109728" cy="134416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对比浓、稀硝酸与 Cu 反应的产物差异，写两个方程式。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收口与衔接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硝酸是强氧化性酸。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本课核心：不稳定（见光分解）、强酸通性、强氧化性（浓→NO₂、稀→NO）、使 Fe/Al 钝化。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工业由氨经奥斯特瓦尔德过程制得，呼应本单元“氮的循环”。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8600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单元：化工生产中的重要非金属元素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本课：硝酸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后续：无机非金属材料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