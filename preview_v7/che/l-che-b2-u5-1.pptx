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25535" y="118872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25535" y="141732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化学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25535" y="1920240"/>
            <a:ext cx="3108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化工生产中的重要非金属元素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25535" y="4937760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高一 · 必修第二册（人教版）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91440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143000"/>
            <a:ext cx="68881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高一 · 必修第二册 · 5单元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661385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硫单质与二氧化硫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66138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二氧化硫的性质与酸雨关联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37760"/>
            <a:ext cx="66138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硫 · 二氧化硫 · 漂白性 · 酸性氧化物 · 人教必修二Ch5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四向核心素养目标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55381" y="2697480"/>
            <a:ext cx="822960" cy="82296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5381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40"/>
            <a:ext cx="208780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宏观辨识与微观探析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389120"/>
            <a:ext cx="2051227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描述SO2的物理性质及作为酸性氧化物的通性。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37744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74705" y="2697480"/>
            <a:ext cx="822960" cy="82296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4705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283" y="3749040"/>
            <a:ext cx="208780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变化观念与平衡思想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0571" y="4389120"/>
            <a:ext cx="2051227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认识SO2漂白(化合)的可逆性与还原性(被O2氧化)。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37744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94029" y="2697480"/>
            <a:ext cx="822960" cy="82296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4029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749040"/>
            <a:ext cx="208780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证据推理与模型认知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4389120"/>
            <a:ext cx="2051227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用实验证据(品红褪色加热复原)解释漂白机理。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37744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13353" y="2697480"/>
            <a:ext cx="822960" cy="82296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3353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3749040"/>
            <a:ext cx="208780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科学态度与社会责任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219" y="4389120"/>
            <a:ext cx="2051227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认识SO2对环境(酸雨)的影响，树立环保观。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背景与权威调研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为什么学这一课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22716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9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硫是重要非金属。SO2是典型酸性氧化物，具有漂白性(与某些有色物质化合生成不稳定无色物，加热复原)、还原性(被O2氧化)和氧化性。学习SO2的性质与酸雨关联，体会性质与用途、危害的统一。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2103120"/>
            <a:ext cx="5227167" cy="3657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224028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权威调研来源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788920"/>
            <a:ext cx="4678527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1. Encyclopædia Britannica: Sulfur dioxide（SO₂ 为无色有毒气体，大气污染物与酸雨前体）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 教材分析：SO₂ 为酸性氧化物，漂白为化合可逆、非氧化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本课件未使用无关配图（学科色块兜底，规范 §2.3）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本课重点梳理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17830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2395728"/>
            <a:ext cx="502920" cy="50292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459736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395728"/>
            <a:ext cx="4221327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硫：淡黄色固体，不溶于水。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17830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79895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9895" y="2459736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7407" y="2395728"/>
            <a:ext cx="4221327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酸性氧化物：SO2+H2O=H2SO3；SO2+2NaOH=Na2SO3+H2O。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34840"/>
            <a:ext cx="5272887" cy="17830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" y="4636008"/>
            <a:ext cx="502920" cy="50292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700016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636008"/>
            <a:ext cx="4221327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漂白性：与品红等有色物化合生成不稳定无色物，加热复原(可逆、非氧化)。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8727" y="4434840"/>
            <a:ext cx="5272887" cy="17830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79895" y="4636008"/>
            <a:ext cx="502920" cy="50292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9895" y="4700016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47407" y="4636008"/>
            <a:ext cx="4221327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还原性：2SO2+O2⇌2SO3(催化剂)。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学习方法与路径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2453563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190492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实验(品红褪色/复原)。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28600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9403" y="2286000"/>
            <a:ext cx="2453563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403" y="2377440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3723" y="3063240"/>
            <a:ext cx="190492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对比(SO2 vs 氯水漂白)。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28600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2286000"/>
            <a:ext cx="2453563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2377440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047" y="3063240"/>
            <a:ext cx="190492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化合价分析。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051" y="228600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051" y="2286000"/>
            <a:ext cx="2453563" cy="54864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051" y="2377440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371" y="3063240"/>
            <a:ext cx="190492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环保联系。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容易卡住的地方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51460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8775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560320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漂白本质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2844698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漂白本质。原因：SO2漂白是化合可逆、加热复原，与氯水氧化不可逆不同，易混。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28600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51460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58775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560320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还原性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337560"/>
            <a:ext cx="2844698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还原性。原因：SO2中S+4处中间价，既可升又可降，易被氧化，需强调。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28600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51460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58775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560320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与碱反应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337560"/>
            <a:ext cx="2844698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与碱反应。原因：SO2过量生成酸式盐，量比影响产物，易错。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一页看懂知识骨架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10911535" cy="41148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2423160"/>
            <a:ext cx="54864" cy="3810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377440"/>
            <a:ext cx="9905695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硫与SO2
S淡黄不溶水
SO2+H2O=H2SO3
SO2+2NaOH=
Na2SO3+H2O
漂白:品红褪色
加热复原(可逆)
2SO2+O2=2SO3
降毒:NaOH吸收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分层巩固练习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0911535" cy="13441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109728" cy="1344168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10362895" cy="832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写出SO2与NaOH溶液反应的化学方程式（分别写出SO2少量和过量）。2. SO2使品红溶液和酸性KMnO4溶液褪色的原理有何不同？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02736"/>
            <a:ext cx="10911535" cy="13441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602736"/>
            <a:ext cx="109728" cy="1344168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94176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提高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59936"/>
            <a:ext cx="10362895" cy="832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如何用实验证明某气体是SO2而不是CO2？
参考答案基础1：少量：SO2+2NaOH=Na2SO3+H2O；过量：SO2+NaOH=NaHSO3。基础2：品红是SO2化合漂白（可逆、加热复原）；KMnO4是SO2被氧化（还原性），不可逆。提高：用品红溶液，褪色且加热复原者为SO2；CO2不能使品红褪色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148072"/>
            <a:ext cx="10911535" cy="13441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5148072"/>
            <a:ext cx="109728" cy="1344168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239512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拓展 · 衔接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605272"/>
            <a:ext cx="10362895" cy="832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查阅本地空气质量日报，找一找 SO₂ 与酸雨的关联数据。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收口与衔接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22716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9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本单元“化工生产中的重要非金属元素”从硫切入，二氧化硫是典型酸性氧化物。</a:t>
            </a:r>
          </a:p>
          <a:p>
            <a:pPr algn="l">
              <a:lnSpc>
                <a:spcPct val="155000"/>
              </a:lnSpc>
              <a:spcAft>
                <a:spcPts val="9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本课核心：SO₂ 的酸性氧化物通性、漂白（化合、可逆、非氧化）与还原性：与氯水氧化漂白本质不同。</a:t>
            </a:r>
          </a:p>
          <a:p>
            <a:pPr algn="l">
              <a:lnSpc>
                <a:spcPct val="155000"/>
              </a:lnSpc>
              <a:spcAft>
                <a:spcPts val="9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向前衔接硫酸（下节课），向后呼应氮氧化物与酸雨，构建“性质—用途—危害”一体的非金属观。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2103120"/>
            <a:ext cx="5227167" cy="41148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228600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单元脉络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788920"/>
            <a:ext cx="4678527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单元：化工生产中的重要非金属元素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本课：硫单质与二氧化硫（单元第1课时）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后续：硫酸 → 氮氧化物 → 氨 → 硝酸 → 无机材料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