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必修第二册 · 第5单元 化工生产中的重要非金属元素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硫单质与二氧化硫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宏观辨识与微观探析：描述SO2的物理性质及作为酸性氧化物的通性。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变化观念与平衡思想：认识SO2漂白(化合)的可逆性与还原性(被O2氧化)。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证据推理与模型认知：用实验证据(品红褪色加热复原)解释漂白机理。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科学态度与社会责任：认识SO2对环境(酸雨)的影响，树立环保观。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硫是重要非金属。SO2是典型酸性氧化物，具有漂白性(与某些有色物质化合生成不稳定无色物，加热复原)、还原性(被O2氧化)和氧化性。学习SO2的性质与酸雨关联，体会性质与用途、危害的统一。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硫：淡黄色固体，不溶于水。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酸性氧化物：SO2+H2O=H2SO3；SO2+2NaOH=Na2SO3+H2O。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漂白性：与品红等有色物化合生成不稳定无色物，加热复原(可逆、非氧化)。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还原性：2SO2+O2⇌2SO3(催化剂)。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物理性质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酸性氧化物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漂白实验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还原性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漂白本质。原因：SO2漂白是化合可逆、加热复原，与氯水氧化不可逆不同，易混。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还原性。原因：SO2中S+4处中间价，既可升又可降，易被氧化，需强调。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与碱反应。原因：SO2过量生成酸式盐，量比影响产物，易错。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硫与SO2 ──┐
│ S淡黄不溶水 │
│ SO2+H2O=H2SO3│
│ SO2+2NaOH= │
│ Na2SO3+H2O │
│ 漂白:品红褪色│
│ 加热复原(可逆)│
│ 2SO2+O2=2SO3 │
│ 降毒:NaOH吸收│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写出SO2与NaOH溶液反应的化学方程式（分别写出SO2少量和过量）。2. SO2使品红溶液和酸性KMnO4溶液褪色的原理有何不同？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【提高作业】如何用实验证明某气体是SO2而不是CO2？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本单元主题：化工生产中的重要非金属元素。把今天学到的方法带进下一篇——自己读、自己想、自己写。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