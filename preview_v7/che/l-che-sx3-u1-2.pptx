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第1单元 有机化合物的组成与结构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有机化合物中的共价键与同分异构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宏观辨识与微观探析：从共价键极性预测有机物反应类型。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变化观念与平衡思想：认识同分异构是有机物种类繁多的原因。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证据推理与模型认知：用系统方法写出同分异构体。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科学探究与创新意识：通过球棍模型建构同分异构空间关系。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机物以共价键结合，C-H、C-C、C-O等非极性或弱极性；C-X、C=O等极性键决定反应活性。常见反应：取代(烷、芳)、加成(烯、炔、羰基)、加聚。同分异构：分子式相同结构不同，包括碳链异构、位置异构、官能团异构。等效氢法辅助判断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键极性：C-X、C=O、C-O极性较强,是反应活性位点;-C-C-、-C-H弱极性。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反应类型：饱和C-H易取代;不饱和键(C=C、C≡C、C=O)易加成。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同分异构：碳链异构(骨架变)、位置异构(宫能团位变)、官能团异构(类别变,如烯/环烷)。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等效氢：对称位置H等效,用于判断一氯代物种数。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反应类型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同分异构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枚举法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等效氢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键-反应对应。原因：不饱和键加成、饱和键取代,但C=O一般加成(与亲核试剂),而苯环特殊(取代为主),易混,需强调。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异构写全。原因：系统枚举(先碳链后位置再官能团)易漏或重复(如把同一结构转一下当两种),需方法。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等效氢。原因：分子中对称使若干H等效,数一氯代物需判对称,易错数,需练习。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共价键与异构 ──┐
│ 极性键=活性位│
│ 饱和:取代 │
│ 不饱和:加成 │
│ 异构:碳链/位置│
│ /官能团 │
│ 戊烷3种 │
│ 等效氢定氯代│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有机物的共价键极性与其反应类型有何联系？2. 同分异构分为哪几类？各举一例。3. 什么是等效氢？如何用其判断一氯代物的种数？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【提高作业】分子式为C4H8的有机物有哪些同分异构体（写出类别即可）？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本单元主题：有机化合物的组成与结构。把今天学到的方法带进下一篇——自己读、自己想、自己写。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