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第2单元 分子结构与性质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分子的性质 极性范德华力氢键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宏观辨识与微观探析：判断分子极性并联系空间构型。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变化观念与平衡思想：认识分子间作用力影响物质宏观性质。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证据推理与模型认知：用氢键解释熔沸点、溶解性反常。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科学探究与创新意识：通过实验比较不同分子作用力大小。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极性由键的极性与空间对称性共同决定：结构对称(如CO2、CCl4)为非极性分子，不对称(如H2O、NH3、HCl)为极性分子。分子间作用力包括范德华力(色散/诱导/取向，随相对分子质量增大而增)和氢键(与N、O、F相连的H与另一电负性大的原子间，强于范德华力)。氢键影响熔沸点、溶解性、水的反常膨胀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分子极性：含极性键且空间不对称→极性分子(如H2O、NH3、HCl);对称→非极性(如CO2、CCl4、CH4)。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范德华力：色散/诱导/取向;随相对分子质量↑而↑,影响熔沸点。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氢键：X-H…Y(X,Y=N/O/F);强于范德华力,非化学键。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氢键影响：HF/H2O/NH3沸点反常高;冰密度&lt;水(氢键网);相似相溶。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对称判定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范德华力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氢键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反常现象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极性判定。原因：分子极性=键极性+空间对称,CO2含极性键却因直线对称而非极性,易把键极性当前提,需强调对称。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氢键本质。原因：氢键是分子间(或分子内)作用力,强于范德华力但远弱于化学键,易误为化学键,需澄清。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氢键条件。原因：须X-H…Y且X、Y为高电负性N/O/F,否则无氢键(如CH4无),易滥用于一切含H物质,需限定。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分子性质 ──┐
│ 极性=键极×对称│
│ CO2非极性 │
│ H2O极性 │
│ 范氏力:随Mr↑ │
│ 氢键:X-H…Y │
│ (N/O/F) │
│ 非化学键 │
│ 冰浮于水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为什么CO2是非极性分子而H2O是极性分子？2. 氢键是不是化学键？它形成的条件是什么？3. 为什么HF的沸点远高于HCl？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【提高作业】为什么冰的密度比水小？这与氢键有什么关系？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