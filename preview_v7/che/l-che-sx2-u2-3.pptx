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化学 · 选择性必修2 物质结构与性质 · 第2单元 分子结构与性质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分子的性质 极性范德华力氢键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新课  ·  第3课时  ·  45分钟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394960"/>
            <a:ext cx="2011680" cy="330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学习任务群：    |    年级：高二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宏观辨识与微观探析：判断分子极性并联系空间构型。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变化观念与平衡思想：认识分子间作用力影响物质宏观性质。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证据推理与模型认知：用氢键解释熔沸点、溶解性反常。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科学探究与创新意识：通过实验比较不同分子作用力大小。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课文背景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67665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分子极性由键的极性与空间对称性共同决定：结构对称(如CO2、CCl4)为非极性分子，不对称(如H2O、NH3、HCl)为极性分子。分子间作用力包括范德华力(色散/诱导/取向，随相对分子质量增大而增)和氢键(与N、O、F相连的H与另一电负性大的原子间，强于范德华力)。氢键影响熔沸点、溶解性、水的反常膨胀。</a:t>
            </a:r>
          </a:p>
        </p:txBody>
      </p:sp>
      <p:pic>
        <p:nvPicPr>
          <p:cNvPr id="6" name="Picture 5" descr="craft.jpg"/>
          <p:cNvPicPr>
            <a:picLocks noChangeAspect="1"/>
          </p:cNvPicPr>
          <p:nvPr/>
        </p:nvPicPr>
        <p:blipFill>
          <a:blip r:embed="rId2"/>
          <a:srcRect l="368" r="368"/>
          <a:stretch>
            <a:fillRect/>
          </a:stretch>
        </p:blipFill>
        <p:spPr>
          <a:xfrm>
            <a:off x="8046720" y="1508760"/>
            <a:ext cx="411480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6720" y="46634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资料图（自由授权，复用 craft.jpg）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813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2024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分子极性：含极性键且空间不对称→极性分子(如H2O、NH3、HCl);对称→非极性(如CO2、CCl4、CH4)。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65176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276148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20040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范德华力：色散/诱导/取向;随相对分子质量↑而↑,影响熔沸点。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93192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40416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448056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氢键：X-H…Y(X,Y=N/O/F);强于范德华力,非化学键。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521208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71600" y="532180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576072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④ 氢键影响：HF/H2O/NH3沸点反常高;冰密度&lt;水(氢键网);相似相溶。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学习路径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361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5910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1 导入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9456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30428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2 对称判定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1752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18211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2369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2724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3 范德华力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84048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4672" y="400507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05993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95020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4 氢键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66344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4672" y="482803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88289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77316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5 反常现象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4864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04672" y="56509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" y="57058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55961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6 练习+作业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易混易错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极性判定。原因：分子极性=键极性+空间对称,CO2含极性键却因直线对称而非极性,易把键极性当前提,需强调对称。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氢键本质。原因：氢键是分子间(或分子内)作用力,强于范德华力但远弱于化学键,易误为化学键,需澄清。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氢键条件。原因：须X-H…Y且X、Y为高电负性N/O/F,否则无氢键(如CH4无),易滥用于一切含H物质,需限定。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要点板书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5394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┌── 分子性质 ──┐
│ 极性=键极×对称│
│ CO2非极性 │
│ H2O极性 │
│ 范氏力:随Mr↑ │
│ 氢键:X-H…Y │
│ (N/O/F) │
│ 非化学键 │
│ 冰浮于水 │
└────────────────┘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分层作业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5270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6596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1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【基础作业】1. 为什么CO2是非极性分子而H2O是极性分子？2. 氢键是不是化学键？它形成的条件是什么？3. 为什么HF的沸点远高于HCl？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7180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0815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52044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【提高作业】为什么冰的密度比水小？这与氢键有什么关系？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4864" cy="431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68293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本单元主题：分子结构与性质。把今天学到的方法带进下一篇——自己读、自己想、自己写。</a:t>
            </a:r>
          </a:p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方法迁移：圈关键信息 → 理事件脉络 → 析人物精神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