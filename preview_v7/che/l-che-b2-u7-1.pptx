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194560"/>
          </a:xfrm>
          <a:prstGeom prst="rect">
            <a:avLst/>
          </a:prstGeom>
          <a:solidFill>
            <a:srgbClr val="1C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457200"/>
            <a:ext cx="822960" cy="381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必修第二册 · 第7章 有机化合物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14400"/>
            <a:ext cx="112471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认识有机化合物——甲烷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E7DFD2"/>
                </a:solidFill>
                <a:latin typeface="微软雅黑"/>
                <a:ea typeface="微软雅黑"/>
                <a:cs typeface="微软雅黑"/>
              </a:rPr>
              <a:t>第1课 · 学生课堂版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743200"/>
            <a:ext cx="10911535" cy="2331720"/>
          </a:xfrm>
          <a:prstGeom prst="round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971800"/>
            <a:ext cx="101800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化学 · 有机与能量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657600"/>
            <a:ext cx="101800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本课件按规范以学科色块呈现，不套用无关配图。</a:t>
            </a:r>
          </a:p>
          <a:p>
            <a:pPr algn="l">
              <a:spcBef>
                <a:spcPts val="600"/>
              </a:spcBef>
            </a:pPr>
            <a:r>
              <a:rPr sz="13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本课件未使用无关配图（按规范以学科色块呈现）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四向学习目标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57400"/>
            <a:ext cx="5318607" cy="1874519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221992"/>
            <a:ext cx="4861407" cy="15453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宏观辨识与微观探析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30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描述甲烷的结构(正四面体)与主要性质。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3007" y="2057400"/>
            <a:ext cx="5318607" cy="1874519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2221992"/>
            <a:ext cx="4861407" cy="15453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变化观念与平衡思想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30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认识取代反应的特点(逐步取代、可逆共存)。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206239"/>
            <a:ext cx="5318607" cy="1874519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370831"/>
            <a:ext cx="4861407" cy="15453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证据推理与模型认知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30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用结构模型解释甲烷的对称性与取代产物。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4206239"/>
            <a:ext cx="5318607" cy="1874519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1607" y="4370831"/>
            <a:ext cx="4861407" cy="15453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科学探究与创新意识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30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通过模型构建理解有机物空间结构。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背景与权威调研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教材定位 · 权威来源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11680"/>
            <a:ext cx="5227167" cy="420624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4884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教材分析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51760"/>
            <a:ext cx="4678527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有机物含碳(除CO、CO2、碳酸盐等)。甲烷是最简单有机物，正四面体结构，稳定但光照下与Cl2发生取代反应生成一氯到四氯甲烷。建立同系物、同分异构概念(碳链异构)。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24447" y="2011680"/>
            <a:ext cx="5227167" cy="420624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98767" y="214884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权威来源（已联网核实）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98767" y="2651760"/>
            <a:ext cx="4678527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· OpenStax《有机化学》：甲烷为正四面体，键角109.5°，碳 sp³ 杂化（Linus Pauling, 1931）。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· Chemistry LibreTexts：甲烷四根 C–H 键完全等价，是最简单的有机化合物。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94360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本课件未使用无关配图（按规范以学科色块呈现）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本课重点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57400"/>
            <a:ext cx="5318607" cy="1874519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221992"/>
            <a:ext cx="4861407" cy="15453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① 有机物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35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含碳化合物(除CO/CO2/碳酸盐等)。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3007" y="2057400"/>
            <a:ext cx="5318607" cy="1874519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2221992"/>
            <a:ext cx="4861407" cy="15453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② 甲烷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35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CH4正四面体，C在中心，键角109°28′。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206239"/>
            <a:ext cx="5318607" cy="1874519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370831"/>
            <a:ext cx="4861407" cy="15453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③ 取代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35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CH4+Cl2→CH3Cl+HCl(光照)，逐步取代。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4206239"/>
            <a:ext cx="5318607" cy="1874519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1607" y="4370831"/>
            <a:ext cx="4861407" cy="15453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④ 同分异构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35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分子式同结构异(如正丁烷/异丁烷)。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学习方法建议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57400"/>
            <a:ext cx="5318607" cy="1874519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221992"/>
            <a:ext cx="4861407" cy="15453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球棍模型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30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动手搭球棍模型，直观感受分子空间结构。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3007" y="2057400"/>
            <a:ext cx="5318607" cy="1874519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2221992"/>
            <a:ext cx="4861407" cy="15453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实验(光照取代)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30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重视实验现象，从观察中归纳物质性质。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206239"/>
            <a:ext cx="5318607" cy="1874519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370831"/>
            <a:ext cx="4861407" cy="15453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对比(取代/置换)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30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用对比表区分易混概念，理清差异。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4206239"/>
            <a:ext cx="5318607" cy="1874519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1607" y="4370831"/>
            <a:ext cx="4861407" cy="15453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结构分析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30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做结构分析，弄清断键与成键位置。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难点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易错与突破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3393338" cy="36576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267712"/>
            <a:ext cx="2936138" cy="33284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取代vs置换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25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原因：取代无单质生成、分步，与置换(单质+化合物→新单质+新化合物)不同，易混。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99178" y="2103120"/>
            <a:ext cx="3393338" cy="36576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27778" y="2267712"/>
            <a:ext cx="2936138" cy="33284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正四面体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25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原因：空间结构抽象，键角固定，需模型。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58276" y="2103120"/>
            <a:ext cx="3393338" cy="36576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86876" y="2267712"/>
            <a:ext cx="2936138" cy="33284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同分异构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25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原因：分子式相同结构不同，与同素异形体(单质)不同。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板书精华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本课板书要点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20"/>
            <a:ext cx="10911535" cy="416052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180015" cy="3749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5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甲烷</a:t>
            </a:r>
          </a:p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有机物含碳</a:t>
            </a:r>
          </a:p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CH4正四面体</a:t>
            </a:r>
          </a:p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键角109°28′</a:t>
            </a:r>
          </a:p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CH4+Cl2→</a:t>
            </a:r>
          </a:p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CH3Cl+HCl</a:t>
            </a:r>
          </a:p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(取代,光照)</a:t>
            </a:r>
          </a:p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C4H10:正/异丁</a:t>
            </a:r>
          </a:p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烷(同分异构)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分层作业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3393338" cy="32004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267712"/>
            <a:ext cx="2936138" cy="2871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基础 · 必做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25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1. 甲烷分子的空间结构是什么？2. 写出甲烷与氯气在光照下第一步取代反应的化学方程式，并说明反应类型。3. 什么是同分异构现象？举一例。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99178" y="2103120"/>
            <a:ext cx="3393338" cy="32004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27778" y="2267712"/>
            <a:ext cx="2936138" cy="2871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提高 · 选做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25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甲烷的二氯代物有几种？为什么能说明甲烷是正四面体而非平面正方形？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58276" y="2103120"/>
            <a:ext cx="3393338" cy="32004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86876" y="2267712"/>
            <a:ext cx="2936138" cy="2871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拓展 · 延伸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25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联系生活或后续课题，举一例说明本课知识的应用。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440680"/>
            <a:ext cx="10911535" cy="914400"/>
          </a:xfrm>
          <a:prstGeom prst="roundRect">
            <a:avLst/>
          </a:prstGeom>
          <a:solidFill>
            <a:srgbClr val="E7DFD2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4400" y="5650992"/>
            <a:ext cx="54864" cy="27940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5532120"/>
            <a:ext cx="1008857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本单元主线：有机化合物 —— 认识有机化合物——甲烷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单元小结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本课收束与衔接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11680"/>
            <a:ext cx="10911535" cy="420624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86000"/>
            <a:ext cx="10180015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● 所在单元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4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   必修第二册 · 第7章 有机化合物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● ① 有机物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4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   含碳化合物(除CO/CO2/碳酸盐等)。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● ② 甲烷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4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   CH4正四面体，C在中心，键角109°28′。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● 下节课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4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   下节课乙烯与加成反应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