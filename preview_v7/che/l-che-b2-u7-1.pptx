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第7单元 有机化合物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认识有机化合物——甲烷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宏观辨识与微观探析：描述甲烷的结构(正四面体)与主要性质。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变化观念与平衡思想：认识取代反应的特点(逐步取代、可逆共存)。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证据推理与模型认知：用结构模型解释甲烷的对称性与取代产物。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科学探究与创新意识：通过模型构建理解有机物空间结构。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有机物含碳(除CO、CO2、碳酸盐等)。甲烷是最简单有机物，正四面体结构，稳定但光照下与Cl2发生取代反应生成一氯到四氯甲烷。建立同系物、同分异构概念(碳链异构)。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有机物：含碳化合物(除CO/CO2/碳酸盐等)。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甲烷：CH4正四面体，C在中心，键角109°28′。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取代：CH4+Cl2→CH3Cl+HCl(光照)，逐步取代。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同分异构：分子式同结构异(如正丁烷/异丁烷)。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甲烷结构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取代反应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取代产物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同分异构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取代vs置换。原因：取代无单质生成、分步，与置换(单质+化合物→新单质+新化合物)不同，易混。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正四面体。原因：空间结构抽象，键角固定，需模型。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同分异构。原因：分子式相同结构不同，与同素异形体(单质)不同。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甲烷 ──┐
│ 有机物含碳 │
│ CH4正四面体 │
│ 键角109°28′ │
│ CH4+Cl2→ │
│ CH3Cl+HCl │
│ (取代,光照) │
│ C4H10:正/异丁│
│ 烷(同分异构)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甲烷分子的空间结构是什么？2. 写出甲烷与氯气在光照下第一步取代反应的化学方程式，并说明反应类型。3. 什么是同分异构现象？举一例。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【提高作业】甲烷的二氯代物有几种？为什么能说明甲烷是正四面体而非平面正方形？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