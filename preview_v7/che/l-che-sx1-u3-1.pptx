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选择性必修1 化学反应原理 · 第3单元 水溶液中的离子反应与平衡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弱电解质的电离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宏观辨识与微观探析：区分强、弱电解质的电离差异。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变化观念与平衡思想：认识弱电解质的电离平衡及其移动。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证据推理与模型认知：用电离常数Ka/Kb比较弱酸弱碱相对强弱。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科学探究与创新意识：通过实验(同浓度导电性)探究强弱电解质。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强电解质在水中完全电离(强酸强碱多数盐)，弱电解质部分电离并建立电离平衡(弱酸、弱碱、水)，用可逆号。电离程度用电离常数Ka/Kb表示，只与温度有关，越弱Ka越小。同离子效应抑制电离。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强电解质完全电离(写=)：强酸强碱、多数盐。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弱电解质部分电离(写⇌)：弱酸弱碱、水。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电离平衡：CH3COOH⇌CH3COO-+H+。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Ka只随T变，越弱Ka越小；同离子效应抑制电离。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完全与部分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电离平衡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电离常数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同离子效应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强弱判据。原因：取决于是否完全电离,非导电性强弱(导电性看离子浓度),易混。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写⇌。原因：弱电解质用可逆号,易错写等号。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Ka与浓度。原因：Ka只随温度,与浓度无关,易误随浓度变。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弱电解质电离 ──┐
│ 强:完全电离(=)│
│ 弱:部分(⇌) │
│ CH3COOH⇌ │
│ CH3COO-+H+ │
│ Ka只随T变 │
│ 越弱Ka越小 │
│ 同离子效应抑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强电解质和弱电解质的根本区别是什么？2. 写出醋酸电离方程式（用正确符号）。3. 电离常数Ka受浓度影响吗？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【提高作业】同温度下，HAc与HCN的Ka分别为1.8×10^-5和6.2×10^-10，哪个酸性更强？为什么？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本单元主题：水溶液中的离子反应与平衡。把今天学到的方法带进下一篇——自己读、自己想、自己写。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