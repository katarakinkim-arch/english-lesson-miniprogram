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第3单元 铁 金属材料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金属材料的应用与新型合金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宏观辨识与微观探析：列举常见金属材料(铁合金、铝合金、新型合金)及其用途。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变化观念与平衡思想：认识合金成分改变带来性能改变(结构-性质-用途)。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证据推理与模型认知：用成分差异解释生铁/钢性能不同。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科学态度与社会责任：体会新材料对社会发展的意义，树立可持续发展观。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从铁合金(生铁、钢、不锈钢)、铝合金到新型合金(储氢合金、钛合金、形状记忆合金)，认识材料性能与应用的关系，体会化学对社会发展的价值(科学态度与社会责任)。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铁合金：生铁(含C 2-4.3%)硬脆可铸；钢(0.03-2%)韧可锻；不锈钢加Cr/Ni抗蚀。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铝合金：轻质高强，航空建筑。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新型合金：储氢合金(吸放H2)、钛合金(航空医疗)、形状记忆合金。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理念：结构决定性质决定用途。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铁合金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铝合金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新型合金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结构-性质-用途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含碳量差异。原因：生铁与钢含C量界限易混，性能随之不同。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不锈钢原理。原因：Cr形成致密氧化膜钝化，非"不锈"绝对。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新型合金机理。原因：储氢等机理抽象，需宏观用途切入。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金属材料 ──┐
│ 生铁C 2-4.3% │
│ 脆可铸 │
│ 钢C 0.03-2% │
│ 韧可锻 │
│ 不锈钢:Cr/Ni │
│ 钝化膜抗蚀 │
│ 新型:储氢/钛/│
│ 形状记忆 │
│ 结构→性质→用│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生铁和钢在含碳量上有何不同？导致性能有何差异？2. 不锈钢为什么耐腐蚀？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【提高作业】储氢合金在新能源领域有何价值？简述其原理。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本单元主题：铁 金属材料。把今天学到的方法带进下一篇——自己读、自己想、自己写。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