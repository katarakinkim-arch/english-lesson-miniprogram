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第1单元 物质及其变化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氧化还原反应方程式的配平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宏观辨识与微观探析：用化合价变化追踪电子得失来配平。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变化观念与平衡思想：依据得失电子守恒确定系数比例。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证据推理与模型认知：掌握化合价升降法四步配平流程。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科学探究与创新意识：通过配平训练提升证据推理严谨性。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用"化合价升降法"(得失电子守恒)配平氧化还原反应方程式：标变价→算升降总数(求最小公倍数)→定系数→用观察法配平其余。为后续电化学、计算打基础。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标：标出变价元素反应前后化合价。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算：算每个原子升/降总数，求最小公倍数使得失相等。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定：定氧化剂还原剂系数。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平：观察法配其余，最后查H、O(可补H2O/H+)。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标变价算升降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定系数配其余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介质补原子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错例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升降总数。原因：一个分子含多个变价原子时易漏乘个数，需细心。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含氧酸介质。原因：酸性/碱性条件补H+/OH-/H2O不同，易错。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产物未知。原因：部分氧还需推断产物，需经验。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氧还配平 ──┐
│ ①标变价元素 │
│ ②算升降总数 │
│ (乘原子个数) │
│ ③定氧化剂系数 │
│ ④配其余查H/O │
│ 酸性:+H+/H2O │
│ 碱性:+OH-/H2O │
│ 核心:电子守恒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配平：Zn+HNO3(稀)→Zn(NO3)2+NO+H2O。2. 配平：C+O2→CO2(指出升降)。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【提高作业】配平：KClO3→KCl+O2↑（MnO2催化）。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本单元主题：物质及其变化。把今天学到的方法带进下一篇——自己读、自己想、自己写。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