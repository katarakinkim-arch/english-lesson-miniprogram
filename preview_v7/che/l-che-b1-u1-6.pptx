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05840" cy="50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必修第一册 · 单元 1 · 高一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物质及其变化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氧化还原反应方程式的配平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43400"/>
            <a:ext cx="182880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用"化合价升降法"(得失电子守恒)配平氧化还原反应方程式：标变价→算升降总数(求最小公倍数)→定系数→用观察法配平其余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本课件未使用无关配图，以学科配色块呈现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542032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宏观辨识与微观探析：用化合价变化追踪电子得失来配平。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973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76573" y="2542032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6573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6573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4005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变化观念与平衡思想：依据得失电子守恒确定系数比例。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5867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4467" y="2542032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4467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4467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1899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证据推理与模型认知：掌握化合价升降法四步配平流程。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63761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2361" y="2542032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2361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2361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793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科学探究与创新意识：通过配平训练提升证据推理严谨性。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教材定位与史实来源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48056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教材定位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用"化合价升降法"(得失电子守恒)配平氧化还原反应方程式：标变价→算升降总数(求最小公倍数)→定系数→用观察法配平其余。为后续电化学、计算打基础。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480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1880年O.C. Johnson初步建立化合价变化法(离子-电子法)用于配平氧化还原反应方程式（北京大学《大学化学》）。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2. 氧化数概念经IUPAC规范，以“得失电子守恒”确定系数比例，是化合价升降法配平的核心依据（IUPAC / 人教版必修第一册）。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本课件未使用无关配图，以学科配色块呈现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本课核心知识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87853" cy="56692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标：标出变价元素反应前后化合价。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973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7973" y="2194560"/>
            <a:ext cx="2487853" cy="566928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973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算：算每个原子升/降总数，求最小公倍数使得失相等。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5867" y="2194560"/>
            <a:ext cx="2487853" cy="566928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467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定：定氧化剂还原剂系数。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3761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63761" y="2194560"/>
            <a:ext cx="2487853" cy="566928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3761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2361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平：观察法配其余，最后查H、O(可补H2O/H+)。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学习活动与方法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91398" y="2560320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398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化合价升降法演示。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973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99292" y="256032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292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分步训练。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07186" y="2560320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7186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467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错例法(漏乘个数)。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3761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15080" y="2560320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15080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2361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对比(酸性/碱性)。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46888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升降总数。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原因：一个分子含多个变价原子时易漏乘个数，需细心。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4418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0450" y="246888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0450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4538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含氧酸介质。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8738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原因：酸性/碱性条件补H+/OH-/H2O不同，易错。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8756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44788" y="246888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4788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876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产物未知。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3076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原因：部分氧还需推断产物，需经验。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11535" cy="457200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《氧还配平》要点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1018001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①标变价元素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②算升降总数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(乘原子个数)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③定氧化剂系数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④配其余查H/O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酸性:+H+/H2O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碱性:+OH-/H2O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核心:电子守恒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5002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7013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70138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配平：Zn+HNO3(稀)→Zn(NO3)2+NO+H2O。2. 配平：C+O2→CO2(指出升降)。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2194560"/>
            <a:ext cx="525002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5907" y="2423160"/>
            <a:ext cx="47013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提高 · 选做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5907" y="3063240"/>
            <a:ext cx="470138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配平：KClO3→KCl+O2↑（MnO2催化）。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本单元脉络与衔接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48056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本单元定位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用"化合价升降法"(得失电子守恒)配平氧化还原反应方程式：标变价→算升降总数(求最小公倍数)→定系数→用观察法配平其余。为后续电化学、计算打基础。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重点梳理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2560320"/>
            <a:ext cx="5227167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标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算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定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平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后续衔接：第二章钠及其化合物，先学钠的性质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