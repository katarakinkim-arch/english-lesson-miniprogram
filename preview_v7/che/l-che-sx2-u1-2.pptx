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第1单元 原子结构与性质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核外电子排布规律与元素周期表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宏观辨识与微观探析：用构造原理描述基态原子电子排布。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变化观念与平衡思想：认识电子排布遵循能量最低与洪特规则。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证据推理与模型认知：根据价电子构型判断周期表分区。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科学探究与创新意识：通过排布规律建立周期表结构模型。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态原子电子按构造原理(能量最低)排布：1s→2s→2p→3s→3p→4s→3d…。洪特规则：电子优先分占不同轨道且自旋相同；等价轨道全满/半满更稳定。元素周期表按核外电子排布划分：s区、p区、d区、ds区、f区。价电子是决定化学性质的电子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构造原理顺序：1s2s2p3s3p4s3d4p5s4d5p6s4f…(能量升)。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洪特规则：同能级电子优先分占不同轨道且自旋相同。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半满/全满稳定：如Cr=[Ar]3d54s1(半满)、Cu=[Ar]3d104s1。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分区：s区( ns1-2)、p区(ns2np1-6)、d区((n-1)d1-8ns2)、ds区((n-1)d10ns1-2)、f区。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洪特规则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半满特例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电子排布式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周期表分区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4s先于3d。原因：构造原理中4s能量低于3d,先填4s,易与「层序」直觉反,需强调能量最低。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洪特特例。原因：半满/全满(Cr、Cu)更稳定导致「错位」,易按常规写错,需记特例。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分区判断。原因：d区与ds区((n-1)d是否满)易混,价电子写法不同,需辨析。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排布与分区 ──┐
│ 构造:1s2s2p3s│
│ 3p4s3d4p… │
│ 洪特:先分占 │
│ Cr 3d54s1 │
│ Cu 3d104s1 │
│ 分区:s/p/d │
│ /ds/f │
│ Fe价电子 │
│ 3d64s2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写出基态Fe原子的电子排布式和价电子构型。2. 洪特规则的内容是什么？3. 周期表按最后填入的电子能级可分为哪几个区？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【提高作业】为什么Cr的价电子构型是3d54s1而不是3d44s2？这与洪特规则有何关系？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本单元主题：原子结构与性质。把今天学到的方法带进下一篇——自己读、自己想、自己写。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