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25535" y="11887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535" y="1417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化学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5535" y="192024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化学反应与能量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49377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高一 · 必修第二册（人教版）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6888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高一 · 必修第二册 · 6单元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61385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化学反应速率与限度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6613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快慢与限度：平衡观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6613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反应速率 · 影响因素 · 可逆反应 · 化学平衡 · 人教必修二Ch6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四向核心素养目标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用v=Δc/Δt表示反应速率并分析影响因素。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认识可逆反应与化学平衡的动态特征。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用碰撞理论解释温度、浓度、催化剂对速率的影响。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科学探究与创新意识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通过实验探究影响反应速率的条件。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为什么学这一课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用单位时间内反应物浓度减小或生成物浓度增大表示反应速率v=Δc/Δt。影响因素：浓度、温度、压强(有气体)、催化剂、固体表面积。绝大多数反应可逆，达化学平衡时v正=v逆、各组分浓度不变(动态平衡)。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3657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402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 碰撞理论/化学平衡：速率受浓度·温度·压强·催化剂·表面积影响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 勒夏特列原理：可逆反应达动态平衡 v正=v逆≠0（百度百科 化学平衡）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本课件未使用无关配图（学科色块兜底，规范 §2.3）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本课重点梳理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速率：v=Δc/Δt，单位mol/(L·s)或mol/(L·min)。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9895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9895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7407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因素：浓度↑、温度↑、压强↑(有气体)、催化剂、固体表面积↑→v↑。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636008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可逆反应：同一条件正逆同时发生，不能进行到底。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9895" y="4636008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9895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7407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平衡：v正=v逆≠0、各组分浓度不变(动态)。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学习方法与路径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实验(不同浓度/温度/MnO2)。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28600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碰撞理论动画。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28600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速率计算。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28600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平衡标志分析。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1460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压强条件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压强条件。原因：压强只对有气体参加的反应有效，且通过改变浓度起作用，无气体时无效，易滥用。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51460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平衡动态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平衡动态。原因：平衡时反应仍在进行(v正=v逆≠0)，非静止，易误解为停止。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51460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v正=v逆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v正=v逆。原因：指同一物质消耗速率=生成速率，或不同物质速率比等于系数比，易错。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一页看懂知识骨架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42316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99056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速率与限度
v=Δc/Δt
单位mol/L·s
↑浓↑温↑压(气)
↑催化↑表面积
可逆:⇌不能到底
平衡:v正=v逆
浓度不变(动态)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分层巩固练习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9728" cy="134416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影响化学反应速率的因素有哪些？2. 什么是化学平衡状态？其本质特征是什么？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02736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602736"/>
            <a:ext cx="109728" cy="1344168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94176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59936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对于有气体参加的反应，增大压强一定能加快反应速率吗？为什么催化剂不能使化学平衡移动？
参考答案基础1：浓度、温度、压强（有气体）、催化剂、固体表面积。基础2：可逆反应达平衡时v正=v逆（均不为0）、各组分浓度不变，是动态平衡。提高：无气体参加时增大压强不改变浓度则无效；催化剂同等程度加快正逆反应速率，故v正与v逆仍相等，平衡不移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48072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48072"/>
            <a:ext cx="109728" cy="1344168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39512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05272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用勒夏特列原理解释合成氨或工业条件的选择。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收口与衔接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反应有快有慢、有度有止。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本课核心：速率 v=Δc/Δt，受浓度/温度/压强/催化剂/表面积影响；可逆反应不能进行到底，达动态平衡 v正=v逆≠0。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收束“化学反应与能量”单元，建立速率与限度的平衡观。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8600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单元脉络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单元：化学反应与能量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本课：化学反应速率与限度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后续：本单元收束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