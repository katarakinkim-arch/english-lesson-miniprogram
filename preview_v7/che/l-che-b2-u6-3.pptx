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必修第二册 · 第6单元 化学反应与能量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化学反应速率与限度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宏观辨识与微观探析：用v=Δc/Δt表示反应速率并分析影响因素。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变化观念与平衡思想：认识可逆反应与化学平衡的动态特征。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证据推理与模型认知：用碰撞理论解释温度、浓度、催化剂对速率的影响。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科学探究与创新意识：通过实验探究影响反应速率的条件。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用单位时间内反应物浓度减小或生成物浓度增大表示反应速率v=Δc/Δt。影响因素：浓度、温度、压强(有气体)、催化剂、固体表面积。绝大多数反应可逆，达化学平衡时v正=v逆、各组分浓度不变(动态平衡)。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速率：v=Δc/Δt，单位mol/(L·s)或mol/(L·min)。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因素：浓度↑、温度↑、压强↑(有气体)、催化剂、固体表面积↑→v↑。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可逆反应：同一条件正逆同时发生，不能进行到底。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平衡：v正=v逆≠0、各组分浓度不变(动态)。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影响因素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碰撞理论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可逆反应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化学平衡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压强条件。原因：压强只对有气体参加的反应有效，且通过改变浓度起作用，无气体时无效，易滥用。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平衡动态。原因：平衡时反应仍在进行(v正=v逆≠0)，非静止，易误解为停止。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v正=v逆。原因：指同一物质消耗速率=生成速率，或不同物质速率比等于系数比，易错。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速率与限度 ──┐
│ v=Δc/Δt │
│ 单位mol/L·s │
│ ↑浓↑温↑压(气)│
│ ↑催化↑表面积 │
│ 可逆:⇌不能到底│
│ 平衡:v正=v逆 │
│ 浓度不变(动态)│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影响化学反应速率的因素有哪些？2. 什么是化学平衡状态？其本质特征是什么？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【提高作业】对于有气体参加的反应，增大压强一定能加快反应速率吗？为什么催化剂不能使化学平衡移动？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本单元主题：化学反应与能量。把今天学到的方法带进下一篇——自己读、自己想、自己写。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