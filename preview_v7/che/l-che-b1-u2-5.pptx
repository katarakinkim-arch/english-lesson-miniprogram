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必修第一册 · 第2单元 海水中的重要元素——钠和氯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物质的量 摩尔质量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宏观辨识与微观探析：理解物质的量是联系微观粒子数与宏观质量的桥梁。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变化观念与平衡思想：认识n=N/NA与n=m/M的定量关系。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证据推理与模型认知：用阿伏伽德罗常数进行粒子数计算。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科学探究与创新意识：通过换算体会宏观-微观定量联系。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引入物质的量n(单位mol)作为计量微观粒子的物理量，1 mol粒子数=阿伏伽德罗常数NA≈6.02×10^23。建立n=N/NA与n=m/M关系，M在数值上等于相对原子/分子质量(g/mol)。这是化学计算的核心桥梁。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物质的量n:单位mol,计量微观粒子(分子/原子/离子)。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NA≈6.02×10^23 mol^-1。n=N/NA。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摩尔质量M:单位g/mol,数值=相对分子质量。n=m/M。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使用指明粒子种类。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阿伏伽德罗常数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n=N/NA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摩尔质量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n=m/M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概念辨析。原因：物质的量≠质量,易混,需强调"粒子集体"。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NA含义。原因：NA是"每摩尔粒子数",单位mol^-1,易漏单位。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M数值。原因：M数值=式量但带单位g/mol,数值与单位易分。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物质的量 ──┐
│ n/mol 粒子集体 │
│ NA≈6.02e23/mol │
│ n=N/NA │
│ M=g/mol=式量 │
│ n=m/M │
│ 用须指明粒子 │
│ 例:36gH2O=2mol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0.5 mol H2O含有多少个水分子？多少个H原子？2. 质量关系：M(H2SO4)=？ 49 g H2SO4是多少mol？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【提高作业】相同质量的CO与CO2，哪种含分子数多？多几倍？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本单元主题：海水中的重要元素——钠和氯。把今天学到的方法带进下一篇——自己读、自己想、自己写。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