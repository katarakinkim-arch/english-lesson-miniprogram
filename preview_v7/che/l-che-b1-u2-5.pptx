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第2单元 · 海水中的重要元素——钠和氯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物质的量 摩尔质量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201168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引入物质的量n(单位mol)作为计量微观粒子的物理量，1 mol粒子数=阿伏伽德罗常数NA≈…。</a:t>
            </a:r>
          </a:p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化学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第5课时 · 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3743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1058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0370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6712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理解物质的量是联系微观粒子数与宏观质量的桥梁。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611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44614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51929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1241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7583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认识n=N/NA与n=m/M的定量关系。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7482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5485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2800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112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38454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用阿伏伽德罗常数进行粒子数计算。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8353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66356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73671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52983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49325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通过换算体会宏观-微观定量联系。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教材定位与权威调研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引入物质的量n(单位mol)作为计量微观粒子的物理量，1 mol粒子数=阿伏伽德罗常数NA≈6.02×10^23。建立n=N/NA与n=m/M关系，M在数值上等于相对原子/分子质量(g/mol)。这是化学计算的核心桥梁。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697480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科普中国《物质的量》：n=N/NA，2019 国际计量大会改用阿伏伽德罗常数定义摩尔。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NIST：1 mol 精确含 6.02214076×10^23 个基本单元。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0350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本课件未使用无关配图（学科色块呈现）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453563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物质的量n:单位mol,计量微观粒子(分子/原子/离子)。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NA≈6.02×10^23 mol^-1。n=N/NA。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03120"/>
            <a:ext cx="2453563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摩尔质量M:单位g/mol,数值=相对分子质量。n=m/M。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03120"/>
            <a:ext cx="2453563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使用指明粒子种类。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学习方法与招牌招式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类比法(打/箱)。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3047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公式推导。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换算训练。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概念辨析。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6928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79008"/>
            <a:ext cx="103628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招牌招式 · 摩尔=化学的“打”：用粒子集体(箱)类比，把宏观质量与微观粒子数连起来。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概念辨析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原因：物质的量≠质量,易混,需强调"粒子集体"。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33172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NA含义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原因：NA是"每摩尔粒子数",单位mol^-1,易漏单位。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33172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M数值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原因：M数值=式量但带单位g/mol,数值与单位易分。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物质的量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n/mol 粒子集体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NA≈6.02e23/mol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n=N/NA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M=g/mol=式量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n=m/M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用须指明粒子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例:36gH2O=2mol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0.5 mol H2O含有多少个水分子？多少个H原子？2. 质量关系：M(H2SO4)=？ 49 g H2SO4是多少mol？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0312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相同质量的CO与CO2，哪种含分子数多？多几倍？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9601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58968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拓展衔接：下节课气体摩尔体积，补全三关系。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第2单元 · 海水中的重要元素——钠和氯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① 物质的量n:单位mol,计量微观粒子(分子/原子/离子)。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② NA≈6.02×10^23 mol^-1。n=N/NA。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③ 摩尔质量M:单位g/mol,数值=相对分子质量。n=m/M。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945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单元主线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海水中的重要元素——钠和氯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本课为第5课时，是单元知识链的一环。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拓展衔接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下节课气体摩尔体积，补全三关系。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