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第4单元 物质结构 元素周期律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碱金属与卤族元素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宏观辨识与微观探析：描述碱金属、卤族元素性质的同主族递变。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变化观念与平衡思想：认识同主族自上而下金属性增强、非金属性减弱。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证据推理与模型认知：用原子半径与电子层数解释递变本质。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科学探究与创新意识：通过实验与数据归纳族内规律。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探究同主族元素性质递变：碱金属(ⅠA)自上而下原子半径增大、失电子能力增强、金属性增强(与O2/H2O反应更剧烈)；卤族(ⅦA)自上而下得电子能力减弱、非金属性减弱(与H2反应渐难、氢化物渐不稳)。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碱金属(ⅠA)：Li→Cs半径↑、失e-易、金属性↑；与H2O反应更剧烈。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卤族(ⅦA)：F→I半径↑、得e-难、非金属性↓；与H2反应渐难、HX渐不稳。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本质：电子层数↑→原子半径↑→引力↓→失e-易/得e-难。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非金属性越强，氢化物越稳、最高价含氧酸越强。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碱金属递变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卤素递变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结构本质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规律小结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递变方向。原因：金属性(碱金属)与非金属性(卤素)递变方向相反，易记反。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本质解释。原因：半径与核对外层电子引力关系抽象，需结构入手。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氢化物稳定性。原因：非金属性越强HX越稳，F→I递减，易混。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同主族递变 ──┐
│ 碱金属ⅠA: │
│ 金性 Li&lt;Na&lt;K │
│ (下强) │
│ 卤素ⅦA: │
│ 非金性 F&gt;Cl&gt;I│
│ (下弱) │
│ 本质:半径↑→ │
│ 引力↓ │
│ 金属↑非金↓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碱金属自上而下金属性如何变化？说明理由。2. 比较F2、Cl2、Br2、I2与H2反应的难易及氢化物稳定性。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【提高作业】为什么同主族元素化学性质既相似又有递变？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本单元主题：物质结构 元素周期律。把今天学到的方法带进下一篇——自己读、自己想、自己写。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