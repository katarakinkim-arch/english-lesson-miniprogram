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10911535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化学 · 必修第一册 · 第1单元 物质及其变化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207008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737360"/>
            <a:ext cx="10911535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400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离子反应与离子方程式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3840480"/>
            <a:ext cx="10911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新课  ·  第4课时  ·  45分钟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5394960"/>
            <a:ext cx="2011680" cy="3302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5623560"/>
            <a:ext cx="1091153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学习任务群：    |    年级：高一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学习目标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宏观辨识与微观探析：从离子角度认识复分解型离子反应的本质。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6364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42823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2823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9516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9516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变化观念与平衡思想：理解离子结合使某些离子浓度降低，反应发生。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0467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467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7160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证据推理与模型认知：掌握"写拆删查"四步法书写离子方程式。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6364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2823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2823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9516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9516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科学探究与创新意识：通过实验现象推断离子反应的发生。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课文背景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508760"/>
            <a:ext cx="6766560" cy="457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600"/>
              </a:spcAft>
            </a:pPr>
            <a:r>
              <a:rPr sz="16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电解质溶液混合时，某些离子结合生成沉淀、气体或弱电解质，即为离子反应。用实际参加反应的离子符号表示反应的式子叫离子方程式，它揭示同一类反应的本质。学习"写、拆、删、查"四步法。</a:t>
            </a:r>
          </a:p>
        </p:txBody>
      </p:sp>
      <p:pic>
        <p:nvPicPr>
          <p:cNvPr id="6" name="Picture 5" descr="craft.jpg"/>
          <p:cNvPicPr>
            <a:picLocks noChangeAspect="1"/>
          </p:cNvPicPr>
          <p:nvPr/>
        </p:nvPicPr>
        <p:blipFill>
          <a:blip r:embed="rId2"/>
          <a:srcRect l="368" r="368"/>
          <a:stretch>
            <a:fillRect/>
          </a:stretch>
        </p:blipFill>
        <p:spPr>
          <a:xfrm>
            <a:off x="8046720" y="1508760"/>
            <a:ext cx="4114800" cy="310896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046720" y="4663440"/>
            <a:ext cx="4114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资料图（自由授权，复用 craft.jpg）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学习重点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371600"/>
            <a:ext cx="10911535" cy="117043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71600" y="148132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1920240"/>
            <a:ext cx="9997135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① 离子反应：有离子参加或生成的反应。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2651760"/>
            <a:ext cx="10911535" cy="117043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71600" y="276148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3200400"/>
            <a:ext cx="9997135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② 发生条件：生成沉淀、气体或弱电解质(水)。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" y="3931920"/>
            <a:ext cx="10911535" cy="117043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371600" y="404164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71600" y="4480560"/>
            <a:ext cx="9997135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③ 离子方程式：用实际参加反应的离子表示。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0080" y="5212080"/>
            <a:ext cx="10911535" cy="117043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371600" y="532180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5760720"/>
            <a:ext cx="9997135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④ 四步法：写(分子式)→拆(易溶强电解质)→删(旁观离子)→查(守恒)。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学习路径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37160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3619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59105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48132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1 导入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219456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804672" y="235915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4672" y="241401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71600" y="230428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2 发生条件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0080" y="301752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804672" y="318211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04672" y="32369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312724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3 四步法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0080" y="384048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804672" y="400507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04672" y="405993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371600" y="395020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4 拆的规则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40080" y="466344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804672" y="482803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04672" y="488289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371600" y="477316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5 错例辨析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40080" y="548640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804672" y="565099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04672" y="570585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6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371600" y="559612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6 练习+作业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易混易错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① 拆的规则。原因：难溶、弱电解质、气体、单质、氧化物不拆，易错，需列表。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6364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42823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2823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9516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9516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② 电荷守恒。原因：删后两侧电荷数要等，常漏查。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0467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467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7160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③ 量比问题。原因：少量/过量产物不同，需后续深入。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C8A86B"/>
                </a:solidFill>
                <a:latin typeface="微软雅黑"/>
                <a:ea typeface="微软雅黑"/>
                <a:cs typeface="微软雅黑"/>
              </a:rPr>
              <a:t>要点板书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10911535" cy="539496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554480"/>
            <a:ext cx="10362895" cy="5120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┌── 离子方程式 ──┐
│ 条件:沉淀/气体/ │
│ 弱电解质(H2O) │
│ 四步:写→拆→删→查│
│ Cu2++2OH-= │
│ Cu(OH)2↓ │
│ 拆:强酸强碱可溶盐│
│ 不拆:难溶/弱/气/│
│ 单质/氧化物/水 │
│ 查:电荷守恒 │
└────────────────┘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分层作业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10911535" cy="141732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71600" y="152704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1965960"/>
            <a:ext cx="9997135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1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【基础作业】1. 写NaOH+HCl、BaCl2+Na2SO4的离子方程式。2. 下列能否拆：CaCO3、CH3COOH、KNO3、H2O。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2971800"/>
            <a:ext cx="10911535" cy="141732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71600" y="308152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3520440"/>
            <a:ext cx="9997135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【提高作业】写CaCO3与稀盐酸反应的离子方程式并说明拆的规则。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C8A86B"/>
                </a:solidFill>
                <a:latin typeface="微软雅黑"/>
                <a:ea typeface="微软雅黑"/>
                <a:cs typeface="微软雅黑"/>
              </a:rPr>
              <a:t>本课小结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40080" y="1737360"/>
            <a:ext cx="54864" cy="43180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1645920"/>
            <a:ext cx="10682935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1000"/>
              </a:spcAft>
            </a:pPr>
            <a:r>
              <a:rPr sz="22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本单元主题：物质及其变化。把今天学到的方法带进下一篇——自己读、自己想、自己写。</a:t>
            </a:r>
          </a:p>
          <a:p>
            <a:pPr algn="l"/>
            <a:r>
              <a:rPr sz="16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方法迁移：圈关键信息 → 理事件脉络 → 析人物精神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09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