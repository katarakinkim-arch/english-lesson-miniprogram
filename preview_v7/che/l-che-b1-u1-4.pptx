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05840" cy="50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必修第一册 · 单元 1 · 高一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物质及其变化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离子反应与离子方程式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82880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电解质溶液混合时，某些离子结合生成沉淀、气体或弱电解质，即为离子反应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宏观辨识与微观探析：从离子角度认识复分解型离子反应的本质。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6573" y="2542032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005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变化观念与平衡思想：理解离子结合使某些离子浓度降低，反应发生。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4467" y="2542032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1899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证据推理与模型认知：掌握"写拆删查"四步法书写离子方程式。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3761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2361" y="2542032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361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793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科学探究与创新意识：通过实验现象推断离子反应的发生。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教材定位与史实来源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电解质溶液混合时，某些离子结合生成沉淀、气体或弱电解质，即为离子反应。用实际参加反应的离子符号表示反应的式子叫离子方程式，它揭示同一类反应的本质。学习"写、拆、删、查"四步法。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阿伦尼乌斯1884年的电离(电解分离)理论说明溶液中存在离子，奠定离子反应的本质——离子之间的反应（台大CASE / askiitians）。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2. 离子方程式用实际参加反应的离子表示，揭示同一类反应的本质；写、拆、删、查为常用步骤（人教版必修第一册）。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7853" cy="56692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离子反应：有离子参加或生成的反应。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194560"/>
            <a:ext cx="2487853" cy="56692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发生条件：生成沉淀、气体或弱电解质(水)。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94560"/>
            <a:ext cx="2487853" cy="56692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离子方程式：用实际参加反应的离子表示。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3761" y="2194560"/>
            <a:ext cx="2487853" cy="566928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761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四步法：写(分子式)→拆(易溶强电解质)→删(旁观离子)→查(守恒)。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学习活动与方法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1398" y="2560320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398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实验法(Ba2+与SO4^2-)。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9292" y="256032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92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四步法训练。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7186" y="2560320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7186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对比法(分子式vs离子式)。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5080" y="2560320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5080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错例法。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拆的规则。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原因：难溶、弱电解质、气体、单质、氧化物不拆，易错，需列表。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045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4538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电荷守恒。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原因：删后两侧电荷数要等，常漏查。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4788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788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量比问题。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原因：少量/过量产物不同，需后续深入。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457200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《离子方程式》要点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18001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条件:沉淀/气体/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弱电解质(H2O)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四步:写→拆→删→查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Cu2++2OH-=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Cu(OH)2↓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拆:强酸强碱可溶盐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不拆:难溶/弱/气/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单质/氧化物/水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查:电荷守恒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写NaOH+HCl、BaCl2+Na2SO4的离子方程式。2. 下列能否拆：CaCO3、CH3COOH、KNO3、H2O。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5907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提高 · 选做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写CaCO3与稀盐酸反应的离子方程式并说明拆的规则。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电解质溶液混合时，某些离子结合生成沉淀、气体或弱电解质，即为离子反应。用实际参加反应的离子符号表示反应的式子叫离子方程式，它揭示同一类反应的本质。学习"写、拆、删、查"四步法。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重点梳理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560320"/>
            <a:ext cx="522716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离子反应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发生条件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离子方程式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四步法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后续衔接：下节课氧化还原反应——另一类重要的离子/电子转移反应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