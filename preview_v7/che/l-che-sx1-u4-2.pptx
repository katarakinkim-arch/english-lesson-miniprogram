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第4单元 电化学基础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化学电源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宏观辨识与微观探析：列举一次、二次、燃料电池的特点。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变化观念与平衡思想：认识放电(化学→电)与充电(电→化学)的可逆能量转化。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证据推理与模型认知：书写铅蓄电池放电/充电电极反应。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科学探究与创新意识：通过电池模型认识化学能利用。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化学电源：一次电池(如锌锰干电池，不可逆)、二次电池(可充电，如铅蓄电池，放电为原电池、充电为电解)、燃料电池(连续供反应物的电池，如氢氧燃料电池)。认识放电/充电时的电极反应与能量转化。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一次电池：锌锰干电池，不可逆。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二次电池：铅蓄，放电Pb+PbO2+2H2SO4=2PbSO4+2H2O；充电逆。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放电：原电池(负氧化)；充电：电解(阴极得e-)。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燃料电池：H2-O2连续反应，能量转化率高。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干电池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铅蓄放电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铅蓄充电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燃料电池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放电/充电电极。原因：放电负极(氧化)对应充电阴极(得e-)，命名不同易混。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铅蓄产物。原因：两极产物都是PbSO4，易记错哪一极。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燃料电池。原因：反应物连续通入，非"储存"化学能，概念新。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化学电源 ──┐
│ 一次:干电池 │
│ 二次:铅蓄 │
│ 放电:Pb+PbO2+│
│ 2H2SO4=2PbSO4│
│ +2H2O │
│ 放电负=充电阴│
│ 燃料:H2-O2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一次电池和二次电池的主要区别是什么？2. 写出铅蓄电池放电时的总反应，并指出放电时负极和正极的产物。3. 燃料电池与一般电池在供能方式上有何不同？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【提高作业】铅蓄电池充电时，原来的负极应连接电源的哪一极？该电极发生什么反应？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本单元主题：电化学基础。把今天学到的方法带进下一篇——自己读、自己想、自己写。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