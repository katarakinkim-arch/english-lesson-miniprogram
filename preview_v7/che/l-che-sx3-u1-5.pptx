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第1单元 有机化合物的组成与结构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芳香烃 苯及其同系物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宏观辨识与微观探析：描述苯的大π键共轭结构与特殊稳定性。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变化观念与平衡思想：认识苯易取代、难加成的反应特性。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证据推理与模型认知：用结构解释苯的取代反应与侧链氧化。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科学探究与创新意识：通过实验认识苯与苯同系物性质差异。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苯(C6H6)平面正六边形，6个C-C键完全等同(大π键共轭)，介于单双键之间，故难加成、易取代、难氧化。典型取代：卤代、硝化(—NO2)、磺化。苯的同系物(如甲苯)侧链受苯环影响易被KMnO4氧化(甲基→羧基)，但苯环使溴水萃取褪色而非加成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苯C6H6:平面正六边形,6C-sp2,大π键共轭,键全等(介于单双键)。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难加成易取代:卤代(FeX3)、硝化(浓HNO3/浓H2SO4,50-60℃)、磺化。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难氧化:苯不使KMnO4褪色。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同系物(甲苯):侧链受苯环影响易被KMnO4氧化(—CH3→—COOH);邻对位定位。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难加成易取代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卤代与硝化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难氧化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侧链氧化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大π键。原因：苯6个p轨道肩并肩形成离域大π,使键全等、异常稳定,易误为"三个定域双键"(会加成),需澄清共轭。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取代条件。原因：硝化需混酸+水浴控温(50-60℃),温度过高得二硝基苯,条件易错,需记。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同系物氧化。原因：甲苯使KMnO4褪色是"侧链—CH3被氧化"非苯环,而苯不褪,易混,需明确氧化对象。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芳香烃 ──┐
│ 苯C6H6 │
│ 大π共轭 │
│ 难加成易取代│
│ 硝化50-60℃│
│ 苯不褪KMnO4│
│ 甲苯侧链氧 │
│ →苯甲酸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苯分子中碳碳键有什么特点？这使它表现出什么特性？2. 写出苯硝化反应的条件和主要产物。3. 为什么苯不能使酸性KMnO4褪色，而甲苯可以？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【提高作业】甲苯被酸性KMnO4氧化时，无论侧链多长，通常氧化成什么基团？这说明了什么？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本单元主题：有机化合物的组成与结构。把今天学到的方法带进下一篇——自己读、自己想、自己写。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