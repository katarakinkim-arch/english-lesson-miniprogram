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68335" y="0"/>
            <a:ext cx="4023360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25535" y="11887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25535" y="14173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化学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25535" y="1920240"/>
            <a:ext cx="3108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化工生产中的重要非金属元素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25535" y="493776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高一 · 必修第二册（人教版）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9144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143000"/>
            <a:ext cx="68881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高一 · 必修第二册 · 5单元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661385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氨和铵盐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6613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喷泉实验 · 铵根检验 · 实验室制法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6613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氨 · 铵盐 · 喷泉实验 · 铵根检验 · 人教必修二Ch5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四向核心素养目标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9748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389120"/>
            <a:ext cx="20512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描述NH3的物理性质及与水、酸的反应。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9748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4904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389120"/>
            <a:ext cx="20512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认识氨水中NH3·H2O的电离平衡。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9748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4904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389120"/>
            <a:ext cx="20512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用喷泉实验与NH4+检验解释氨的碱性。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9748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803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49040"/>
            <a:ext cx="208780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389120"/>
            <a:ext cx="20512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通过实验探究氨的制备与铵盐检验。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为什么学这一课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氨是无色刺激性气味、极易溶于水(1:700)的气体，水溶液呈碱性(NH3+H2O⇌NH3·H2O⇌NH4++OH-)。与酸反应生成铵盐(白烟)。实验室用NH4Cl与Ca(OH)2加热制NH3。铵盐加热分解、与碱反应放出NH3(检验NH4+)。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103120"/>
            <a:ext cx="5227167" cy="3657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402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88920"/>
            <a:ext cx="4678527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1. 21世纪教育 高一化学人教版必修2 氨和铵盐 课件（喷泉实验、NH₄⁺ 检验）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 Ammonia Fountain demonstration（NH₃ 极易溶于水、溶液呈碱性）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本课件未使用无关配图（学科色块兜底，规范 §2.3）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本课重点梳理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7830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59736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95728"/>
            <a:ext cx="42213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物性：无色刺激、极易溶(1:700)、ρ&lt;空气。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17830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9895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9895" y="2459736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407" y="2395728"/>
            <a:ext cx="42213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与水：NH3+H2O⇌NH3·H2O⇌NH4++OH-(碱性)。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72887" cy="17830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4636008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700016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636008"/>
            <a:ext cx="42213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与酸：NH3+HCl=NH4Cl(白烟)。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434840"/>
            <a:ext cx="5272887" cy="17830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79895" y="4636008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9895" y="4700016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7407" y="4636008"/>
            <a:ext cx="42213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制法：2NH4Cl+Ca(OH)2=2NH3↑+CaCl2+2H2O。检验NH4+:加碱加热放NH3。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学习方法与路径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453563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190492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喷泉实验演示。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28600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286000"/>
            <a:ext cx="2453563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37744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3063240"/>
            <a:ext cx="190492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实验(制NH3)。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28600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286000"/>
            <a:ext cx="2453563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37744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3063240"/>
            <a:ext cx="190492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检验(铵根)。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28600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286000"/>
            <a:ext cx="2453563" cy="54864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37744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371" y="3063240"/>
            <a:ext cx="1904923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平衡分析。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容易卡住的地方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8775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560320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氨水成分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84469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氨水成分。原因：含NH3、NH3·H2O、NH4+、OH-多重平衡，易乱。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28600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51460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58775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560320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喷泉原理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337560"/>
            <a:ext cx="284469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喷泉原理。原因：NH3极易溶使烧瓶内压骤降，水被压入，需理解压强差。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28600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51460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58775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560320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铵根检验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337560"/>
            <a:ext cx="2844698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铵根检验。原因：必须加OH-并加热，湿润红石蕊变蓝，易漏条件。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一页看懂知识骨架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41148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2423160"/>
            <a:ext cx="54864" cy="3810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377440"/>
            <a:ext cx="990569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氨与铵盐
NH3易溶(1:700)
NH3+H2O⇌
NH4++OH-
NH3+HCl=NH4Cl
2NH4Cl+Ca(OH)2
=2NH3↑+...
NH4+检验:加碱
热,红石蕊变蓝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分层巩固练习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13441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109728" cy="134416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10362895" cy="832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写出氨溶于水显碱性的离子方程式。2. 如何检验某化肥中含有NH4+？3. 写出实验室制NH3的化学方程式。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02736"/>
            <a:ext cx="10911535" cy="13441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602736"/>
            <a:ext cx="109728" cy="1344168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94176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9936"/>
            <a:ext cx="10362895" cy="832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喷泉实验中胶头滴管的作用是什么？为什么能形成喷泉？
参考答案基础1：NH3+H2O⇌NH3·H2O⇌NH4++OH-。基础2：取样加NaOH溶液加热，将湿润红色石蕊试纸放瓶口，变蓝则含NH4+。基础3：2NH4Cl+Ca(OH)2=2NH3↑+CaCl2+2H2O。提高：滴管挤水使少量NH3溶解、瓶内压强骤降，外界大气压将下方水压入烧瓶形成喷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148072"/>
            <a:ext cx="10911535" cy="13441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148072"/>
            <a:ext cx="109728" cy="1344168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39512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拓展 · 衔接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05272"/>
            <a:ext cx="10362895" cy="832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用湿润红色石蕊试纸检验 NH₃，体会铵态氮肥的检验思路。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收口与衔接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氨是工业的“ nitrogen carrier”。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本课核心：NH₃ 极易溶于水、水溶液呈碱性；与酸生成铵盐（白烟）；实验室制法与 NH₄⁺ 检验（加碱加热放 NH₃）。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向前承接氮氧化物，向后衔接硝酸的工业制备（氨的催化氧化）。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103120"/>
            <a:ext cx="5227167" cy="41148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8600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单元脉络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88920"/>
            <a:ext cx="4678527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单元：化工生产中的重要非金属元素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本课：氨和铵盐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后续：硝酸（氨的催化氧化）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