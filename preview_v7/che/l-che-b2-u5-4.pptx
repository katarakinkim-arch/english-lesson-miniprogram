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第5单元 化工生产中的重要非金属元素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氨和铵盐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宏观辨识与微观探析：描述NH3的物理性质及与水、酸的反应。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变化观念与平衡思想：认识氨水中NH3·H2O的电离平衡。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证据推理与模型认知：用喷泉实验与NH4+检验解释氨的碱性。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科学探究与创新意识：通过实验探究氨的制备与铵盐检验。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氨是无色刺激性气味、极易溶于水(1:700)的气体，水溶液呈碱性(NH3+H2O⇌NH3·H2O⇌NH4++OH-)。与酸反应生成铵盐(白烟)。实验室用NH4Cl与Ca(OH)2加热制NH3。铵盐加热分解、与碱反应放出NH3(检验NH4+)。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物性：无色刺激、极易溶(1:700)、ρ&lt;空气。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与水：NH3+H2O⇌NH3·H2O⇌NH4++OH-(碱性)。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与酸：NH3+HCl=NH4Cl(白烟)。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制法：2NH4Cl+Ca(OH)2=2NH3↑+CaCl2+2H2O。检验NH4+:加碱加热放NH3。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氨水碱性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喷泉实验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与酸/催化氧化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制法与检验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氨水成分。原因：含NH3、NH3·H2O、NH4+、OH-多重平衡，易乱。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喷泉原理。原因：NH3极易溶使烧瓶内压骤降，水被压入，需理解压强差。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铵根检验。原因：必须加OH-并加热，湿润红石蕊变蓝，易漏条件。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氨与铵盐 ──┐
│ NH3易溶(1:700)│
│ NH3+H2O⇌ │
│ NH4++OH- │
│ NH3+HCl=NH4Cl│
│ 2NH4Cl+Ca(OH)2│
│ =2NH3↑+... │
│ NH4+检验:加碱 │
│ 热,红石蕊变蓝│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写出氨溶于水显碱性的离子方程式。2. 如何检验某化肥中含有NH4+？3. 写出实验室制NH3的化学方程式。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【提高作业】喷泉实验中胶头滴管的作用是什么？为什么能形成喷泉？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本单元主题：化工生产中的重要非金属元素。把今天学到的方法带进下一篇——自己读、自己想、自己写。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