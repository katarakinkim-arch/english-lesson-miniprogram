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必修第二册 · 第7单元 有机化合物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乙烯与加成反应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宏观辨识与微观探析：描述乙烯的结构(平面)与化学性质。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变化观念与平衡思想：认识加成反应使不饱和键趋于饱和。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证据推理与模型认知：用双键模型解释加成产物(原子加在双键两端)。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科学探究与创新意识：通过实验(使Br2、KMnO4褪色)探究乙烯的不饱和性。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乙烯是最简单烯烃，含C=C双键，平面结构。性质活泼：可燃、被KMnO4氧化(使褪色)、与Br2等发生加成(打开双键，如CH2=CH2+Br2→CH2BrCH2Br)、加聚生成聚乙烯。加成是烯烃特征反应。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乙烯：CH2=CH2，平面结构(6原子共面)，含C=C。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加成：CH2=CH2+Br2→CH2BrCH2Br；+H2、+HCl、+H2O。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氧化：燃烧、被KMnO4氧化褪色。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加聚：nCH2=CH2→[CH2-CH2]n(聚乙烯)。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加成反应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多例加成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氧化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加聚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加成机理。原因：双键中一个键断裂、两原子分加两端，易写成取代或错位，需"开双键"。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与Br2。原因：乙烯使Br2褪色是加成(非取代)，常与苯的萃取混淆，需明辨。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平面结构。原因：C=C所连6原子共面，较抽象。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乙烯 ──┐
│ CH2=CH2平面 │
│ C=C双键 │
│ +Br2→CH2Br- │
│ CH2Br │
│ +H2O→CH3CH2OH│
│ 使KMnO4褪色 │
│ nCH2=CH2→ │
│ [CH2CH2]n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乙烯使溴水褪色是什么反应类型？写出方程式。2. 写出乙烯与水加成、加聚的化学方程式。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【提高作业】如何用化学方法区分甲烷和乙烯？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本单元主题：有机化合物。把今天学到的方法带进下一篇——自己读、自己想、自己写。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