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572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必修第二册 · 第7章 有机化合物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1440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乙烯与加成反应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第2课 · 学生课堂版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43200"/>
            <a:ext cx="10911535" cy="2331720"/>
          </a:xfrm>
          <a:prstGeom prst="round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718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化学 · 有机与能量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101800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本课件按规范以学科色块呈现，不套用无关配图。</a:t>
            </a:r>
          </a:p>
          <a:p>
            <a:pPr algn="l">
              <a:spcBef>
                <a:spcPts val="600"/>
              </a:spcBef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描述乙烯的结构(平面)与化学性质。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认识加成反应使不饱和键趋于饱和。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用双键模型解释加成产物(原子加在双键两端)。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科学探究与创新意识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通过实验(使Br2、KMnO4褪色)探究乙烯的不饱和性。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27167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教材分析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乙烯是最简单烯烃，含C=C双键，平面结构。性质活泼：可燃、被KMnO4氧化(使褪色)、与Br2等发生加成(打开双键，如CH2=CH2+Br2→CH2BrCH2Br)、加聚生成聚乙烯。加成是烯烃特征反应。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Chem LibreTexts《乙烯的聚合》：n CH₂=CH₂ → –(CH₂CH₂)–n，双键打开相连成链得聚乙烯。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有机化学教材：加成反应特征为双键中一个 π 键断裂，原子加在双键两端。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本课件未使用无关配图（按规范以学科色块呈现）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① 乙烯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CH2=CH2，平面结构(6原子共面)，含C=C。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② 加成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CH2=CH2+Br2→CH2BrCH2Br；+H2、+HCl、+H2O。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③ 氧化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燃烧、被KMnO4氧化褪色。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④ 加聚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nCH2=CH2→[CH2-CH2]n(聚乙烯)。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学习方法建议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实验(乙烯使Br2/KMnO4褪色)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重视实验现象，从观察中归纳物质性质。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3007" y="2057400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2221992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动画(双键打开)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借助动画理解微观过程（如双键打开）。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对比(加成/取代)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用对比表区分易混概念，理清差异。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4206239"/>
            <a:ext cx="5318607" cy="187451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4370831"/>
            <a:ext cx="4861407" cy="15453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模型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30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利用模型把抽象结构具体化。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易错与突破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加成机理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原因：双键中一个键断裂、两原子分加两端，易写成取代或错位，需"开双键"。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与Br2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原因：乙烯使Br2褪色是加成(非取代)，常与苯的萃取混淆，需明辨。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3328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平面结构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原因：C=C所连6原子共面，较抽象。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本课板书要点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20"/>
            <a:ext cx="10911535" cy="41605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乙烯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CH2=CH2平面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C=C双键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+Br2→CH2Br-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CH2Br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+H2O→CH3CH2OH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使KMnO4褪色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nCH2=CH2→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[CH2CH2]n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分层作业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乙烯使溴水褪色是什么反应类型？写出方程式。2. 写出乙烯与水加成、加聚的化学方程式。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9178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27778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如何用化学方法区分甲烷和乙烯？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8276" y="2103120"/>
            <a:ext cx="3393338" cy="3200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6876" y="2267712"/>
            <a:ext cx="2936138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拓展 · 延伸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25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联系生活或后续课题，举一例说明本课知识的应用。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440680"/>
            <a:ext cx="10911535" cy="9144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5650992"/>
            <a:ext cx="54864" cy="2794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532120"/>
            <a:ext cx="1008857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本单元主线：有机化合物 —— 乙烯与加成反应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本课收束与衔接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1018001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所在单元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必修第二册 · 第7章 有机化合物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① 乙烯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CH2=CH2，平面结构(6原子共面)，含C=C。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② 加成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CH2=CH2+Br2→CH2BrCH2Br；+H2、+HCl、+H2O。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● 下节课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4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   下节课乙醇的结构与性质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