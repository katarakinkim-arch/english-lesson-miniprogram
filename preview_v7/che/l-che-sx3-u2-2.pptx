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选择性必修3 有机化学基础 · 第2单元 烃的衍生物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醇与酚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宏观辨识与微观探析：区分醇与酚中羟基的连接方式。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变化观念与平衡思想：认识羟基位置决定醇酚性质差异。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证据推理与模型认知：用结构解释醇的氧化、酯化与酚的酸性、取代。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科学探究与创新意识：通过实验(钠、催化氧化、FeCl3)认识醇酚。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醇：—OH连脂肪碳(如乙醇CH3CH2OH)，伯/仲/叔醇氧化不同(伯→醛→酸，仲→酮，叔不氧化)。乙醇催化氧化得乙醛，与Na反应放H2，与羧酸酯化得酯。酚：—OH直接连苯环(如苯酚)，受苯环影响酸性增强，与FeCl3显紫色(检验)，与溴水生成三溴苯酚白色沉淀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醇:-OH连脂肪碳(乙醇);与Na放H2;催化氧化(伯→醛→酸);酯化得酯。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酚:-OH直接连苯环(苯酚);弱酸性(与NaOH反应,不与NaHCO3);受苯环活化。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酚特征:与FeCl3显紫(检验);与溴水生成三溴苯酚白色沉淀(邻对位取代,不需催化剂)。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区别:醇不与FeCl3、溴水不沉淀;酚显色+沉淀。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乙醇性质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酚结构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酚检验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醇酚区别。原因：同是-OH,醇连脂肪碳、酚连芳环,酚因共轭显弱酸且易取代,性质迥异,易误为一类,需按连接位置区分。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催化氧化断键。原因：乙醇催化氧化断α-C-H与O-H成C=O(得乙醛),非C-O断,易错断键位置,需明确。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酚酸性。原因：苯酚酸性弱(不能使石蕊红、不与NaHCO3放CO2,但可与NaOH),易误为强酸或全不酸,需界定。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醇与酚 ──┐
│ 醇:-OH连脂碳│
│ Na放H2 氧化 │
│ →醛→酸 │
│ 酚:-OH连苯环│
│ 弱酸(NaOH) │
│ FeCl3紫 │
│ 溴水白沉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醇和酚在结构上如何区分？2. 乙醇在铜催化下氧化的产物是什么？断开了哪些键？3. 苯酚有哪些特征鉴别反应？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【提高作业】苯酚能与NaOH反应，但不能与NaHCO3反应放出CO2，这说明了什么？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本单元主题：烃的衍生物。把今天学到的方法带进下一篇——自己读、自己想、自己写。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