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选择性必修1 化学反应原理 · 第3单元 水溶液中的离子反应与平衡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水的电离与溶液pH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宏观辨识与微观探析：描述水的电离平衡及Kw的含义。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变化观念与平衡思想：认识Kw随温度变化，中性由[H+]与[OH-]关系决定。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证据推理与模型认知：用pH=-lg[H+]判断溶液酸碱性。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科学探究与创新意识：通过测定pH认识酸碱度的定量表示。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水微弱电离H2O⇌H++OH-，25℃时Kw=[H+][OH-]=1.0×10^-14。任何水溶液中[H+][OH-]=Kw。pH=-lg[H+]；中性[H+]=[OH-]，酸性[H+]&gt;[OH-]，碱性反之。升温促进水电离，Kw增大，中性pH&lt;7但仍中性。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水电离：H2O⇌H++OH-，25℃[H+]=[OH-]=1×10^-7。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离子积：Kw=[H+][OH-]=1×10^-14(25℃)，只随T变。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pH=-lg[H+]；pH&lt;7酸、=7中、&gt;7碱(25℃)。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中性：[H+]=[OH-]；升温Kw↑，中性pH&lt;7。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离子积Kw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pH定义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酸碱性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温度影响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中性判定。原因：中性看[H+]=[OH-],非pH=7;升温Kw大,中性pH&lt;7,易错。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离子积普适。原因：任何水溶液(酸/碱/盐)都有[H+][OH-]=Kw,易忘酸中也有OH-。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pH计算。原因：pH=-lg[H+],求[H+]用10^-pH,易算错。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水电离与pH ──┐
│ H2O⇌H++OH- │
│ Kw=[H+][OH-]│
│ =1e-14(25℃) │
│ pH=-lg[H+] │
│ 中性:[H+]=[OH-]│
│ 升Kw↑中性pH&lt;7│
│ 任何溶液皆满足│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写出水的离子积表达式及25℃时的数值。2. pH=2的盐酸中[H+]和[OH-]各是多少？3. 100℃时中性溶液的pH等于多少？为什么？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【提高作业】为什么不能说"pH=7的溶液一定是中性"？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本单元主题：水溶液中的离子反应与平衡。把今天学到的方法带进下一篇——自己读、自己想、自己写。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