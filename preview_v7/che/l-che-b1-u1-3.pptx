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05840" cy="50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必修第一册 · 单元 1 · 高一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物质及其变化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电解质的电离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82880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从溶液导电实验引入电解质概念：在水溶液或熔融状态下能导电的化合物叫电解质（酸、碱、盐）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宏观辨识与微观探析：从微观离子角度解释电解质溶液导电的原因。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76573" y="2542032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005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变化观念与平衡思想：认识电解质电离是可逆/解离过程，离子自由移动。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4467" y="2542032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1899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证据推理与模型认知：建立"电离模型"解释导电现象，正确书写电离方程式。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3761" y="2286000"/>
            <a:ext cx="248785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2361" y="2542032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361" y="2596896"/>
            <a:ext cx="502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361" y="3200400"/>
            <a:ext cx="2030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9793" y="3703320"/>
            <a:ext cx="197578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科学探究与创新意识：通过导电实验探究哪些物质能电离。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教材定位与史实来源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教材定位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从溶液导电实验引入电解质概念：在水溶液或熔融状态下能导电的化合物叫电解质（酸、碱、盐）。建立电离模型——电解质溶于水或受热熔化时离解成自由移动的离子，从而导电。学习书写电离方程式。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权威来源（已联网核实）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“电解质(electrolyte)”一词由迈克尔·法拉第(Michael Faraday)于1834年提出，研究电解定律时创立（RSC 图书章节 / 百度百科）。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2. 阿伦尼乌斯(Svante Arrhenius)1884年提出电离理论：电解质溶于水会自发离解成自由移动的离子，无需通电；1903年获诺贝尔化学奖（台大CASE / Britannica）。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本课件未使用无关配图，以学科配色块呈现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87853" cy="56692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电解质：水溶液或熔融态能导电的化合物(酸、碱、盐)。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2194560"/>
            <a:ext cx="2487853" cy="56692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非电解质：上述两态均不导电的化合物(如蔗糖、酒精)。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5867" y="2194560"/>
            <a:ext cx="2487853" cy="56692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电离：电解质离解成自由移动离子的过程。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3761" y="2194560"/>
            <a:ext cx="2487853" cy="566928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761" y="2313432"/>
            <a:ext cx="248785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2971800"/>
            <a:ext cx="203065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电离方程式：NaCl=Na++Cl-；HCl=H++Cl-；NaOH=Na++OH-。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学习活动与方法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1398" y="2560320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91398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实验探究法(导电性)。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973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9292" y="256032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292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573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微观动画(电离)。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7186" y="2560320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7186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4467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概念辨析法。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3761" y="2194560"/>
            <a:ext cx="2487853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5080" y="2560320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5080" y="2615184"/>
            <a:ext cx="585216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361" y="3337560"/>
            <a:ext cx="203065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符号训练(电离式)。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6888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电解质是化合物。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原因：Cu导电但不是电解质，易混，需强调"化合物"前提。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0450" y="246888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4538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导电条件。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原因：有自由离子才导电，固态NaCl不导电，需澄清状态。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756" y="2194560"/>
            <a:ext cx="3362858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44788" y="246888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4788" y="2523744"/>
            <a:ext cx="548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876" y="2487168"/>
            <a:ext cx="22198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非电解质范围。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291840"/>
            <a:ext cx="281421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原因：单质/混合物既不是电解质也不是非电解质，界限模糊。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457200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《电解质电离》要点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018001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电解质:化合物,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水溶液或熔融导电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非电解质:两态不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导电(蔗糖酒精)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电离:离解自由离子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NaCl=Na++Cl-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HCl=H++Cl-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电解质≠导电物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(Cu不是化合物)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基础 · 必做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判断：Cu、CO2、BaSO4(熔融)是否为电解质。2. 写HNO3、KOH、Na2SO4的电离方程式。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2194560"/>
            <a:ext cx="525002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5907" y="2423160"/>
            <a:ext cx="47013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提高 · 选做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7" y="3063240"/>
            <a:ext cx="4701387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为什么液态HCl不导电而HCl水溶液导电？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本单元脉络与衔接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27167" cy="4480560"/>
          </a:xfrm>
          <a:prstGeom prst="round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从溶液导电实验引入电解质概念：在水溶液或熔融状态下能导电的化合物叫电解质（酸、碱、盐）。建立电离模型——电解质溶于水或受热熔化时离解成自由移动的离子，从而导电。学习书写电离方程式。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重点梳理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2560320"/>
            <a:ext cx="522716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电解质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非电解质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电离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电离方程式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后续衔接：下节课离子反应与离子方程式书写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