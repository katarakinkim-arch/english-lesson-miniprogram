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第1单元 物质及其变化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电解质的电离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宏观辨识与微观探析：从微观离子角度解释电解质溶液导电的原因。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变化观念与平衡思想：认识电解质电离是可逆/解离过程，离子自由移动。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证据推理与模型认知：建立"电离模型"解释导电现象，正确书写电离方程式。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科学探究与创新意识：通过导电实验探究哪些物质能电离。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从溶液导电实验引入电解质概念：在水溶液或熔融状态下能导电的化合物叫电解质（酸、碱、盐）。建立电离模型——电解质溶于水或受热熔化时离解成自由移动的离子，从而导电。学习书写电离方程式。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电解质：水溶液或熔融态能导电的化合物(酸、碱、盐)。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非电解质：上述两态均不导电的化合物(如蔗糖、酒精)。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电离：电解质离解成自由移动离子的过程。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电离方程式：NaCl=Na++Cl-；HCl=H++Cl-；NaOH=Na++OH-。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电解质定义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电离微观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电离方程式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易错辨析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电解质是化合物。原因：Cu导电但不是电解质，易混，需强调"化合物"前提。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导电条件。原因：有自由离子才导电，固态NaCl不导电，需澄清状态。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非电解质范围。原因：单质/混合物既不是电解质也不是非电解质，界限模糊。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电解质电离 ──┐
│ 电解质:化合物, │
│ 水溶液或熔融导电│
│ 非电解质:两态不│
│ 导电(蔗糖酒精) │
│ 电离:离解自由离子│
│ NaCl=Na++Cl- │
│ HCl=H++Cl- │
│ 电解质≠导电物 │
│ (Cu不是化合物)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判断：Cu、CO2、BaSO4(熔融)是否为电解质。2. 写HNO3、KOH、Na2SO4的电离方程式。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【提高作业】为什么液态HCl不导电而HCl水溶液导电？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本单元主题：物质及其变化。把今天学到的方法带进下一篇——自己读、自己想、自己写。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