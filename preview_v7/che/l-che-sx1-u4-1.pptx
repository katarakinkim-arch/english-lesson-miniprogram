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第4单元 电化学基础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原电池的工作原理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宏观辨识与微观探析：描述双液原电池的结构与工作原理。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变化观念与平衡思想：认识氧化还原反应通过原电池分隔为两半反应。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证据推理与模型认知：书写电极半反应并理解盐桥的电荷平衡作用。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科学探究与创新意识：通过双液原电池实验探究持续电流的产生。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深入原电池：双液原电池用盐桥连接两半电池，消除极化、保持电中性。负极发生氧化(失电子)、正极发生还原(得电子)，电极反应(半反应)相加得总反应。内电路靠离子迁移导电，盐桥中阴阳离子分别向两极迁移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双液电池：两半电池+盐桥，减少极化。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负极氧化(失e-)、正极还原(得e-)。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半反应：Zn-2e-=Zn2+；Cu2++2e-=Cu。总=两者和。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盐桥：阴向负极、阳向正极迁移，保持电中性、使电流持续。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半反应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盐桥作用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内电路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盐桥作用。原因：平衡电荷、沟通内电路，使电流持续；非仅连接，易误解。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半反应配平。原因：需配电子与电荷，易漏。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离子迁移。原因：盐桥中阴离子向负极、阳离子向正极，方向与外电路电子相反，易混。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原电池深入 ──┐
│ 双液+盐桥 │
│ 负:Zn-2e-= │
│ Zn2+(氧化) │
│ 正:Cu2++2e-= │
│ Cu(还原) │
│ 盐桥:Cl-→负 │
│ K+→正(保电中)│
│ 外电子负→正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盐桥在原电池中的作用是什么？2. 写出Zn-Cu双液原电池的负极、正极半反应及总反应。3. 盐桥中的阴离子向哪一极迁移？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【提高作业】为什么单液原电池的电流会逐渐衰减，而双液原电池能持续稳定？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本单元主题：电化学基础。把今天学到的方法带进下一篇——自己读、自己想、自己写。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