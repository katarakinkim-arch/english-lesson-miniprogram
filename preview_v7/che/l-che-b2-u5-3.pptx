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25535" y="11887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25535" y="14173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化学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25535" y="1920240"/>
            <a:ext cx="31089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21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化工生产中的重要非金属元素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25535" y="4937760"/>
            <a:ext cx="31089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高一 · 必修第二册（人教版）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91440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143000"/>
            <a:ext cx="688817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高一 · 必修第二册 · 5单元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7360"/>
            <a:ext cx="661385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氮的氧化物与酸雨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661385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7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NO / NO₂ 与酸雨的成因和防治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6613855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一氧化氮 · 二氧化氮 · 酸雨 · 氮循环 · 人教必修二Ch5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四向核心素养目标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宏观辨识与微观探析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描述NO、NO2的颜色、溶解性差异及相互转化。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变化观念与平衡思想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认识氮氧化物在大气中转化(氧化、与水反应)的循环。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证据推理与模型认知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用化学方程式解释酸雨中硝酸型酸雨的成因。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科学态度与社会责任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89120"/>
            <a:ext cx="2051227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认识氮氧化物污染，树立大气保护意识。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背景与权威调研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为什么学这一课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NO无色不溶于水、易被O2氧化为红棕NO2；NO2与水反应生成HNO3和NO(3NO2+H2O=2HNO3+NO)，是酸雨和光化学烟雾的重要成因。认识氮氧化物的转化、危害与防治。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3657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4028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权威调研来源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1. UCAR Science Education: Nitrogen Oxides（NO 无色、NO₂ 红棕；燃烧生成，致酸雨）</a:t>
            </a:r>
          </a:p>
          <a:p>
            <a:pPr algn="l">
              <a:lnSpc>
                <a:spcPct val="145000"/>
              </a:lnSpc>
              <a:spcAft>
                <a:spcPts val="700"/>
              </a:spcAft>
            </a:pPr>
            <a:r>
              <a:rPr sz="125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 Britannica《Chemistry of acid deposition》（SO₂、NOx 与水生成硫酸、硝酸）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本课件未使用无关配图（学科色块兜底，规范 §2.3）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本课重点梳理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1248" y="2395728"/>
            <a:ext cx="502920" cy="50292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NO：无色、不溶于水、易被氧化2NO+O2=2NO2。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79895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9895" y="245973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47407" y="239572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NO2：红棕色、刺激、有毒、与水反应3NO2+H2O=2HNO3+NO。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1248" y="4636008"/>
            <a:ext cx="502920" cy="50292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08760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酸雨：pH&lt;5.6，由SO2、NOx导致。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78727" y="4434840"/>
            <a:ext cx="5272887" cy="17830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79895" y="4636008"/>
            <a:ext cx="502920" cy="50292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79895" y="4700016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47407" y="4636008"/>
            <a:ext cx="4221327" cy="1508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防治：减排、烟气脱硫脱硝。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学习方法与路径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453563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实验(NO变NO2)。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59403" y="2286000"/>
            <a:ext cx="2453563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9403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3723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方程式推导。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8727" y="2286000"/>
            <a:ext cx="2453563" cy="54864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8727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3047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环保联系。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286000"/>
            <a:ext cx="2453563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098051" y="2286000"/>
            <a:ext cx="2453563" cy="548640"/>
          </a:xfrm>
          <a:prstGeom prst="rect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051" y="2377440"/>
            <a:ext cx="2453563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371" y="3063240"/>
            <a:ext cx="1904923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对比(颜色溶解性)。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容易卡住的地方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51460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转化比例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转化比例。原因：3NO2+H2O得2HNO3+1NO,比例易错记。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51460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颜色混淆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颜色混淆。原因：NO无色、NO2红棕,且NO遇空气即变红棕,易误判。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286000"/>
            <a:ext cx="3393338" cy="38404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51460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587752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560320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酸雨分类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337560"/>
            <a:ext cx="2844698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酸雨分类。原因：硫酸型与硝酸型来源不同,需区分。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一页看懂知识骨架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03120"/>
            <a:ext cx="10911535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05840" y="2423160"/>
            <a:ext cx="54864" cy="3810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2377440"/>
            <a:ext cx="9905695" cy="3566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200"/>
              </a:spcAft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氮氧化物
2NO+O2=2NO2
NO无色不溶水
3NO2+H2O=
2HNO3+NO
酸雨pH&lt;5.6
来源:SO2/NOx
防治:脱硫脱硝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分层巩固练习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09728" cy="1344168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14600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1. 写出NO与O2、NO2与H2O反应的化学方程式。2. 什么是酸雨？其pH界限是多少？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02736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602736"/>
            <a:ext cx="109728" cy="1344168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694176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59936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将充满NO2的试管倒扣在水中，最终液体约占试管体积多少？若同时通入适量O2呢？
参考答案基础1：2NO+O2=2NO2；3NO2+H2O=2HNO3+NO。基础2：pH&lt;5.6的雨水为酸雨。提高：3NO2+H2O=2HNO3+NO，3体积NO2剩1体积NO，液体占2/3；若通O2，4NO2+O2+2H2O=4HNO3，液体可充满全试管。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148072"/>
            <a:ext cx="10911535" cy="1344168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5148072"/>
            <a:ext cx="109728" cy="1344168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39512"/>
            <a:ext cx="103628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拓展 · 衔接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605272"/>
            <a:ext cx="10362895" cy="8321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2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了解本地酸雨监测与脱硫脱硝的工程技术。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收口与衔接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氮的循环关乎大气与环境。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本课核心：NO 无色、不溶于水、易被氧化为红棕 NO₂；NO₂ 与水生成硝酸、致酸雨；防治靠减排与烟气脱硫脱硝。</a:t>
            </a:r>
          </a:p>
          <a:p>
            <a:pPr algn="l">
              <a:lnSpc>
                <a:spcPct val="155000"/>
              </a:lnSpc>
              <a:spcAft>
                <a:spcPts val="900"/>
              </a:spcAft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向前承接氧族，向后衔接氨、硝酸，构成“氮及其化合物”主线。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24447" y="2103120"/>
            <a:ext cx="5227167" cy="41148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98767" y="228600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单元脉络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98767" y="2788920"/>
            <a:ext cx="4678527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单元：化工生产中的重要非金属元素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本课：氮的氧化物与酸雨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· 后续：氨和铵盐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