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必修第二册 · 第5单元 化工生产中的重要非金属元素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氮的氧化物与酸雨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宏观辨识与微观探析：描述NO、NO2的颜色、溶解性差异及相互转化。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变化观念与平衡思想：认识氮氧化物在大气中转化(氧化、与水反应)的循环。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证据推理与模型认知：用化学方程式解释酸雨中硝酸型酸雨的成因。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科学态度与社会责任：认识氮氧化物污染，树立大气保护意识。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NO无色不溶于水、易被O2氧化为红棕NO2；NO2与水反应生成HNO3和NO(3NO2+H2O=2HNO3+NO)，是酸雨和光化学烟雾的重要成因。认识氮氧化物的转化、危害与防治。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NO：无色、不溶于水、易被氧化2NO+O2=2NO2。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NO2：红棕色、刺激、有毒、与水反应3NO2+H2O=2HNO3+NO。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酸雨：pH&lt;5.6，由SO2、NOx导致。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防治：减排、烟气脱硫脱硝。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NO2性质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与水反应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酸雨成因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防治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转化比例。原因：3NO2+H2O得2HNO3+1NO,比例易错记。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颜色混淆。原因：NO无色、NO2红棕,且NO遇空气即变红棕,易误判。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酸雨分类。原因：硫酸型与硝酸型来源不同,需区分。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氮氧化物 ──┐
│ 2NO+O2=2NO2 │
│ NO无色不溶水 │
│ 3NO2+H2O= │
│ 2HNO3+NO │
│ 酸雨pH&lt;5.6 │
│ 来源:SO2/NOx │
│ 防治:脱硫脱硝│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写出NO与O2、NO2与H2O反应的化学方程式。2. 什么是酸雨？其pH界限是多少？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【提高作业】将充满NO2的试管倒扣在水中，最终液体约占试管体积多少？若同时通入适量O2呢？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本单元主题：化工生产中的重要非金属元素。把今天学到的方法带进下一篇——自己读、自己想、自己写。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