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68335" y="0"/>
            <a:ext cx="4023360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25535" y="11887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25535" y="14173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化学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25535" y="192024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化学反应与能量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5535" y="493776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高一 · 必修第二册（人教版）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9144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43000"/>
            <a:ext cx="68881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高一 · 必修第二册 · 6单元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6613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化学反应与热能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6613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放热与吸热：断键与成键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6613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放热反应 · 吸热反应 · 焓变 · 键能 · 中和热 · 人教必修二Ch6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四向核心素养目标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从总能量和键能两个角度解释反应放热或吸热。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认识化学反应中能量守恒与转化。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用ΔH=断键能-成键能判断反应热方向。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科学态度与社会责任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认识化学反应能的利用价值(化石能源、新能源)。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为什么学这一课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化学反应伴随能量变化。微观本质：断旧键吸能、成新键放能，二者之差为反应热。宏观：反应物总能量&gt;生成物总能量则放热(ΔH&lt;0)，反之为吸热(ΔH&gt;0)。认识中和热与能源意义。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103120"/>
            <a:ext cx="5227167" cy="3657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402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88920"/>
            <a:ext cx="4678527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1. Khan Academy: Endothermic vs exothermic reactions（断键吸能、成键放能；ΔH=断键能−成键能）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 Save My Exams: Bond breaking &amp; forming（放热/吸热判定）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本课件未使用无关配图（学科色块兜底，规范 §2.3）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本课重点梳理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5973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微观：断键吸能、成键放能；ΔH=ΣE断-ΣE成。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9895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9895" y="245973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407" y="239572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宏观：E(反)&gt;E(生)放热ΔH&lt;0；E(反)&lt;E(生)吸热ΔH&gt;0。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636008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70001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63600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常见：燃烧、中和、金属与酸为放热；C+H2O、Ba(OH)2+NH4Cl为吸热。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79895" y="4636008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9895" y="470001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7407" y="463600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中和热：强酸强碱生成1mol H2O放热。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学习方法与路径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实验(中和热/吸热)。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28600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能量图。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28600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键能计算。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28600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对比(放热/吸热)。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877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60320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ΔH符号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84469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ΔH符号。原因：放热ΔH&lt;0、吸热ΔH&gt;0，与直觉相反，易记反。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28600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51460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5877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560320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与加热无关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337560"/>
            <a:ext cx="284469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与加热无关。原因：需加热启动≠吸热反应(如燃烧需点燃但放热)，易混。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28600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51460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5877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560320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键能计算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337560"/>
            <a:ext cx="284469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键能计算。原因：ΔH=断-成，符号方向易错。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一页看懂知识骨架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423160"/>
            <a:ext cx="54864" cy="3810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377440"/>
            <a:ext cx="9905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反应与热能
ΔH=Σ断键-Σ成键
E反&gt;E生:放热
ΔH&lt;0
E反&lt;E生:吸热
ΔH&gt;0
放热:燃烧中和
吸热:C+H2O等
中和热≈57.3
kJ/mol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分层巩固练习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13441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09728" cy="134416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10362895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从微观（键能）和宏观（总能量）两个角度说明放热反应的原因。2. 放热反应的ΔH是正还是负？需要加热启动的反应一定是吸热反应吗？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02736"/>
            <a:ext cx="10911535" cy="13441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602736"/>
            <a:ext cx="109728" cy="134416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94176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9936"/>
            <a:ext cx="10362895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已知H-H键能436、Cl-Cl 243、H-Cl 431 kJ/mol，估算H2+Cl2=2HCl的ΔH。
参考答案基础1：微观断键吸能小于成键放能；宏观反应物总能量高于生成物。基础2：放热ΔH&lt;0；不一定，如燃烧需点燃但放热。提高：ΔH=Σ断-Σ成=(436+243)-2×431=-183 kJ/mol，放热。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48072"/>
            <a:ext cx="10911535" cy="13441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148072"/>
            <a:ext cx="109728" cy="134416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39512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05272"/>
            <a:ext cx="10362895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列举身边常见的放热与吸热现象各两例。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收口与衔接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能量守恒贯穿化学反应。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本课核心：微观断键吸能、成键放能，ΔH=ΣE断−ΣE成；宏观放热 ΔH&lt;0、吸热 ΔH&gt;0；中和热为生成 1 mol H₂O 放热。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为原电池与反应速率奠定“能量观”。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103120"/>
            <a:ext cx="5227167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8600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单元脉络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88920"/>
            <a:ext cx="4678527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单元：化学反应与能量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本课：化学反应与热能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后续：原电池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