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必修第二册 · 第6单元 化学反应与能量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化学反应与热能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宏观辨识与微观探析：从总能量和键能两个角度解释反应放热或吸热。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变化观念与平衡思想：认识化学反应中能量守恒与转化。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证据推理与模型认知：用ΔH=断键能-成键能判断反应热方向。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科学态度与社会责任：认识化学反应能的利用价值(化石能源、新能源)。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化学反应伴随能量变化。微观本质：断旧键吸能、成新键放能，二者之差为反应热。宏观：反应物总能量&gt;生成物总能量则放热(ΔH&lt;0)，反之为吸热(ΔH&gt;0)。认识中和热与能源意义。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微观：断键吸能、成键放能；ΔH=ΣE断-ΣE成。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宏观：E(反)&gt;E(生)放热ΔH&lt;0；E(反)&lt;E(生)吸热ΔH&gt;0。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常见：燃烧、中和、金属与酸为放热；C+H2O、Ba(OH)2+NH4Cl为吸热。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中和热：强酸强碱生成1mol H2O放热。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微观键能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宏观能量图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常见反应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中和热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ΔH符号。原因：放热ΔH&lt;0、吸热ΔH&gt;0，与直觉相反，易记反。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与加热无关。原因：需加热启动≠吸热反应(如燃烧需点燃但放热)，易混。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键能计算。原因：ΔH=断-成，符号方向易错。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反应与热能 ──┐
│ ΔH=Σ断键-Σ成键│
│ E反&gt;E生:放热 │
│ ΔH&lt;0 │
│ E反&lt;E生:吸热 │
│ ΔH&gt;0 │
│ 放热:燃烧中和 │
│ 吸热:C+H2O等 │
│ 中和热≈57.3 │
│ kJ/mol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从微观（键能）和宏观（总能量）两个角度说明放热反应的原因。2. 放热反应的ΔH是正还是负？需要加热启动的反应一定是吸热反应吗？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【提高作业】已知H-H键能436、Cl-Cl 243、H-Cl 431 kJ/mol，估算H2+Cl2=2HCl的ΔH。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本单元主题：化学反应与能量。把今天学到的方法带进下一篇——自己读、自己想、自己写。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