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选择性必修3 有机化学基础 · 第1单元 有机化合物的组成与结构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烷烃 结构与性质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宏观辨识与微观探析：描述甲烷正四面体结构与烷烃通式。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变化观念与平衡思想：认识烷烃饱和性决定稳定与取代反应。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证据推理与模型认知：用取代反应机理解释卤代产物。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科学探究与创新意识：通过实验(卤代)认识烷烃性质。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烷烃通式CnH2n+2，仅含C-C、C-H单键，饱和链烃。甲烷为正四面体，sp3杂化。化学性质稳定，典型反应：光照下卤代(取代)，如CH4+Cl2→CH3Cl+HCl(连锁，生成多种氯代物)。不能使溴水、KMnO4褪色。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通式CnH2n+2,仅单键,饱和链烃。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甲烷:正四面体,Csp3,键角109.5°。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取代:光照下X2逐步取代H,产物为混合物(CH3Cl/CH2Cl2/CHCl3/CCl4)。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性质:稳定,不使溴水、酸性KMnO4褪色;不加成。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甲烷结构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卤代反应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产物混合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性质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饱和含义。原因：饱和=碳四价全用、无可加H/卤素的不饱和键,故不加成,易与"稳定"混需明确。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取代vs加成。原因：烷烃取代是H被X换(条件光照),烯烃加成是π键打开加X,二者机理不同,易混,需对比。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产物混合。原因：甲烷卤代一步到位难控制,生成四种氯代物混合,易误为单一产物,需强调连锁。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烷烃 ──┐
│ CnH2n+2 │
│ 单键饱和 │
│ CH4正四面体│
│ 109.5° │
│ 卤代:光照 │
│ CH3Cl~CCl4│
│ 不褪溴水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烷烃的通式是什么？为什么说它是饱和烃？2. 甲烷分子的空间构型是怎样的？3. 甲烷与氯气在光照下发生什么类型的反应？产物有什么特点？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【提高作业】甲烷不能使溴水或酸性KMnO4溶液褪色，这与它的结构有什么关系？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本单元主题：有机化合物的组成与结构。把今天学到的方法带进下一篇——自己读、自己想、自己写。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