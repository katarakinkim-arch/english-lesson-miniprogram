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选择性必修3 有机化学基础 · 第2单元 烃的衍生物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羧酸与酯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宏观辨识与微观探析：描述羧基结构与羧酸的酸性。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变化观念与平衡思想：认识酯化与水解互为可逆转化。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证据推理与模型认知：用断键规律写出酯化与水解方程式。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科学探究与创新意识：通过酯化实验与皂化认识性质。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羧酸含—COOH(如乙酸CH3COOH)，具酸性(强于碳酸，与Na2CO3放CO2)，可发生酯化：与醇在浓硫酸、加热下生成酯和水(酸脱—OH、醇脱—H，可逆)。酯RCOOR′在酸/碱催化下水解：酸性水解可逆得酸+醇，碱性水解(皂化)彻底得羧酸盐+醇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羧酸:-COOH,酸性(强于碳酸,与Na2CO3放CO2);可酯化。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酯化:酸+醇(浓H2SO4,加热,可逆)→酯+水;酸脱-OH、醇脱-H。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酯:RCOOR′,果香;不溶于水。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水解:酸催化可逆得酸+醇;碱催化(皂化)彻底得羧酸盐+醇。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酸性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酯化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断键规律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水解皂化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酯化断键。原因："酸脱羟基醇脱氢"是规律,易记反成"酸脱氢",需强调且可用同位素18O验证,需记牢。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可逆与彻底。原因：酯化(酸催化)与酸催化水解均可逆达平衡;唯碱性水解生成羧酸盐使平衡右移彻底(皂化),易混"都可逆",需区分。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酸性比较。原因：羧酸酸性&gt;碳酸&gt;苯酚,故羧酸与Na2CO3/NaHCO3放CO2而苯酚不能,需排顺序。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羧酸与酯 ──┐
│ -COOH酸性 │
│ &gt;碳酸&gt;苯酚 │
│ 酯化:酸脱OH │
│ 醇脱H(可逆) │
│ 酯水解:酸可 │
│ 逆;碱皂化 │
│ 彻底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羧酸的酸性与碳酸、苯酚相比如何？举例说明。2. 酯化反应中羧酸和醇分别脱去什么基团？3. 酯的酸性水解与碱性水解（皂化）有什么不同？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【提高作业】用18O同位素标记乙醇（CH3CH218OH）进行酯化反应，最终18O会出现在产物哪里？为什么？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本单元主题：烃的衍生物。把今天学到的方法带进下一篇——自己读、自己想、自己写。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