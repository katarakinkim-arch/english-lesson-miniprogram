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1005840" cy="50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必修第一册 · 单元 2 · 高一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6B6258"/>
                </a:solidFill>
                <a:latin typeface="楷体"/>
                <a:ea typeface="楷体"/>
                <a:cs typeface="楷体"/>
              </a:rPr>
              <a:t>海水中的重要元素——钠和氯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68880"/>
            <a:ext cx="11247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钠的化合物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343400"/>
            <a:ext cx="182880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572000"/>
            <a:ext cx="10789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学习Na2O2(与水/CO2反应生成O2，供氧剂)、Na2CO3与NaHCO3(溶解性、热稳定性、与酸反应差异)及鉴别，并认识焰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0080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本课件未使用无关配图，以学科配色块呈现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本课目标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2487853" cy="3566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542032"/>
            <a:ext cx="502920" cy="50292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596896"/>
            <a:ext cx="5029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00400"/>
            <a:ext cx="203065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宏观辨识与微观探析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3703320"/>
            <a:ext cx="1975789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宏观辨识与微观探析：描述Na2O2、Na2CO3、NaHCO3的关键性质与现象。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47973" y="2286000"/>
            <a:ext cx="2487853" cy="3566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676573" y="2542032"/>
            <a:ext cx="502920" cy="50292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76573" y="2596896"/>
            <a:ext cx="5029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76573" y="3200400"/>
            <a:ext cx="203065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变化观念与平衡思想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4005" y="3703320"/>
            <a:ext cx="1975789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变化观念与平衡思想：认识NaHCO3热不稳定性(2NaHCO3=Na2CO3+CO2+H2O)。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55867" y="2286000"/>
            <a:ext cx="2487853" cy="3566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84467" y="2542032"/>
            <a:ext cx="502920" cy="50292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4467" y="2596896"/>
            <a:ext cx="5029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4467" y="3200400"/>
            <a:ext cx="203065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证据推理与模型认知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1899" y="3703320"/>
            <a:ext cx="1975789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证据推理与模型认知：用实验证据鉴别碳酸钠与碳酸氢钠。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63761" y="2286000"/>
            <a:ext cx="2487853" cy="3566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292361" y="2542032"/>
            <a:ext cx="502920" cy="50292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92361" y="2596896"/>
            <a:ext cx="5029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92361" y="3200400"/>
            <a:ext cx="203065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科学探究与创新意识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19793" y="3703320"/>
            <a:ext cx="1975789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科学探究与创新意识：通过加热、加酸实验探究碳酸盐性质。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背景与权威调研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教材定位与史实来源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5227167" cy="4480560"/>
          </a:xfrm>
          <a:prstGeom prst="round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教材定位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43200"/>
            <a:ext cx="4678527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学习Na2O2(与水/CO2反应生成O2，供氧剂)、Na2CO3与NaHCO3(溶解性、热稳定性、与酸反应差异)及鉴别，并认识焰色试验。NaHCO3受热分解是判断碳酸盐与碳酸氢盐的关键。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24447" y="2011680"/>
            <a:ext cx="5227167" cy="44805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8767" y="219456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权威来源（已联网核实）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8767" y="2743200"/>
            <a:ext cx="4678527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1. 过氧化钠Na₂O₂能与CO₂、H₂O反应放出O₂（2Na₂O₂+2CO₂=2Na₂CO₃+O₂），用作呼吸面具、潜水艇的供氧剂（MITCHEM / 1010jiajiao）。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2. Na₂CO₃与NaHCO₃在溶解性、热稳定性、与酸反应速率上差异显著，是鉴别碳酸钠与碳酸氢钠的依据（人教版必修第一册）。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0080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本课件未使用无关配图，以学科配色块呈现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本课核心知识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87853" cy="40233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2487853" cy="566928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13432"/>
            <a:ext cx="248785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971800"/>
            <a:ext cx="2030653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Na2O2：2Na2O2+2H2O=4NaOH+O2↑；2Na2O2+2CO2=2Na2CO3+O2(供氧)。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47973" y="2194560"/>
            <a:ext cx="2487853" cy="40233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47973" y="2194560"/>
            <a:ext cx="2487853" cy="566928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47973" y="2313432"/>
            <a:ext cx="248785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6573" y="2971800"/>
            <a:ext cx="2030653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Na2CO3：易溶、热稳定；NaHCO3：可溶、受热分解。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55867" y="2194560"/>
            <a:ext cx="2487853" cy="40233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55867" y="2194560"/>
            <a:ext cx="2487853" cy="566928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55867" y="2313432"/>
            <a:ext cx="248785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4467" y="2971800"/>
            <a:ext cx="2030653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与酸：NaHCO3更剧烈(一步产CO2)。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63761" y="2194560"/>
            <a:ext cx="2487853" cy="40233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63761" y="2194560"/>
            <a:ext cx="2487853" cy="566928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63761" y="2313432"/>
            <a:ext cx="248785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2361" y="2971800"/>
            <a:ext cx="2030653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鉴别：加热( HCO3- 出CO2 )、加CaCl2( CO3^2- 沉淀)。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学习活动与方法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87853" cy="40233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591398" y="2560320"/>
            <a:ext cx="585216" cy="585216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91398" y="2615184"/>
            <a:ext cx="585216" cy="4681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337560"/>
            <a:ext cx="2030653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实验(供氧/加热分解)。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47973" y="2194560"/>
            <a:ext cx="2487853" cy="40233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399292" y="2560320"/>
            <a:ext cx="585216" cy="585216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9292" y="2615184"/>
            <a:ext cx="585216" cy="4681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6573" y="3337560"/>
            <a:ext cx="2030653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对比法(Na2CO3 vs NaHCO3)。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55867" y="2194560"/>
            <a:ext cx="2487853" cy="40233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207186" y="2560320"/>
            <a:ext cx="585216" cy="585216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07186" y="2615184"/>
            <a:ext cx="585216" cy="4681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4467" y="3337560"/>
            <a:ext cx="2030653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方程式训练。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63761" y="2194560"/>
            <a:ext cx="2487853" cy="40233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015080" y="2560320"/>
            <a:ext cx="585216" cy="585216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15080" y="2615184"/>
            <a:ext cx="585216" cy="4681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2361" y="3337560"/>
            <a:ext cx="2030653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鉴别归纳。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三处易卡住的地方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62858" cy="40233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96112" y="2468880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523744"/>
            <a:ext cx="548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2487168"/>
            <a:ext cx="22198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Na2O2方程式。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91840"/>
            <a:ext cx="2814218" cy="2697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原因：两反应都放O2，系数易错，需练。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14418" y="2194560"/>
            <a:ext cx="3362858" cy="40233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70450" y="2468880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70450" y="2523744"/>
            <a:ext cx="548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74538" y="2487168"/>
            <a:ext cx="22198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热稳定性。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8738" y="3291840"/>
            <a:ext cx="2814218" cy="2697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原因：Na2CO3稳定、NaHCO3分解，常记反，需实验。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8756" y="2194560"/>
            <a:ext cx="3362858" cy="40233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44788" y="2468880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44788" y="2523744"/>
            <a:ext cx="548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8876" y="2487168"/>
            <a:ext cx="22198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鉴别方法。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63076" y="3291840"/>
            <a:ext cx="2814218" cy="2697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原因：两法(加热/加CaCl2)适用不同情境，需会选择。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10911535" cy="4572000"/>
          </a:xfrm>
          <a:prstGeom prst="round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03120"/>
            <a:ext cx="101800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《钠的化合物》要点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743200"/>
            <a:ext cx="10180015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Na2O2+2H2O=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4NaOH+O2↑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Na2O2+2CO2=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2Na2CO3+O2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2NaHCO3=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Na2CO3+CO2↑+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H2O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鉴别:加热/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CaCl2/加酸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基础 · 提高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5250027" cy="40233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423160"/>
            <a:ext cx="47013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基础 · 必做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063240"/>
            <a:ext cx="470138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1. 写出Na2O2分别与H2O、CO2反应的化学方程式。2. 如何鉴别Na2CO3与NaHCO3？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1587" y="2194560"/>
            <a:ext cx="5250027" cy="40233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75907" y="2423160"/>
            <a:ext cx="47013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7D6B"/>
                </a:solidFill>
                <a:latin typeface="楷体"/>
                <a:ea typeface="楷体"/>
                <a:cs typeface="楷体"/>
              </a:rPr>
              <a:t>提高 · 选做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75907" y="3063240"/>
            <a:ext cx="470138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向饱和Na2CO3溶液中通入过量CO2会有什么现象？说明原因。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本单元脉络与衔接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5227167" cy="4480560"/>
          </a:xfrm>
          <a:prstGeom prst="round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本单元定位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43200"/>
            <a:ext cx="4678527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学习Na2O2(与水/CO2反应生成O2，供氧剂)、Na2CO3与NaHCO3(溶解性、热稳定性、与酸反应差异)及鉴别，并认识焰色试验。NaHCO3受热分解是判断碳酸盐与碳酸氢盐的关键。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2011680"/>
            <a:ext cx="52271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重点梳理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4447" y="2560320"/>
            <a:ext cx="5227167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Na2O2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Na2CO3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与酸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鉴别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35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后续衔接：下节课氯气的性质与制备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