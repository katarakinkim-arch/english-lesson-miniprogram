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必修第一册 · 第2单元 海水中的重要元素——钠和氯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钠的化合物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宏观辨识与微观探析：描述Na2O2、Na2CO3、NaHCO3的关键性质与现象。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变化观念与平衡思想：认识NaHCO3热不稳定性(2NaHCO3=Na2CO3+CO2+H2O)。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证据推理与模型认知：用实验证据鉴别碳酸钠与碳酸氢钠。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科学探究与创新意识：通过加热、加酸实验探究碳酸盐性质。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学习Na2O2(与水/CO2反应生成O2，供氧剂)、Na2CO3与NaHCO3(溶解性、热稳定性、与酸反应差异)及鉴别，并认识焰色试验。NaHCO3受热分解是判断碳酸盐与碳酸氢盐的关键。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Na2O2：2Na2O2+2H2O=4NaOH+O2↑；2Na2O2+2CO2=2Na2CO3+O2(供氧)。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Na2CO3：易溶、热稳定；NaHCO3：可溶、受热分解。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与酸：NaHCO3更剧烈(一步产CO2)。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鉴别：加热( HCO3- 出CO2 )、加CaCl2( CO3^2- 沉淀)。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Na2O2方程式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两盐对比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加热分解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鉴别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Na2O2方程式。原因：两反应都放O2，系数易错，需练。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热稳定性。原因：Na2CO3稳定、NaHCO3分解，常记反，需实验。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鉴别方法。原因：两法(加热/加CaCl2)适用不同情境，需会选择。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钠的化合物 ──┐
│ Na2O2+2H2O= │
│ 4NaOH+O2↑ │
│ Na2O2+2CO2= │
│ 2Na2CO3+O2 │
│ 2NaHCO3= │
│ Na2CO3+CO2↑+ │
│ H2O │
│ 鉴别:加热/ │
│ CaCl2/加酸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写出Na2O2分别与H2O、CO2反应的化学方程式。2. 如何鉴别Na2CO3与NaHCO3？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【提高作业】向饱和Na2CO3溶液中通入过量CO2会有什么现象？说明原因。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本单元主题：海水中的重要元素——钠和氯。把今天学到的方法带进下一篇——自己读、自己想、自己写。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