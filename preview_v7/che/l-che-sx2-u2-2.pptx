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第2单元 分子结构与性质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分子的空间结构 VSEPR与杂化轨道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宏观辨识与微观探析：用VSEPR预测分子空间构型。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变化观念与平衡思想：认识电子对互斥使分子取能量最低构型。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证据推理与模型认知：用杂化轨道理论解释中心原子成键与构型。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科学探究与创新意识：通过球棍模型建构分子三维结构。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价层电子对互斥理论(VSEPR)：分子构型由中心原子价层电子对(成键+孤对)相互排斥最小决定。杂化轨道理论：中心原子能量相近的s、p(或d)轨道重新组合成等价杂化轨道(sp、sp2、sp3)，以更强方向性成键。sp3(四面体,如CH4)、sp2(平面三角,如BF3)、sp(直线,如CO2)。孤电子对使构型变形(如NH3三角锥、H2O V形)。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价层电子对数=σ键数+孤电子对数(孤对=(中心价e-配位提供)/2)。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VSEPR：电子对相互排斥最小决定构型(2直线/3平面三角/4四面体)。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杂化：sp(直线)、sp2(平面三角)、sp3(四面体)；孤对使实测键角变小。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变形：NH3(sp3,1孤对→三角锥)、H2O(sp3,2孤对→V形)。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电子对计算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杂化类型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典型构型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孤对变形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孤对计算。原因：孤对数=(中心价电子-配位原子提供)/2,配位原子(O、S不提供;H、卤素提供1)易错,需记规则。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杂化≠实测构型。原因：sp3正四面体只当无孤对(CH4);NH3/H2O有孤对而变形,易误为四面体,需辨析。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斥力顺序。原因：孤对-孤对&gt;孤对-成键&gt;成键-成键,使键角压缩(如H2O 104.5°&lt;109.5°),易忽略。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空间结构 ──┐
│ 电子对=σ+孤│
│ 孤对=(价-供)/2│
│ sp 直线 │
│ sp2 平面三角│
│ sp3 四面体 │
│ NH3 三角锥 │
│ H2O V形 │
│ 孤对压键角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用VSEPR理论说明，为什么CH4是正四面体而H2O是V形？2. 写出BF3、CO2中心原子的杂化类型与分子构型。3. 价层电子对数如何计算？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【提高作业】NH3和H2O的中心原子都是sp3杂化，为什么实测键角依次减小（107°→104.5°）？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本单元主题：分子结构与性质。把今天学到的方法带进下一篇——自己读、自己想、自己写。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