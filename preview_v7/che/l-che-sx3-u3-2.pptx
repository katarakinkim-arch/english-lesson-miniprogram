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选择性必修3 有机化学基础 · 第3单元 生物大分子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蛋白质与氨基酸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宏观辨识与微观探析：描述氨基酸的两性与肽键形成。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变化观念与平衡思想：认识蛋白质盐析与变性的可逆差异。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证据推理与模型认知：用结构解释蛋白质性质与检验。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科学探究与创新意识：通过实验(黄蛋白、灼烧)检验蛋白质。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氨基酸是蛋白质基本单位，含氨基(—NH2，碱性)与羧基(—COOH，酸性)，具两性，等电点。两分子间氨基与羧基脱水成肽键(—CO—NH—)形成二肽、多肽，进而构成蛋白质。蛋白质有四级结构；盐析(可逆)、变性(不可逆，高温/重金属/强酸强碱使空间结构破坏)、显色(遇浓硝酸黄——黄蛋白反应)、灼烧有烧焦羽毛味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氨基酸:含-NH2(碱)与-COOH(酸),两性;等电点时溶解度最小。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成肽:羧基脱-OH、氨基脱-H→肽键-CO-NH-(酰胺键)。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蛋白质:由多肽折叠而成;盐析可逆(浓盐析出不失活),变性不可逆(高温/重金属/强酸碱破坏空间结构)。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检验:浓HNO3→黄(黄蛋白);灼烧烧焦羽毛味。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两性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成肽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盐析与变性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检验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两性机理。原因：同一分子既含可放H+的-COOH又含可接H+的-NH2,故既与酸又与碱反应,易只记一端,需双向。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盐析vs变性。原因：盐析是浓无机盐使溶解度降、可逆不破坏结构(如(NH4)2SO4);变性是空间结构破坏、不可逆失活(高温/重金属),易混,需对比。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变性本质。原因：变性破坏的是"空间结构"(二硫键/氢键等),肽键未断,故不水解成氨基酸,易误为断肽键,需澄清。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蛋白与氨基 ──┐
│ α-氨基酸 │
│ 两性(氨+羧) │
│ 肽键-CO-NH-│
│ 盐析:可逆 │
│ 变性:不可逆 │
│ (空间破坏) │
│ 浓HNO3黄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氨基酸为什么具有两性？2. 肽键是怎样形成的？写出脱水缩合的规律。3. 蛋白质的盐析和变性有何本质区别？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【提高作业】鸡蛋煮熟后为什么不能恢复成原来的状态？这属于盐析还是变性？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本单元主题：生物大分子。把今天学到的方法带进下一篇——自己读、自己想、自己写。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