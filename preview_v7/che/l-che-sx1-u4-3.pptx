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第4单元 电化学基础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宏观辨识与微观探析：描述电解池的结构与阴阳极反应。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变化观念与平衡思想：认识电能转化为化学能，氧化还原反应被迫进行。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证据推理与模型认知：用放电顺序判断电极产物(含活性阳极)。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科学探究与创新意识：通过电解实验探究产物，认识氯碱工业。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池将电能转化为化学能：与电源正极相连为阳极(发生氧化、失电子)，与负极相连为阴极(发生还原、得电子)。溶液中离子在电极放电遵循放电顺序(阳极：活性电极&gt;阴离子；阴极：金属活动性顺序反序)。应用：电解精炼铜、氯碱工业(电解饱和食盐水)、电镀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阳极(连电源+):氧化、失e-；阴极(连电源-):还原、得e-。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阳极放电：活性电极(除Pt/Au)先溶；惰性时阴离子S2-&gt;I-&gt;Br-&gt;Cl-&gt;OH-。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阴极放电：阳离子按金属活动性反序(Ag+&gt;Cu2+&gt;H+&gt;…&gt;Na+)。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应用：精炼铜、氯碱(2NaCl+2H2O=2NaOH+H2↑+Cl2↑)、电镀。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阴阳极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放电顺序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精炼铜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氯碱工业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阴阳命名。原因：电解池用阴阳极(连电源正负)，与原电池正负极不同体系，易混。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阳极氧化。原因：阳极失电子发生氧化(非得电子)，易记反。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活性阳极。原因：Fe/Cu等活性阳极自身溶解而非溶液离子放电，易忽略。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电解池 ──┐
│ 阳极(连+)氧化│
│ 失e- │
│ 阴极(连-)还原│
│ 得e- │
│ 阳:活性电极先│
│ 溶;惰:S2-&gt;I-&gt;│
│ Br-&gt;Cl-&gt;OH- │
│ 阴:Ag+&gt;Cu2+&gt; │
│ H+&gt;...&gt;Na+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电解池中阳极和阴极分别与电源的哪一极相连？各发生什么反应？2. 用石墨电极电解CuCl2溶液，两极产物是什么？3. 电解饱和食盐水时阴极区为什么生成NaOH？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【提高作业】用活泼铜作阳极、纯铜作阴极电解CuSO4溶液精炼铜，阳极泥中可能含有什么？为什么？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本单元主题：电化学基础。把今天学到的方法带进下一篇——自己读、自己想、自己写。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