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化学 · 必修第一册 · 第1单元 物质及其变化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物质的分类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宏观辨识与微观探析：能根据组成与性质对物质进行交叉分类与树状分类。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变化观念与平衡思想：理解分类标准是人为设定的，同一物质可多标准归类。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证据推理与模型认知：用分散质粒子直径(1-100nm)模型区分溶液、胶体、浊液。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科学探究与创新意识：通过丁达尔效应实验鉴别胶体，体验分类的方法论价值。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在初中混合物/纯净物、单质/化合物基础上，建立"交叉分类法"与"树状分类法"两种分类思路，并引入分散系（溶液、胶体、浊液），以丁达尔效应区分胶体。分类是化学研究的重要方法，为后续离子反应、氧化还原建立认知框架。</a:t>
            </a:r>
          </a:p>
        </p:txBody>
      </p:sp>
      <p:pic>
        <p:nvPicPr>
          <p:cNvPr id="6" name="Picture 5" descr="craft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craft.jpg）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交叉分类：同一物质按不同标准（如Na2CO3既是钠盐又是碳酸盐）。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树状分类：纯净物→单质/化合物→酸/碱/盐/氧化物逐级细分。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分散系：分散质+分散剂；按粒子直径分溶液(&lt;1nm)/胶体(1-100nm)/浊液(&gt;100nm)。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胶体特性：丁达尔效应（光亮通路）。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交叉分类法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树状分类法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分散系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丁达尔效应实验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分类标准选择。原因：同一物质多标准归类易乱，需强调"按什么标准"。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胶体本质。原因：易把丁达尔当成本质，本质在粒子直径，需澄清。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浊液与胶体。原因：外观相似，需借半透膜/丁达尔区分。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物质的分类 ──┐
│ 交叉分类: │
│ Na2CO3=钠盐+碳酸盐│
│ 树状: 纯净物→ │
│ 单质/化合物→ │
│ 酸碱盐氧化物 │
│ 分散系(粒子直径) │
│ 溶液&lt;1nm │
│ 胶体1-100nm │
│ 浊液&gt;100nm │
│ 胶体:丁达尔效应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用交叉分类法说明Na2SO4的归属。2. 树状分类填：纯净物分为__、__。3. 如何用实验区分NaCl溶液与淀粉胶体？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【提高作业】设计表格对CuO、HCl、NaOH、CaCO3、空气进行分类（按单质/化合物/混合物与酸碱性）。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本单元主题：物质及其变化。把今天学到的方法带进下一篇——自己读、自己想、自己写。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