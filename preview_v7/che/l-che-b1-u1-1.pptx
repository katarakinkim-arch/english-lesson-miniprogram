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1005840" cy="50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必修第一册 · 单元 1 · 高一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物质及其变化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物质的分类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343400"/>
            <a:ext cx="182880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在初中混合物/纯净物、单质/化合物基础上，建立"交叉分类法"与"树状分类法"两种分类思路，并引入分散系（溶液、胶体、浊液），以丁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本课件未使用无关配图，以学科配色块呈现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48785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542032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96896"/>
            <a:ext cx="502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20306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宏观辨识与微观探析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703320"/>
            <a:ext cx="197578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宏观辨识与微观探析：能根据组成与性质对物质进行交叉分类与树状分类。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973" y="2286000"/>
            <a:ext cx="248785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76573" y="2542032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6573" y="2596896"/>
            <a:ext cx="502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6573" y="3200400"/>
            <a:ext cx="20306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变化观念与平衡思想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4005" y="3703320"/>
            <a:ext cx="197578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变化观念与平衡思想：理解分类标准是人为设定的，同一物质可多标准归类。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5867" y="2286000"/>
            <a:ext cx="248785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84467" y="2542032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4467" y="2596896"/>
            <a:ext cx="502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4467" y="3200400"/>
            <a:ext cx="20306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证据推理与模型认知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1899" y="3703320"/>
            <a:ext cx="197578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证据推理与模型认知：用分散质粒子直径(1-100nm)模型区分溶液、胶体、浊液。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3761" y="2286000"/>
            <a:ext cx="248785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2361" y="2542032"/>
            <a:ext cx="502920" cy="5029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2361" y="2596896"/>
            <a:ext cx="502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2361" y="3200400"/>
            <a:ext cx="20306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科学探究与创新意识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9793" y="3703320"/>
            <a:ext cx="197578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科学探究与创新意识：通过丁达尔效应实验鉴别胶体，体验分类的方法论价值。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教材定位与史实来源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227167" cy="4480560"/>
          </a:xfrm>
          <a:prstGeom prst="round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教材定位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678527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在初中混合物/纯净物、单质/化合物基础上，建立"交叉分类法"与"树状分类法"两种分类思路，并引入分散系（溶液、胶体、浊液），以丁达尔效应区分胶体。分类是化学研究的重要方法，为后续离子反应、氧化还原建立认知框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2011680"/>
            <a:ext cx="5227167" cy="4480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权威来源（已联网核实）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743200"/>
            <a:ext cx="4678527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胶体与丁达尔效应：英国物理学家约翰·丁达尔(John Tyndall)于1869年发现并命名；胶体粒子直径约1–100 nm，小于可见光波长(400–760 nm)，对光散射形成光亮通路，可用于区分溶液与胶体（Britannica / 维基百科）。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2. 分类是化学研究的基本方法：初中已建立混合物/纯净物、单质/化合物框架，高中引入交叉分类与树状分类，并为离子反应、氧化还原反应建立认知基础（人教版必修第一册）。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本课件未使用无关配图，以学科配色块呈现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本课核心知识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87853" cy="566928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13432"/>
            <a:ext cx="24878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203065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交叉分类：同一物质按不同标准（如Na2CO3既是钠盐又是碳酸盐）。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973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973" y="2194560"/>
            <a:ext cx="2487853" cy="566928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973" y="2313432"/>
            <a:ext cx="24878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6573" y="2971800"/>
            <a:ext cx="203065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树状分类：纯净物→单质/化合物→酸/碱/盐/氧化物逐级细分。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5867" y="2194560"/>
            <a:ext cx="2487853" cy="566928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5867" y="2313432"/>
            <a:ext cx="24878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4467" y="2971800"/>
            <a:ext cx="203065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分散系：分散质+分散剂；按粒子直径分溶液(&lt;1nm)/胶体(1-100nm)/浊液(&gt;100nm)。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3761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63761" y="2194560"/>
            <a:ext cx="2487853" cy="566928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3761" y="2313432"/>
            <a:ext cx="24878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2361" y="2971800"/>
            <a:ext cx="203065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胶体特性：丁达尔效应（光亮通路）。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学习活动与方法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91398" y="2560320"/>
            <a:ext cx="585216" cy="585216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91398" y="2615184"/>
            <a:ext cx="585216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203065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分类活动法。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973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99292" y="2560320"/>
            <a:ext cx="585216" cy="58521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292" y="2615184"/>
            <a:ext cx="585216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6573" y="3337560"/>
            <a:ext cx="203065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对比实验法(溶液vs胶体丁达尔)。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07186" y="2560320"/>
            <a:ext cx="585216" cy="585216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7186" y="2615184"/>
            <a:ext cx="585216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4467" y="3337560"/>
            <a:ext cx="203065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树状图建模。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3761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15080" y="2560320"/>
            <a:ext cx="585216" cy="585216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5080" y="2615184"/>
            <a:ext cx="585216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2361" y="3337560"/>
            <a:ext cx="203065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概念辨析法。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三处易卡住的地方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62858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46888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23744"/>
            <a:ext cx="548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87168"/>
            <a:ext cx="22198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分类标准选择。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281421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原因：同一物质多标准归类易乱，需强调"按什么标准"。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4418" y="2194560"/>
            <a:ext cx="3362858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70450" y="246888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0450" y="2523744"/>
            <a:ext cx="548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4538" y="2487168"/>
            <a:ext cx="22198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胶体本质。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8738" y="3291840"/>
            <a:ext cx="281421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原因：易把丁达尔当成本质，本质在粒子直径，需澄清。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8756" y="2194560"/>
            <a:ext cx="3362858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44788" y="246888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4788" y="2523744"/>
            <a:ext cx="548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8876" y="2487168"/>
            <a:ext cx="22198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浊液与胶体。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3076" y="3291840"/>
            <a:ext cx="281421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原因：外观相似，需借半透膜/丁达尔区分。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11535" cy="4572000"/>
          </a:xfrm>
          <a:prstGeom prst="round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《物质的分类》要点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10180015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交叉分类: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Na2CO3=钠盐+碳酸盐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树状: 纯净物→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单质/化合物→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酸碱盐氧化物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分散系(粒子直径)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溶液&lt;1nm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胶体1-100nm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浊液&gt;100nm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胶体:丁达尔效应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50027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47013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基础 · 必做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4701387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用交叉分类法说明Na2SO4的归属。2. 树状分类填：纯净物分为__、__。3. 如何用实验区分NaCl溶液与淀粉胶体？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1587" y="2194560"/>
            <a:ext cx="5250027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75907" y="2423160"/>
            <a:ext cx="47013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提高 · 选做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5907" y="3063240"/>
            <a:ext cx="4701387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设计表格对CuO、HCl、NaOH、CaCO3、空气进行分类（按单质/化合物/混合物与酸碱性）。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本单元脉络与衔接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227167" cy="4480560"/>
          </a:xfrm>
          <a:prstGeom prst="round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本单元定位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678527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在初中混合物/纯净物、单质/化合物基础上，建立"交叉分类法"与"树状分类法"两种分类思路，并引入分散系（溶液、胶体、浊液），以丁达尔效应区分胶体。分类是化学研究的重要方法，为后续离子反应、氧化还原建立认知框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01168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重点梳理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2560320"/>
            <a:ext cx="5227167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交叉分类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树状分类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分散系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胶体特性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后续衔接：下节课学物质的转化关系(酸、碱、盐、氧化物相互联系)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