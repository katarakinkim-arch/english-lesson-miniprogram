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9456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5720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必修第二册 · 第7章 有机化合物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乙酸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第4课 · 学生课堂版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43200"/>
            <a:ext cx="10911535" cy="2331720"/>
          </a:xfrm>
          <a:prstGeom prst="round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971800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化学 · 有机与能量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657600"/>
            <a:ext cx="10180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本课件按规范以学科色块呈现，不套用无关配图。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本课件未使用无关配图（按规范以学科色块呈现）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宏观辨识与微观探析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描述乙酸的结构与弱酸性。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变化观念与平衡思想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认识酯化反应的可逆性与机理(酸脱羟基、醇脱氢)。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证据推理与模型认知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用羧基模型解释乙酸酸性与酯化。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科学探究与创新意识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通过酯化实验探究乙酸乙酯的生成与提纯。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 · 权威来源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27167" cy="42062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教材分析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乙酸CH3COOH含羧基(-COOH)，弱酸(酸性强于碳酸，与Na2CO3放CO2)。特征反应是酯化：与乙醇在浓硫酸催化下生成乙酸乙酯(香味)，机理为"酸脱羟基、醇脱氢"。认识羧基决定酸性与酯化。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2011680"/>
            <a:ext cx="5227167" cy="420624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8767" y="21488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权威来源（已联网核实）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65176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Master Organic Chemistry：Fischer 酯化（1895 Emil Fischer）为酸催化可逆平衡 RCOOH+R'OH⇌RCOOR'+H₂O。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有机化学教材：酯化机理"酸脱羟基、醇脱氢"，水中氧来自羧基。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本课件未使用无关配图（按规范以学科色块呈现）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① 结构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CH3COOH，官能团-COOH。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② 弱酸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CH3COOH⇌CH3COO-+H+，酸性&gt;碳酸(与Na2CO3放CO2)。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③ 酯化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CH3COOH+CH3CH2OH⇌CH3COOCH2CH3+H2O(浓H2SO4，酸脱-OH醇脱-H)。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④ 饱和Na2CO3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吸醇、中和酸、降酯溶解。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学习方法建议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实验(酯化装置)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重视实验现象，从观察中归纳物质性质。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同位素示踪讲解(机理)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抓住核心概念，建立清晰框架。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酸性对比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用对比表区分易混概念，理清差异。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结构分析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做结构分析，弄清断键与成键位置。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易错与突破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393338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67712"/>
            <a:ext cx="2936138" cy="3328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酯化机理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原因：水由酸脱羟基、醇脱氢结合而成，常误写错来源，需"酸脱羟醇脱氢"。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9178" y="2103120"/>
            <a:ext cx="3393338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7778" y="2267712"/>
            <a:ext cx="2936138" cy="3328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弱酸性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原因：乙酸是弱酸(部分电离)，但强于碳酸，易误判强弱。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8276" y="2103120"/>
            <a:ext cx="3393338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6876" y="2267712"/>
            <a:ext cx="2936138" cy="3328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Na2CO3作用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原因：三重作用(吸醇、中和、降溶)需记全。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本课板书要点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10911535" cy="41605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180015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乙酸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CH3COOH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-COOH羧基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酸&gt;碳酸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酯化:酸脱-OH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醇脱-H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→酯+H2O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Na2CO3:吸醇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中和降溶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393338" cy="3200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67712"/>
            <a:ext cx="2936138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乙酸为什么能除去水垢（主要CaCO3）？写出相关方程式。2. 写出乙酸与乙醇酯化反应的化学方程式，并说明酯化反应的机理。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9178" y="2103120"/>
            <a:ext cx="3393338" cy="3200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7778" y="2267712"/>
            <a:ext cx="2936138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酯化反应产物用饱和Na2CO3溶液接收，为什么不用NaOH溶液？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8276" y="2103120"/>
            <a:ext cx="3393338" cy="3200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6876" y="2267712"/>
            <a:ext cx="2936138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拓展 · 延伸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联系生活或后续课题，举一例说明本课知识的应用。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440680"/>
            <a:ext cx="10911535" cy="914400"/>
          </a:xfrm>
          <a:prstGeom prst="roundRect">
            <a:avLst/>
          </a:prstGeom>
          <a:solidFill>
            <a:srgbClr val="E7DFD2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5650992"/>
            <a:ext cx="54864" cy="2794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5532120"/>
            <a:ext cx="100885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本单元主线：有机化合物 —— 乙酸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本课收束与衔接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10911535" cy="420624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18001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● 所在单元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4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   必修第二册 · 第7章 有机化合物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● ① 结构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4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   CH3COOH，官能团-COOH。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● ② 弱酸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4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   CH3COOH⇌CH3COO-+H+，酸性&gt;碳酸(与Na2CO3放CO2)。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● 下节课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4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   下节课基本营养物质(糖、油脂、蛋白质)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