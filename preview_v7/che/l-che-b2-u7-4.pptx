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化学 · 必修第二册 · 第7单元 有机化合物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乙酸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宏观辨识与微观探析：描述乙酸的结构与弱酸性。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变化观念与平衡思想：认识酯化反应的可逆性与机理(酸脱羟基、醇脱氢)。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证据推理与模型认知：用羧基模型解释乙酸酸性与酯化。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科学探究与创新意识：通过酯化实验探究乙酸乙酯的生成与提纯。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乙酸CH3COOH含羧基(-COOH)，弱酸(酸性强于碳酸，与Na2CO3放CO2)。特征反应是酯化：与乙醇在浓硫酸催化下生成乙酸乙酯(香味)，机理为"酸脱羟基、醇脱氢"。认识羧基决定酸性与酯化。</a:t>
            </a:r>
          </a:p>
        </p:txBody>
      </p:sp>
      <p:pic>
        <p:nvPicPr>
          <p:cNvPr id="6" name="Picture 5" descr="craft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craft.jpg）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结构：CH3COOH，官能团-COOH。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弱酸：CH3COOH⇌CH3COO-+H+，酸性&gt;碳酸(与Na2CO3放CO2)。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酯化：CH3COOH+CH3CH2OH⇌CH3COOCH2CH3+H2O(浓H2SO4，酸脱-OH醇脱-H)。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饱和Na2CO3：吸醇、中和酸、降酯溶解。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弱酸性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酯化反应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机理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提纯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酯化机理。原因：水由酸脱羟基、醇脱氢结合而成，常误写错来源，需"酸脱羟醇脱氢"。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弱酸性。原因：乙酸是弱酸(部分电离)，但强于碳酸，易误判强弱。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Na2CO3作用。原因：三重作用(吸醇、中和、降溶)需记全。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乙酸 ──┐
│ CH3COOH │
│ -COOH羧基 │
│ 酸&gt;碳酸 │
│ 酯化:酸脱-OH│
│ 醇脱-H │
│ →酯+H2O │
│ Na2CO3:吸醇 │
│ 中和降溶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乙酸为什么能除去水垢（主要CaCO3）？写出相关方程式。2. 写出乙酸与乙醇酯化反应的化学方程式，并说明酯化反应的机理。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【提高作业】酯化反应产物用饱和Na2CO3溶液接收，为什么不用NaOH溶液？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本单元主题：有机化合物。把今天学到的方法带进下一篇——自己读、自己想、自己写。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