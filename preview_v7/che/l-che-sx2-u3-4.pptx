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第3单元 晶体结构与性质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金属晶体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宏观辨识与微观探析：描述金属晶体的构成与金属键本质。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变化观念与平衡思想：认识金属键无方向性导致密堆积。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证据推理与模型认知：用电子气理论解释金属导电、导热、延展性。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科学探究与创新意识：通过堆积模型认识配位数与空间利用率。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金属晶体由金属阳离子和自由电子通过金属键结合。电子气理论：金属原子脱落的价电子形成"电子气"在阳离子间自由运动，使金属具导电性、导热性、延展性。金属原子密堆积：简单立方(少)、体心立方(bcc,配位8)、面心立方(fcc,配位12)、六方最密(hcp,配位12)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金属键：金属阳离子+自由电子(电子气)间的作用,无方向性。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电子气理论：自由电子定向移动→导电;碰撞传能→导热;滑动不破键→延展。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堆积：简单立方(配6,少)、bcc(配8)、fcc(配12)、hcp(配12,最密)。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性质：金属通性源于自由电子。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电子气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通性机理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堆积模型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配位数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金属键本质。原因：金属键是阳离子浸在电子气中,非"离子键"(无阴离子)也非共价键,易误归为离子键,需澄清。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自由电子。原因：自由电子来自价电子"离域"而非金属原子变离子(整体电中性),易误解为纯离子,需说明。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堆积配位。原因：bcc配8、fcc/hcp配12易混;最密堆积空间利用率74%需记,易错。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金属晶体 ──┐
│ 阳离子+电子气│
│ 金属键无方向 │
│ 导电导热延展│
│ 堆积:bcc配8 │
│ fcc/hcp配12 │
│ 最密74% │
│ 非离子键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金属键的本质是什么？它和离子键有何不同？2. 用电子气理论说明金属为什么能导电、导热、有延展性。3. 体心立方(bcc)和面心立方(fcc)的配位数各是多少？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【提高作业】为什么金属一般具有延展性而多数离子晶体一敲就碎？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本单元主题：晶体结构与性质。把今天学到的方法带进下一篇——自己读、自己想、自己写。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