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分子晶体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宏观辨识与微观探析：描述分子晶体的构成微粒与微粒间作用。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变化观念与平衡思想：认识分子间作用力弱决定低熔沸点。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证据推理与模型认知：用氢键解释冰密度反常与干冰堆积。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科学探究与创新意识：通过模型对比分子晶体结构特点。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晶体中微粒为分子(少数如稀有气体为单原子)，分子间通过分子间作用力(范德华力、氢键)结合，分子内为共价键。分子间力弱→熔沸点低、硬度小、不导电。典型：干冰(CO2,面心立方,只范德华力)、冰(H2O,含氢键,密度反常)、I2、白磷、多数有机物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构成：微粒为分子(或单原子如稀有气体);分子间靠范德华力/氢键,分子内为共价键。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性质：熔沸点低、硬度小、不导电(无自由离子/电子)。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干冰：CO2面心立方,仅范德华力,密堆积。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冰：H2O含氢键,四面体氢键网,密度&lt;水(反常)。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干冰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性质归纳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内/间作用混。原因：分子内共价键与分子间力是两回事,分子晶体"弱结合"指分子间力,易误以为靠共价键,需分清。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不导电原因。原因：分子晶体无自由移动的离子或电子,熔融/固态均不导电(与离子晶体不同),易错。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冰反常。原因：冰中氢键成四面体网使分子间距大、密度小于水,与常见"固态更密"反,需强调。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分子晶体 ──┐
│ 微粒:分子 │
│ 结合:分子间力│
│ (范德华/氢键)│
│ 分子内:共价键│
│ 低熔沸点不导电│
│ 干冰:密堆积 │
│ 冰:氢键网 │
│ 冰浮于水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分子晶体中微粒之间靠什么作用结合？分子内又是什么作用？2. 为什么分子晶体一般熔沸点低且不导电？3. 为什么冰的密度比水小？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【提高作业】干冰和冰都是分子晶体，为什么冰的熔点远高于干冰？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