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第8单元 化学与可持续发展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化学品的合理使用与绿色化学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宏观辨识与微观探析：列举化肥、农药、药物的作用与合理使用的意义。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变化观念与平衡思想：认识物质两面性(利用与危害并存)。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证据推理与模型认知：用原子经济性概念评价化学反应的环境友好度。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科学态度与社会责任：树立绿色化学与可持续发展观念。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认识化肥(氮磷钾)、农药、常见药物(如阿司匹林)的作用与合理使用；理解不当使用造成的水体富营养化、残留污染。树立绿色化学观念：从源头减少或消除污染(原子经济性)，优于末端治理。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化肥：氮(叶)、磷(果)、钾(茎)肥，过量→水体富营养化。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农药：杀虫杀菌，但残留污染，需低毒可降解。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药物：如阿司匹林(乙酰水杨酸)解热镇痛，须按剂量。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绿色化学：原子经济、源头减废、预防优于治理。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农药与药物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污染案例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绿色化学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原子经济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化肥症状。原因：氮磷钾缺乏对应不同部位(叶/根果/茎)，易混。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原子经济。原因：指目标产物质量占反应物总质量比，尽可能100%，概念抽象。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预防vs治理。原因：绿色化学重源头预防，传统重末端治理，需转变观念。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绿色化学 ──┐
│ 化肥:N叶P果 │
│ K茎,过量富营养│
│ 农药:低毒可降 │
│ 解 │
│ 绿色化学: │
│ 源头预防 │
│ 原子经济↑ │
│ 预防&gt;治理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氮、磷、钾化肥分别对植物生长起什么作用？2. 什么是绿色化学？其核心思想是什么？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【提高作业】从原子经济性角度，比较加成反应和取代反应哪个更环境友好？为什么？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本单元主题：化学与可持续发展。把今天学到的方法带进下一篇——自己读、自己想、自己写。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