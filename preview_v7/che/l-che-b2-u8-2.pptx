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必修第二册 · 第8章 化学与可持续发展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化学品的合理使用与绿色化学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第2课 · 学生课堂版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10911535" cy="2331720"/>
          </a:xfrm>
          <a:prstGeom prst="round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化学 · 有机与能量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本课件按规范以学科色块呈现，不套用无关配图。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列举化肥、农药、药物的作用与合理使用的意义。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认识物质两面性(利用与危害并存)。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用原子经济性概念评价化学反应的环境友好度。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科学态度与社会责任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树立绿色化学与可持续发展观念。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 · 权威来源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教材分析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认识化肥(氮磷钾)、农药、常见药物(如阿司匹林)的作用与合理使用；理解不当使用造成的水体富营养化、残留污染。树立绿色化学观念：从源头减少或消除污染(原子经济性)，优于末端治理。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ACS / 美国环保署(EPA)：绿色化学 12 原则由 Anastas 与 Warner 于 1998 年提出，核心为源头预防污染、原子经济性。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Britannica：绿色化学旨在设计化学产品与工艺，从源头减少或消除有害物质。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① 化肥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氮(叶)、磷(果)、钾(茎)肥，过量→水体富营养化。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② 农药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杀虫杀菌，但残留污染，需低毒可降解。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③ 药物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如阿司匹林(乙酰水杨酸)解热镇痛，须按剂量。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④ 绿色化学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原子经济、源头减废、预防优于治理。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学习方法建议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案例(富营养化)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通过真实案例理解知识的应用价值。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讲解(绿色化学原则)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抓住核心概念，建立清晰框架。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讨论(合理用药)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参与讨论，在交流中澄清认识。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价值引领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联系社会价值，体会学科意义。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易错与突破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化肥症状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原因：氮磷钾缺乏对应不同部位(叶/根果/茎)，易混。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原子经济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原因：指目标产物质量占反应物总质量比，尽可能100%，概念抽象。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预防vs治理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原因：绿色化学重源头预防，传统重末端治理，需转变观念。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本课板书要点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41605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绿色化学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化肥:N叶P果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K茎,过量富营养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农药:低毒可降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解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绿色化学: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源头预防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原子经济↑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预防&gt;治理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氮、磷、钾化肥分别对植物生长起什么作用？2. 什么是绿色化学？其核心思想是什么？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从原子经济性角度，比较加成反应和取代反应哪个更环境友好？为什么？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拓展 · 延伸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联系生活或后续课题，举一例说明本课知识的应用。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440680"/>
            <a:ext cx="10911535" cy="914400"/>
          </a:xfrm>
          <a:prstGeom prst="roundRect">
            <a:avLst/>
          </a:prstGeom>
          <a:solidFill>
            <a:srgbClr val="E7DFD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5650992"/>
            <a:ext cx="54864" cy="2794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532120"/>
            <a:ext cx="100885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本单元主线：化学与可持续发展 —— 化学品的合理使用与绿色化学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本课收束与衔接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8001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所在单元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必修第二册 · 第8章 化学与可持续发展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① 化肥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氮(叶)、磷(果)、钾(茎)肥，过量→水体富营养化。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② 农药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杀虫杀菌，但残留污染，需低毒可降解。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下节课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必修第二册完成，进入选必一化学反应原理（反应热与焓变）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