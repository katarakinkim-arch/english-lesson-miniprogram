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必修第一册 · 第2单元 · 海水中的重要元素——钠和氯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气体摩尔体积 物质的量浓度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63240"/>
            <a:ext cx="201168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同温同压下气体体积主要取决于分子数。</a:t>
            </a:r>
          </a:p>
          <a:p>
            <a:pPr algn="l"/>
            <a:r>
              <a:rPr sz="13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学生课堂版 · 化学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必修第一册 · 第6课时 · 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94411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37435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10587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03704"/>
            <a:ext cx="2377440" cy="834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宏观辨识与微观探析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67128"/>
            <a:ext cx="7253935" cy="889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理解同温同压下气体体积与分子数的关系。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66110"/>
            <a:ext cx="10911535" cy="94411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3446145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519297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12414"/>
            <a:ext cx="2377440" cy="834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变化观念与平衡思想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75838"/>
            <a:ext cx="7253935" cy="889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认识标准状况下Vm≈22.4 L/mol的适用条件。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74820"/>
            <a:ext cx="10911535" cy="94411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4554855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628007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21124"/>
            <a:ext cx="2377440" cy="834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证据推理与模型认知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384548"/>
            <a:ext cx="7253935" cy="889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掌握c=n/V计算与一定浓度溶液的配制步骤。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83530"/>
            <a:ext cx="10911535" cy="94411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" y="5663565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736717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529834"/>
            <a:ext cx="2377440" cy="834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科学探究与创新意识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493258"/>
            <a:ext cx="7253935" cy="889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通过配制溶液训练定量实验操作与误差分析。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教材定位与权威调研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599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同温同压下气体体积主要取决于分子数。标准状况(0℃、101kPa)下1 mol任何气体体积约22.4 L，即Vm≈22.4 L/mol。引出物质的量浓度c=n/V(单位L)，学习一定物质的量浓度溶液的配制(计算、称量、溶解、定容)。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2011680"/>
            <a:ext cx="5227167" cy="3931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1488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权威来源（联网核实）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697480"/>
            <a:ext cx="467852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科普中国《气体摩尔体积》：标况(0℃,101.325kPa) Vm≈22.4 L/mol，决定于分子间平均距离。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百度百科《标准状况》：STP 为 0℃、101.325 kPa。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603504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本课件未使用无关配图（学科色块呈现）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453563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453563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1996363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标况(0℃,101kPa)下气体Vm≈22.4 L/mol。V=n×Vm。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03120"/>
            <a:ext cx="2453563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03120"/>
            <a:ext cx="2453563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19456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8003" y="2788920"/>
            <a:ext cx="1996363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适用前提:标况+气体(非液体固体)。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03120"/>
            <a:ext cx="2453563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03120"/>
            <a:ext cx="2453563" cy="5029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19456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788920"/>
            <a:ext cx="1996363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物质的量浓度c=n/V(溶液,L)。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03120"/>
            <a:ext cx="2453563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03120"/>
            <a:ext cx="2453563" cy="50292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19456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651" y="2788920"/>
            <a:ext cx="1996363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配制:计算→称量→溶解→转移→洗涤→定容→摇匀。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学习方法与招牌招式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72887" cy="16916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2424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微观动画(气体体积)。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011680"/>
            <a:ext cx="5272887" cy="16916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3047" y="2240280"/>
            <a:ext cx="472424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前提强调法。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5272887" cy="16916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72424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配制演示。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3931920"/>
            <a:ext cx="5272887" cy="16916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4160520"/>
            <a:ext cx="472424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误差分析。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669280"/>
            <a:ext cx="10911535" cy="868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79008"/>
            <a:ext cx="103628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招牌招式 · 22.4 L/mol 先画“红线”：标况+气体两条都满足才用；定容俯视/仰视用图判断。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393338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31720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22.4前提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原因：非标况、非气体(如水、SO3)误用22.4，需红线。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03120"/>
            <a:ext cx="3393338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33172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37744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331720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定容误差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06324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原因：仰视使液面高实际稀(浓度偏小)，俯视反之，易反。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03120"/>
            <a:ext cx="3393338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33172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37744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331720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V是溶液体积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06324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原因：c中V指最终溶液体积非加水体积，易混。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11535" cy="42062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10180015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气体摩尔体积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标况Vm≈22.4L/mol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V=n×Vm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前提:标况+气体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c=n/V(mol/L)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V=溶液体积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配制7步: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算→称→溶→转→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洗→定容→摇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仰视c偏小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 · 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272887" cy="30175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272887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724247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标准状况下11.2 L CO2的物质的量是多少？含多少分子？2. 配制0.1 mol/L NaCl溶液100 mL需NaCl多少克？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03120"/>
            <a:ext cx="5272887" cy="30175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03120"/>
            <a:ext cx="5272887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19456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34640"/>
            <a:ext cx="4724247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定容时俯视刻度线，所配溶液浓度偏大还是偏小？为什么？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49240"/>
            <a:ext cx="10911535" cy="9601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58968"/>
            <a:ext cx="103628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拓展衔接：第三章铁及其化合物——先学铁单质与氧化物。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第2单元 · 海水中的重要元素——钠和氯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本课要点回顾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599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① 标况(0℃,101kPa)下气体Vm≈22.4 L/mol。V=n×Vm。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② 适用前提:标况+气体(非液体固体)。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③ 物质的量浓度c=n/V(溶液,L)。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2011680"/>
            <a:ext cx="5227167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194560"/>
            <a:ext cx="4678527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单元主线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海水中的重要元素——钠和氯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本课为第6课时，是单元知识链的一环。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拓展衔接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第三章铁及其化合物——先学铁单质与氧化物。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