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第2单元 海水中的重要元素——钠和氯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气体摩尔体积 物质的量浓度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宏观辨识与微观探析：理解同温同压下气体体积与分子数的关系。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变化观念与平衡思想：认识标准状况下Vm≈22.4 L/mol的适用条件。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证据推理与模型认知：掌握c=n/V计算与一定浓度溶液的配制步骤。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科学探究与创新意识：通过配制溶液训练定量实验操作与误差分析。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同温同压下气体体积主要取决于分子数。标准状况(0℃、101kPa)下1 mol任何气体体积约22.4 L，即Vm≈22.4 L/mol。引出物质的量浓度c=n/V(单位L)，学习一定物质的量浓度溶液的配制(计算、称量、溶解、定容)。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标况(0℃,101kPa)下气体Vm≈22.4 L/mol。V=n×Vm。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适用前提:标况+气体(非液体固体)。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物质的量浓度c=n/V(溶液,L)。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配制:计算→称量→溶解→转移→洗涤→定容→摇匀。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标况Vm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使用前提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物质的量浓度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配制步骤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误差分析+作业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22.4前提。原因：非标况、非气体(如水、SO3)误用22.4，需红线。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定容误差。原因：仰视使液面高实际稀(浓度偏小)，俯视反之，易反。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V是溶液体积。原因：c中V指最终溶液体积非加水体积，易混。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气体摩尔体积 ──┐
│ 标况Vm≈22.4L/mol│
│ V=n×Vm │
│ 前提:标况+气体 │
│ c=n/V(mol/L) │
│ V=溶液体积 │
│ 配制7步: │
│ 算→称→溶→转→ │
│ 洗→定容→摇 │
│ 仰视c偏小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标准状况下11.2 L CO2的物质的量是多少？含多少分子？2. 配制0.1 mol/L NaCl溶液100 mL需NaCl多少克？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【提高作业】定容时俯视刻度线，所配溶液浓度偏大还是偏小？为什么？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本单元主题：海水中的重要元素——钠和氯。把今天学到的方法带进下一篇——自己读、自己想、自己写。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