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第8单元 化学与可持续发展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自然资源的开发利用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宏观辨识与微观探析：列举常见金属的冶炼方法及依据。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变化观念与平衡思想：认识不同活泼性金属对应不同还原途径。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证据推理与模型认知：用金属活动性顺序推断冶炼方法。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科学态度与社会责任：认识海水资源综合利用与可持续发展。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根据金属活动性选择冶炼方法：活泼金属(K~Al)电解法、中等(Al~Cu)热还原法(用C/CO/Al)、不活泼(Hg/Ag)热分解。海水是元素宝库(提Mg、Br、I)。认识化学在资源利用中的核心作用。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活泼(K~Al)：电解法(2Al2O3=4Al+3O2,冰晶石降熔点)。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中等(Zn~Cu)：热还原(C/CO/Al,如Fe2O3+3CO=2Fe+3CO2;铝热)。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不活泼(Hg~Ag)：热分解(2HgO=2Hg+O2)。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海水提镁：石灰乳→Mg(OH)2→MgCl2→电解。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电解法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热还原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热分解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海水提镁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方法选择。原因：须按活泼性(K~Al电解、中等热还原、不活泼热分)选，易张冠李戴。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冰晶石。原因：电解Al2O3加冰晶石是降熔点，非反应物，易误解。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海水提镁流程。原因：步骤多(沉淀→中和→电解)，顺序易乱。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资源开发 ──┐
│ 活泼K~Al:电解│
│ 2Al2O3=4Al+ │
│ 3O2(冰晶石) │
│ 中等Zn~Cu:热还│
│ Fe2O3+3CO= │
│ 2Fe+3CO2 │
│ 不活泼:热分解 │
│ 海水提镁:沉→ │
│ 溶→电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工业上冶炼金属一般按什么规律选择方法？2. 写出电解氧化铝和用CO还原氧化铁的化学方程式。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【提高作业】从海水中提取镁，为什么要先转化为Mg(OH)2再转为MgCl2，而不是直接电解海水？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本单元主题：化学与可持续发展。把今天学到的方法带进下一篇——自己读、自己想、自己写。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