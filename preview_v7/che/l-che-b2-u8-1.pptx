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必修第二册 · 第8章 化学与可持续发展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自然资源的开发利用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第1课 · 学生课堂版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911535" cy="2331720"/>
          </a:xfrm>
          <a:prstGeom prst="round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 · 有机与能量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本课件按规范以学科色块呈现，不套用无关配图。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列举常见金属的冶炼方法及依据。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认识不同活泼性金属对应不同还原途径。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用金属活动性顺序推断冶炼方法。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科学态度与社会责任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认识海水资源综合利用与可持续发展。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教材分析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根据金属活动性选择冶炼方法：活泼金属(K~Al)电解法、中等(Al~Cu)热还原法(用C/CO/Al)、不活泼(Hg/Ag)热分解。海水是元素宝库(提Mg、Br、I)。认识化学在资源利用中的核心作用。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CIE iGCSE 金属冶炼：活泼金属(K~Al)电解；中等(Zn~Cu)热还原；不活泼(Hg~Ag)热分解。冰晶石将 Al₂O₃ 熔点由约2050℃降至约950℃。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Hall–Héroult 法(1886)：电解熔融 Al₂O₃(冰晶石)制铝。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活泼(K~Al)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电解法(2Al2O3=4Al+3O2,冰晶石降熔点)。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中等(Zn~Cu)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热还原(C/CO/Al,如Fe2O3+3CO=2Fe+3CO2;铝热)。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③ 不活泼(Hg~Ag)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热分解(2HgO=2Hg+O2)。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④ 海水提镁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石灰乳→Mg(OH)2→MgCl2→电解。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活动性顺序表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用「活动性顺序表」帮助理解与记忆。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方法归纳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自行归纳方法规律，形成知识网络。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铝热演示(视频)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用「铝热演示(视频)」帮助理解与记忆。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流程(海水提镁)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按步骤梳理流程，避免顺序混乱。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易错与突破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方法选择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原因：须按活泼性(K~Al电解、中等热还原、不活泼热分)选，易张冠李戴。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冰晶石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原因：电解Al2O3加冰晶石是降熔点，非反应物，易误解。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海水提镁流程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原因：步骤多(沉淀→中和→电解)，顺序易乱。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本课板书要点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资源开发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活泼K~Al:电解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2Al2O3=4Al+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3O2(冰晶石)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中等Zn~Cu:热还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Fe2O3+3CO=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2Fe+3CO2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不活泼:热分解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海水提镁:沉→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溶→电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工业上冶炼金属一般按什么规律选择方法？2. 写出电解氧化铝和用CO还原氧化铁的化学方程式。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从海水中提取镁，为什么要先转化为Mg(OH)2再转为MgCl2，而不是直接电解海水？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延伸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联系生活或后续课题，举一例说明本课知识的应用。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9144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5650992"/>
            <a:ext cx="54864" cy="2794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32120"/>
            <a:ext cx="10088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本单元主线：化学与可持续发展 —— 自然资源的开发利用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本课收束与衔接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所在单元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必修第二册 · 第8章 化学与可持续发展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① 活泼(K~Al)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电解法(2Al2O3=4Al+3O2,冰晶石降熔点)。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② 中等(Zn~Cu)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热还原(C/CO/Al,如Fe2O3+3CO=2Fe+3CO2;铝热)。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下节课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下节课化学品的合理使用与绿色化学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