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第3单元 晶体结构与性质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共价晶体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宏观辨识与微观探析：描述共价晶体的空间网状结构。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变化观念与平衡思想：认识强共价键网状决定高熔硬性质。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证据推理与模型认知：用成键特点解释金刚石、SiO2性质。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科学探究与创新意识：通过模型建构共价晶体三维网络。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价晶体(原子晶体)中相邻原子以共价键结合成三维空间网状结构，不存在独立分子。因共价键强且形成网状，故熔点高、硬度大、不导电(除半导体)。典型：金刚石(C-C正四面体网状,最硬)、SiO2(每个Si连4个O,每个O连2个Si,形成网状)、SiC、晶体硅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结构：原子以共价键形成三维空间网状,无独立分子(化学式表原子个数比)。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性质：共价键强→熔点高、硬度大;无自由电子→一般不导电(硅锗半导体)。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金刚石：每个C连4个C,正四面体,sp3,最硬。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SiO2：Si连4个O,O连2个Si,共价网状(与CO2分子晶体相反)。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金刚石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SiO2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无分子。原因：共价晶体无独立分子,SiO2是"原子比"非"分子式",易误当分子,需澄清。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SiO2结构。原因：每个Si连4O、每个O连2Si(非4),网状,与金刚石类比易错画,需明确。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导电性。原因：一般不导电因无自由电子,但晶体硅/锗是半导体可导电,易绝对化,需限定。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共价晶体 ──┐
│ 原子共价成网│
│ 无独立分子 │
│ 金刚石:C连4C│
│ sp3正四面体 │
│ SiO2:Si连4O│
│ O连2Si │
│ 高熔硬不导电│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共价晶体中是否存在独立分子？SiO2中的"2"表示什么？2. 为什么金刚石是自然界最硬的物质？3. 共价晶体一般为何不导电？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【提高作业】CO2和SiO2都只含C、O两种元素，但前者是分子晶体、后者是共价晶体，性质差异巨大，这说明了什么化学原理？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本单元主题：晶体结构与性质。把今天学到的方法带进下一篇——自己读、自己想、自己写。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