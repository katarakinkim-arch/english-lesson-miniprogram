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化学 · 选择性必修1 化学反应原理 · 第3单元 水溶液中的离子反应与平衡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盐类的水解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宏观辨识与微观探析：解释盐溶液酸碱性的原因。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变化观念与平衡思想：认识水解是水的电离平衡被盐中弱离子移动的结果。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证据推理与模型认知：用"谁弱谁水解、谁强显谁性"判断盐溶液酸碱性。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科学探究与创新意识：通过实验测定不同盐溶液的pH。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盐溶于水后，弱酸根或弱碱阳离子与水电离的H+或OH-结合，使水的电离平衡移动，溶液呈酸性或碱性。规律：谁弱谁水解、谁强显谁性(强酸弱碱盐显酸性、强碱弱酸盐显碱性、强酸强碱盐不水解中性)。水解程度小，用可逆号。</a:t>
            </a:r>
          </a:p>
        </p:txBody>
      </p:sp>
      <p:pic>
        <p:nvPicPr>
          <p:cNvPr id="6" name="Picture 5" descr="craft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craft.jpg）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实质：弱离子+水电离H+/OH-→弱电解质，促水电离。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规律：强酸弱碱盐显酸；强碱弱酸盐显碱；强酸强碱盐不水解显中。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写法：用⇌，只写一步(如CO3^2-+H2O⇌HCO3-+OH-)。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程度小：水解微弱，一般不写沉淀/气体。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四类型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规律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水解方程式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应用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谁水解。原因：仅弱离子(弱酸根、弱碱阳离子)水解,强离子不水解,易记反。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显色判断。原因："谁强显谁性"——强酸弱碱盐显酸(如NH4Cl),易混。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微弱性。原因：水解是平衡(⇌),程度小,不能写成完全生成沉淀气体,易错。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盐类水解 ──┐
│ 弱离子夺H+/OH-│
│ 促水电离 │
│ 谁弱谁水解 │
│ 谁强显谁性 │
│ NH4Cl:酸 │
│ CH3COONa:碱 │
│ CO3^2-+H2O⇌ │
│ HCO3-+OH-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盐类水解的实质是什么？2. 判断下列溶液酸碱性：NH4Cl、CH3COONa、NaCl、Al2(SO4)3。3. 写出CO3^2-水解的离子方程式。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【提高作业】为什么向Na2CO3溶液中滴加酚酞会变红？加热后红色变深还是变浅？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本单元主题：水溶液中的离子反应与平衡。把今天学到的方法带进下一篇——自己读、自己想、自己写。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