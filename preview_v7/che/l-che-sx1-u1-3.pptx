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第1单元 化学反应与能量变化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燃烧热 中和热与能源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宏观辨识与微观探析：描述燃烧热、中和热的定义与测定条件。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变化观念与平衡思想：认识能量转化与能源利用的可持续性。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证据推理与模型认知：用定义判断稳定产物，计算反应热。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科学态度与社会责任：认识能源结构与新能源开发的现实意义。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燃烧热：101 kPa下1 mol可燃物完全燃烧生成稳定产物(CO2(g)、H2O(l))所放热量。中和热：稀强酸强碱中和生成1 mol H2O所放热量(约57.3 kJ/mol)。认识化石能源与新能源、能源效率。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燃烧热：101kPa、1 mol可燃物完全燃烧生成稳定氧化物(CO2(g)、H2O(l))的ΔH。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中和热：稀强酸强碱生成1 mol H2O放热≈57.3 kJ/mol。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稳定产物：C→CO2(g)、H→H2O(l)、S→SO2(g)。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能源：化石(不可再生)、新能源(太阳能/氢能)。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稳定产物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中和热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能源结构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新能源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1 mol基准。原因：燃烧热以1 mol可燃物(非O2)为基准，系数须调成可燃物为1，易错。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稳定产物。原因：水写H2O(l)非(g)，碳写CO2非CO，易错。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中和热条件。原因：限稀溶液、强酸强碱，否则偏离57.3，易忽略。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燃烧热中和热 ──┐
│ 燃烧热:1mol可燃物│
│ →稳定氧化物 │
│ C→CO2(g) │
│ H→H2O(l) │
│ 中和热:稀强酸碱│
│ 1molH2O≈57.3 │
│ 化石+新能源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什么是燃烧热？书写燃烧热热化学方程式时为什么水要写成H2O(l)？2. 中和热的条件是什么？数值约为多少？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【提高作业】已知CH4燃烧热为-890.3 kJ/mol，写出其燃烧热的热化学方程式。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本单元主题：化学反应与能量变化。把今天学到的方法带进下一篇——自己读、自己想、自己写。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