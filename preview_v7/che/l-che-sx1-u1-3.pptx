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572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选择性必修1 化学反应原理 · 第1章 化学反应与能量变化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燃烧热 中和热与能源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第3课 · 学生课堂版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10911535" cy="2331720"/>
          </a:xfrm>
          <a:prstGeom prst="round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化学 · 有机与能量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本课件按规范以学科色块呈现，不套用无关配图。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本课件未使用无关配图（按规范以学科色块呈现）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描述燃烧热、中和热的定义与测定条件。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057400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221992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认识能量转化与能源利用的可持续性。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39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70831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用定义判断稳定产物，计算反应热。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4206239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4370831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科学态度与社会责任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认识能源结构与新能源开发的现实意义。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 · 权威来源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教材分析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燃烧热：101 kPa下1 mol可燃物完全燃烧生成稳定产物(CO2(g)、H2O(l))所放热量。中和热：稀强酸强碱中和生成1 mol H2O所放热量(约57.3 kJ/mol)。认识化石能源与新能源、能源效率。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5176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Studysmarter：标准燃烧热指 101 kPa 下 1 mol 可燃物完全燃烧生成稳定氧化物(CO₂(g)、H₂O(l))的焓变，恒为放热。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Vedantu：强酸强碱中和热约 −57.3 kJ/mol，本质 H⁺(aq)+OH⁻(aq)→H₂O(l)。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本课件未使用无关配图（按规范以学科色块呈现）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① 燃烧热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101kPa、1 mol可燃物完全燃烧生成稳定氧化物(CO2(g)、H2O(l))的ΔH。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057400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221992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② 中和热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稀强酸强碱生成1 mol H2O放热≈57.3 kJ/mol。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39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70831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③ 稳定产物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C→CO2(g)、H→H2O(l)、S→SO2(g)。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4206239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4370831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④ 能源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化石(不可再生)、新能源(太阳能/氢能)。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定义剖析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逐字剖析定义中的限定条件。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057400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221992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稳定产物判断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多做判断练习，巩固稳定产物识别。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39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70831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能源讨论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参与讨论，在交流中澄清认识。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4206239"/>
            <a:ext cx="5318607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4370831"/>
            <a:ext cx="4861407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数据计算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30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动手列式计算，巩固定量关系。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易错与突破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93338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936138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1 mol基准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2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原因：燃烧热以1 mol可燃物(非O2)为基准，系数须调成可燃物为1，易错。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2103120"/>
            <a:ext cx="3393338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2267712"/>
            <a:ext cx="2936138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稳定产物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2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原因：水写H2O(l)非(g)，碳写CO2非CO，易错。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6" y="2103120"/>
            <a:ext cx="3393338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6876" y="2267712"/>
            <a:ext cx="2936138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中和热条件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2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原因：限稀溶液、强酸强碱，否则偏离57.3，易忽略。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本课板书要点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10911535" cy="41605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燃烧热中和热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燃烧热:1mol可燃物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→稳定氧化物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C→CO2(g)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H→H2O(l)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中和热:稀强酸碱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1molH2O≈57.3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化石+新能源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93338" cy="3200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936138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2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什么是燃烧热？书写燃烧热热化学方程式时为什么水要写成H2O(l)？2. 中和热的条件是什么？数值约为多少？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2103120"/>
            <a:ext cx="3393338" cy="3200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2267712"/>
            <a:ext cx="2936138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2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已知CH4燃烧热为-890.3 kJ/mol，写出其燃烧热的热化学方程式。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6" y="2103120"/>
            <a:ext cx="3393338" cy="3200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6876" y="2267712"/>
            <a:ext cx="2936138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延伸</a:t>
            </a: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sz="125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联系生活或后续课题，举一例说明本课知识的应用。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40680"/>
            <a:ext cx="10911535" cy="914400"/>
          </a:xfrm>
          <a:prstGeom prst="roundRect">
            <a:avLst/>
          </a:prstGeom>
          <a:solidFill>
            <a:srgbClr val="E7DFD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5650992"/>
            <a:ext cx="54864" cy="2794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532120"/>
            <a:ext cx="100885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本单元主线：化学反应与能量变化 —— 燃烧热 中和热与能源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本课收束与衔接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● 所在单元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   选择性必修1 化学反应原理 · 第1章 化学反应与能量变化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● ① 燃烧热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   101kPa、1 mol可燃物完全燃烧生成稳定氧化物(CO2(g)、H2O(l))的ΔH。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● ② 中和热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   稀强酸强碱生成1 mol H2O放热≈57.3 kJ/mol。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● 下节课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   下节课盖斯定律——反应热只与始末态有关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