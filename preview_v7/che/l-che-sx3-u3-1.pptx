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第3单元 生物大分子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糖类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宏观辨识与微观探析：描述糖类的分类与葡萄糖结构。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变化观念与平衡思想：认识单糖、二糖、多糖的转化关系。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证据推理与模型认知：用官能团解释糖的还原性与显色。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科学探究与创新意识：通过实验(银镜、碘水)检验糖。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糖类为多羟基醛/酮或水解产物。单糖(葡萄糖C6H12O6、果糖)不能水解；葡萄糖有醛基(银镜、砖红)和多个羟基(酯化)。二糖(蔗糖、麦芽糖)水解为两单糖，麦芽糖有还原性、蔗糖无。多糖(淀粉、纤维素)由葡萄糖单元聚合，(C6H10O5)n，淀粉遇碘蓝、可水解为葡萄糖，纤维素可酯化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分类:单糖(葡萄糖/果糖,不水解)、二糖(蔗糖/麦芽糖)、多糖(淀粉/纤维素,(C6H10O5)n)。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葡萄糖:多羟基醛,有醛基(银镜、砖红)、多-OH(酯化)。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二糖:麦芽糖有还原性(含醛基),蔗糖无(无游离醛基)。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多糖:淀粉遇碘蓝、水解为葡萄糖;纤维素可酯化制硝酸纤维。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葡萄糖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还原性检验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二糖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多糖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还原性来源。原因：糖的还原性来自"游离醛基(或酮基变醛)",蔗糖无游离醛基故不还原,麦芽糖有,易混,需看是否含游离醛基。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淀粉/纤维素。原因：二者同由葡萄糖单元构成但糖苷键连接方式不同,性质(如人类消化、酯化)异,易视为相同,需强调连接差异。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糖类定义。原因：糖类并非"甜的物质",如淀粉不甜却是糖;也不都符合Cn(H2O)m(如脱氧糖),易以甜度判糖,需澄清。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糖类 ──┐
│ 单/二/多糖 │
│ 葡萄糖:醛+多│
│ OH→还原/酯化│
│ 蔗糖无还原 │
│ 麦芽糖有 │
│ 淀粉碘蓝 │
│ (C6H10O5)n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糖类分为哪几类？各举一例。2. 葡萄糖分子中有哪些官能团？这使它表现出什么性质？3. 为什么蔗糖没有还原性而麦芽糖有？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【提高作业】淀粉和纤维素的组成单元都是葡萄糖，为什么人类能消化淀粉却不能消化纤维素？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本单元主题：生物大分子。把今天学到的方法带进下一篇——自己读、自己想、自己写。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