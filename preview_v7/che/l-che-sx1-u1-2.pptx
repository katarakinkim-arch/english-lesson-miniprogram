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选择性必修1 化学反应原理 · 第1章 化学反应与能量变化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热化学方程式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第2课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说明热化学方程式与普通方程式的区别。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认识ΔH随化学计量数成正比变化。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正确书写带物质状态和ΔH的热化学方程式。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通过对比体会状态对反应热的影响。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热化学方程式在化学方程式中注明物质聚集状态(s、l、g、aq)和反应热ΔH。其系数代表物质的量，可用分数；ΔH与计量数成正比；正逆反应ΔH数值相等符号相反；同素异形体需注明。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中学化学教学：热化学方程式必须注明物质状态(s/l/g/aq)；系数表物质的量，可用分数；ΔH 与计量数成正比，逆反应变号。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Chem LibreTexts：状态不同反应热不同（如 H₂O(g) 与 H₂O(l) 相差汽化热）。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必须注明物质状态(s/l/g/aq)。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系数表示物质的量，可用分数。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ΔH与计量数成正比；逆反应ΔH变号。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同素异形体需注明(如C石墨)。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对比(普通vs热化学)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用对比表区分易混概念，理清差异。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书写训练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用「书写训练」帮助理解与记忆。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状态影响讲解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抓住核心概念，建立清晰框架。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错例法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研究典型错例，避免重蹈覆辙。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状态必不可少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原因：同一反应不同状态ΔH不同(如H2O(g)与(l)差汽化热)，漏写即错。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系数与ΔH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原因：系数加倍ΔH加倍，易忽略比例。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正逆变号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原因：逆反应ΔH符号相反、数值同，易忘变号。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热化学方程式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必标状态s/l/g/aq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系数=物质的量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可分数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ΔH∝计量数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逆反应ΔH变号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例: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H2(g)+1/2O2=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H2O(l)ΔH=-286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热化学方程式为什么要注明物质的状态？2. 已知H2(g)+1/2O2(g)=H2O(l) ΔH=-285.8 kJ/mol，写出2 mol H2燃烧的热化学方程式。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写出上述逆反应（水分解）的热化学方程式，并说明ΔH如何变化。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本单元主线：化学反应与能量变化 —— 热化学方程式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选择性必修1 化学反应原理 · 第1章 化学反应与能量变化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必须注明物质状态(s/l/g/aq)。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系数表示物质的量，可用分数。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下节课燃烧热、中和热与能源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