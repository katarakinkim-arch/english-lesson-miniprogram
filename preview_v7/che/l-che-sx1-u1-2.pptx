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第1单元 化学反应与能量变化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热化学方程式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宏观辨识与微观探析：说明热化学方程式与普通方程式的区别。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变化观念与平衡思想：认识ΔH随化学计量数成正比变化。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证据推理与模型认知：正确书写带物质状态和ΔH的热化学方程式。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科学探究与创新意识：通过对比体会状态对反应热的影响。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热化学方程式在化学方程式中注明物质聚集状态(s、l、g、aq)和反应热ΔH。其系数代表物质的量，可用分数；ΔH与计量数成正比；正逆反应ΔH数值相等符号相反；同素异形体需注明。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必须注明物质状态(s/l/g/aq)。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系数表示物质的量，可用分数。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ΔH与计量数成正比；逆反应ΔH变号。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同素异形体需注明(如C石墨)。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状态标注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系数与ΔH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正逆变号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错例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状态必不可少。原因：同一反应不同状态ΔH不同(如H2O(g)与(l)差汽化热)，漏写即错。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系数与ΔH。原因：系数加倍ΔH加倍，易忽略比例。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正逆变号。原因：逆反应ΔH符号相反、数值同，易忘变号。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热化学方程式 ──┐
│ 必标状态s/l/g/aq│
│ 系数=物质的量 │
│ 可分数 │
│ ΔH∝计量数 │
│ 逆反应ΔH变号 │
│ 例: │
│ H2(g)+1/2O2= │
│ H2O(l)ΔH=-286│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热化学方程式为什么要注明物质的状态？2. 已知H2(g)+1/2O2(g)=H2O(l) ΔH=-285.8 kJ/mol，写出2 mol H2燃烧的热化学方程式。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【提高作业】写出上述逆反应（水分解）的热化学方程式，并说明ΔH如何变化。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本单元主题：化学反应与能量变化。把今天学到的方法带进下一篇——自己读、自己想、自己写。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