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选择性必修2 物质结构与性质 · 第3单元 晶体结构与性质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离子晶体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宏观辨识与微观探析：描述离子晶体的构成与典型结构。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变化观念与平衡思想：认识晶格能大小决定离子晶体稳定性。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证据推理与模型认知：用晶格能比较离子化合物熔沸点。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科学探究与创新意识：通过模型认识NaCl型与CsCl型差异。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离子晶体由阴、阳离子通过离子键规则排列。典型结构：NaCl型(6配位,面心立方)、CsCl型(8配位,简单立方)。晶格能：气态离子形成1 mol离子晶体释放的能量，越大熔点越高、硬度越大。多数晶体为过渡晶体(离子键与共价键成分并存)。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构成：阴、阳离子经离子键规则排列;无分子。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典型：NaCl型(6配,面心立方)、CsCl型(8配,简单立方)。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晶格能：气态阴、阳离子形成1mol晶体释能;越大熔沸点越高、越硬。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离子晶体：硬而脆、熔融/水溶液导电;多为过渡晶体(含共价成分)。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NaCl型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CsCl型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晶格能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性质与过渡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结构混淆。原因：NaCl(6配,Cl-面心、Na+八面体空隙)与CsCl(8配,体心)配位不同,易混,需对比。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晶格能方向。原因：晶格能是"形成时放热"为正,越大越稳定;易与"破坏需吸热"混,需明确"数值大=结合强"。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导电条件。原因：固态不导电(离子固定),熔融/溶水才有自由离子导电,易忽略"固态不导",需强调。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离子晶体 ──┐
│ 阴+阳离子 │
│ NaCl型配6 │
│ CsCl型配8 │
│ 晶格能U大→ │
│ 熔高硬大 │
│ 固态不导电 │
│ 熔融/溶水导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NaCl型和CsCl型离子的配位数各是多少？2. 什么是晶格能？它的大小与离子晶体熔点、硬度有何关系？3. 为什么离子晶体在固态不导电、熔融状态能导电？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【提高作业】MgO的熔点（2852℃）远高于NaCl（801℃），试用晶格能的影响因素解释。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本单元主题：晶体结构与性质。把今天学到的方法带进下一篇——自己读、自己想、自己写。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