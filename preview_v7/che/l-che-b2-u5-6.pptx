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必修第二册 · 第5单元 化工生产中的重要非金属元素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无机非金属材料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宏观辨识与微观探析：描述硅、SiO2、硅酸盐的主要性质与用途。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变化观念与平衡思想：认识SiO2原子晶体结构决定其物理特性。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证据推理与模型认知：用SiO2与碱、HF反应解释其两性外的特殊性。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科学态度与社会责任：体会无机非金属材料对社会发展的贡献。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硅是地壳含量第二的元素，半导体材料。SiO2是原子晶体(石英、砂)，酸性氧化物但难溶于水，与碱、与HF(刻蚀玻璃)反应。硅酸盐产品(水泥、玻璃、陶瓷)及新型材料(光导纤维、硅芯片)体现化学与材料的关系。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硅：半导体，用作芯片、太阳能电池。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SiO2：原子晶体，高熔硬；酸性氧化物但难溶于水；SiO2+2NaOH=Na2SiO3+H2O；SiO2+4HF=SiF4↑+2H2O(刻蚀玻璃)。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硅酸盐：水泥、玻璃、陶瓷。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新型：光导纤维(SiO2)、碳纳米材料。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SiO2性质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与碱与HF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硅酸盐产品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新型材料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不溶于水。原因：SiO2是酸性氧化物却难溶于水(与CO2不同)，易误写溶于水，需强调。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HF反应。原因：SiO2与HF是特性反应(非酸性氧化物通性)，用于刻玻璃，易混。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结构-性质。原因：原子晶体结构决定高熔硬，较抽象。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无机非金属 ──┐
│ Si:半导体芯片 │
│ SiO2原子晶体 │
│ 不溶于水 │
│ SiO2+2NaOH= │
│ Na2SiO3+H2O │
│ SiO2+4HF= │
│ SiF4↑+2H2O │
│ 水泥玻璃陶瓷 │
│ 光导纤维(SiO2)│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写出SiO2与NaOH溶液、与HF反应的化学方程式，并说明后者用途。2. 为什么盛放NaOH溶液的试剂瓶不能用玻璃塞？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【提高作业】实验室为何用塑料瓶而不用玻璃瓶保存氢氟酸？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本单元主题：化工生产中的重要非金属元素。把今天学到的方法带进下一篇——自己读、自己想、自己写。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