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25535" y="11887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25535" y="14173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化学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5535" y="192024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化工生产中的重要非金属元素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5535" y="493776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高一 · 必修第二册（人教版）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91440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43000"/>
            <a:ext cx="68881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高一 · 必修第二册 · 5单元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661385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无机非金属材料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6613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硅 · 二氧化硅 · 硅酸盐与新材料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6613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硅 · 二氧化硅 · 硅酸盐 · 光导纤维 · 水泥玻璃 · 人教必修二Ch5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四向核心素养目标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宏观辨识与微观探析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描述硅、SiO2、硅酸盐的主要性质与用途。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变化观念与平衡思想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认识SiO2原子晶体结构决定其物理特性。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证据推理与模型认知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用SiO2与碱、HF反应解释其两性外的特殊性。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科学态度与社会责任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体会无机非金属材料对社会发展的贡献。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为什么学这一课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硅是地壳含量第二的元素，半导体材料。SiO2是原子晶体(石英、砂)，酸性氧化物但难溶于水，与碱、与HF(刻蚀玻璃)反应。硅酸盐产品(水泥、玻璃、陶瓷)及新型材料(光导纤维、硅芯片)体现化学与材料的关系。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103120"/>
            <a:ext cx="5227167" cy="3657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2402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权威调研来源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88920"/>
            <a:ext cx="4678527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 科普中国·科学百科：二氧化硅 SiO₂（原子晶体，光导纤维原料）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 石英玻璃：高纯 SiO₂ 特种玻璃（“玻璃之王”）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本课件未使用无关配图（学科色块兜底，规范 §2.3）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本课重点梳理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95728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5973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9572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硅：半导体，用作芯片、太阳能电池。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79895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9895" y="245973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7407" y="239572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SiO2：原子晶体，高熔硬；酸性氧化物但难溶于水；SiO2+2NaOH=Na2SiO3+H2O；SiO2+4HF=SiF4↑+2H2O(刻蚀玻璃)。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4636008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70001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63600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硅酸盐：水泥、玻璃、陶瓷。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443484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79895" y="4636008"/>
            <a:ext cx="502920" cy="50292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9895" y="470001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7407" y="463600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新型：光导纤维(SiO2)、碳纳米材料。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学习方法与路径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实物(石英、玻璃)。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28600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对比(SiO2 vs CO2)。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28600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结构讲解。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28600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材料科普。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容易卡住的地方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51460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8775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60320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不溶于水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284469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不溶于水。原因：SiO2是酸性氧化物却难溶于水(与CO2不同)，易误写溶于水，需强调。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51460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58775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560320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HF反应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337560"/>
            <a:ext cx="284469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HF反应。原因：SiO2与HF是特性反应(非酸性氧化物通性)，用于刻玻璃，易混。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51460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58775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560320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结构-性质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337560"/>
            <a:ext cx="284469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结构-性质。原因：原子晶体结构决定高熔硬，较抽象。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一页看懂知识骨架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0911535" cy="41148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423160"/>
            <a:ext cx="54864" cy="3810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377440"/>
            <a:ext cx="9905695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无机非金属
Si:半导体芯片
SiO2原子晶体
不溶于水
SiO2+2NaOH=
Na2SiO3+H2O
SiO2+4HF=
SiF4↑+2H2O
水泥玻璃陶瓷
光导纤维(SiO2)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分层巩固练习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13441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09728" cy="1344168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10362895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写出SiO2与NaOH溶液、与HF反应的化学方程式，并说明后者用途。2. 为什么盛放NaOH溶液的试剂瓶不能用玻璃塞？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02736"/>
            <a:ext cx="10911535" cy="13441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602736"/>
            <a:ext cx="109728" cy="1344168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94176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59936"/>
            <a:ext cx="10362895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实验室为何用塑料瓶而不用玻璃瓶保存氢氟酸？
参考答案基础1：SiO2+2NaOH=Na2SiO3+H2O；SiO2+4HF=SiF4↑+2H2O，HF用于刻蚀玻璃。基础2：NaOH与玻璃中SiO2反应生成有黏性的Na2SiO3，使玻璃塞黏住。提高：HF能与玻璃中的SiO2反应腐蚀玻璃，故用塑料瓶保存。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148072"/>
            <a:ext cx="10911535" cy="13441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148072"/>
            <a:ext cx="109728" cy="1344168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39512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拓展 · 衔接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05272"/>
            <a:ext cx="10362895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搜集生活中硅酸盐制品（玻璃、陶瓷、水泥）的实例。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收口与衔接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材料是人类文明的基石。</a:t>
            </a:r>
          </a:p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本课核心：硅（半导体，芯片与太阳能电池）；SiO₂（原子晶体、光导纤维、刻蚀玻璃）；硅酸盐（水泥玻璃陶瓷）与新型材料。</a:t>
            </a:r>
          </a:p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把“元素—性质—材料—应用”串成一条线。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103120"/>
            <a:ext cx="5227167" cy="41148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28600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单元脉络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88920"/>
            <a:ext cx="4678527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单元：化工生产中的重要非金属元素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本课：无机非金属材料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后续：第六单元 化学反应与能量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