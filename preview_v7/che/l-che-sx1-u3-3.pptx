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选择性必修1 化学反应原理 · 第3单元 水溶液中的离子反应与平衡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酸碱中和滴定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宏观辨识与微观探析：说明中和滴定的原理与操作要点。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变化观念与平衡思想：认识滴定终点时n(H+)=n(OH-)的计量关系。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证据推理与模型认知：用c待=c标V标/V待计算，并进行误差分析。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科学探究与创新意识：通过滴定实验培养定量操作与精度意识。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用已知浓度标准液滴定待测液，据c待V待=c标V标(一元酸)求浓度。关键：滴定管使用(润洗、调零)、指示剂选择(强强用酚酞/甲基橙，弱酸碱选法)、终点判断(半分钟不变色)。误差来自体积读数。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原理：c待V待=c标V标(一元酸)。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滴定管：标准液润洗、调零、逐滴加、读凹液面。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指示剂：强酸强碱酚酞/甲基橙皆可；弱酸用酚酞、弱碱用甲基橙。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误差：看V标偏差(仰视/俯视)。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仪器润洗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指示剂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终点判断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误差分析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润洗。原因：滴定管未用标准液润洗会稀释标准液使V标偏大、c待偏高，易漏。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指示剂选择。原因：弱酸弱碱滴定须按终点pH选，强强任意，易错。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误差方向。原因：仰视使读数偏大/偏小需结合看，易反。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中和滴定 ──┐
│ c待V待=c标V标│
│ 管须润洗 │
│ 锥瓶不润洗 │
│ 强强:酚酞/甲基│
│ 橙任意 │
│ 弱酸:酚酞 │
│ 误差看V标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中和滴定的计算原理是什么？2. 滴定管为什么要用待装液润洗？锥形瓶需要润洗吗？3. 用已知NaOH滴定未知盐酸，若滴定管未润洗，测定结果偏高还是偏低？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【提高作业】滴定接近终点时，若仰视读取标准液体积，对测得待测液浓度有何影响？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本单元主题：水溶液中的离子反应与平衡。把今天学到的方法带进下一篇——自己读、自己想、自己写。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