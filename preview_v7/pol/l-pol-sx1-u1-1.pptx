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第1单元 第一课 国体与政体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国家是什么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政治认同：认同我国人民民主专政的国体。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科学精神：从马克思主义国家观把握国家本质与阶级性。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法治意识：理解国家职能与法治的关系。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公共参与：增强作为国家主人的责任意识。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本框从国家的产生、本质和职能揭示国家是阶级统治的工具，说明国体即国家性质由统治阶级性质决定，民主具有鲜明的阶级性，我国是人民民主专政的社会主义国家。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国家本质：阶级统治的工具，阶级性是根本属性。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国体：国家性质，由统治阶级性质决定。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民主与专政：民主具有阶级性，统治阶级民主、被统治阶级专政。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国家职能：政治统治职能与社会管理职能。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我国国体：人民民主专政。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国家本质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国体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民主与专政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国家职能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民主阶级性。原因：学生易把民主当成"全民的"，需用资本主义民主局限说明。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国体与政体关系。原因：易混，需讲国体决定政体、政体体现国体。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专政必要性。原因：易误以为专政违背民主，需说明二者统一。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国家是什么 ──┐
│ 本质:阶级统治│
│ 根本属性:阶级│
│ 国体=统治阶 │
│ 级性质 │
│ 民主阶级性 │
│ 两职能:统治 │
│ 管理 │
│ 我国:人民民 │
│ 主专政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国家的根本属性是____性。2. 国体即国家性质，由____阶级的性质决定。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【提高作业】说明"民主具有鲜明的阶级性"。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国体与政体。把今天学到的方法带进下一篇——自己读、自己想、自己写。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