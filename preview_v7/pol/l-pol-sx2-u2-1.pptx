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第2单元 第五课 在和睦家庭中成长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家和万事兴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政治认同：认同法律对家庭和睦的保障。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科学精神：把握亲子双向权利义务。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法治意识：依法履行义务，反对家暴。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公共参与：践行孝亲敬长、家庭和睦。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本框阐明父母对未成年子女有抚养教育保护义务，成年子女对父母有赡养扶助义务；禁止家庭暴力，家庭成员应互敬互爱。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父母义务：抚养、教育、保护未成年子女。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子女义务：成年子女赡养扶助父母。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禁止：家庭暴力、虐待遗弃。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救济：受害可请求保护、撤销监护。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价值：和睦是家风根基。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父母义务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子女义务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禁止家暴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和睦价值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双向义务。原因：学生易只记父母对己，需讲成年后反哺。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家暴救济。原因：需点明。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主体年龄。原因：需强调未成年/成年。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家和万事兴 ┐
│ 父母:抚养教│
│ 育保护(未成)│
│ 子女:赡养扶│
│ 助(成年) │
│ 禁家暴保护 │
│ 令 │
│ 和睦基石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父母对____子女有抚养教育保护义务。2. ____子女对父母有赡养扶助义务。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【提高作业】说明家庭成员间的法定权利义务。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在和睦家庭中成长。把今天学到的方法带进下一篇——自己读、自己想、自己写。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