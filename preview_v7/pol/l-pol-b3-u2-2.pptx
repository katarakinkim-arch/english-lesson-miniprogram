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必修3 政治与法治 · 第2单元 第五课 我国的根本政治制度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我国的根本政治制度：人民代表大会制度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第7课时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政治认同：认同人民代表大会制度是符合国情的根本政治制度。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科学精神：分析人大作为权力机关的地位与民主集中制原则。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法治意识：理解人大依法行使立法、监督等职权，推进依法治国。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公共参与：了解人大制度运行，增强制度自信与参与意识。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本框阐明人民代表大会是我国国家权力机关，全国人民代表大会是最高国家权力机关；人民代表大会制度是我国的根本政治制度，坚持民主集中制原则，保障人民当家作主。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人大：国家权力机关；全国人大是最高国家权力机关，行使立法、决定、任免、监督四权。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制度：人民代表大会制度是根本政治制度。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原则：民主集中制(民主基础上集中、集中指导下民主)。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优越性：保障人民当家作主、动员人民、保证集中统一。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坚持完善：绝不照搬西方模式。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全国人大的职权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根本政治制度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民主集中制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制度优越性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人大vs人大常委会。原因：学生易混，需说明常委会是人大的常设机关。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人大vs政协。原因：易混淆"权力机关"与"统一战线组织"，需明确性质。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民主集中制。原因：概念抽象，需用"少数服从多数+下级服从上级"解释。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人大制度 ────┐
│ 人大:权力机 │
│ 关(最高=全 │
│ 国人大) │
│ 四权:立法决 │
│ 定任免监督 │
│ 根本制度 │
│ 原则:民主集 │
│ 中制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全国人民代表大会是最高____机关，行使立法权、____权、任免权、监督权。2. 人民代表大会制度是我国的____政治制度。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【提高作业】说明人民代表大会与人民代表大会制度的关系。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本单元主题：第五课 我国的根本政治制度。把今天学到的方法带进下一篇——自己读、自己想、自己写。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