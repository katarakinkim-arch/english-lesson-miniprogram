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必修3 政治与法治 · 第1单元 第一课 历史和人民的选择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中华人民共和国成立前各种政治力量的博弈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政治认同：认同中国共产党的领导是历史和人民的选择。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科学精神：运用阶级分析法剖析不同政治力量的救国方案。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法治意识：理解近代中国探索中蕴含的法治追求与制度尝试。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公共参与：增强对国家政治制度的认同与关切。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本框回顾近代中国三种政治力量(地主买办阶级、民族资产阶级、无产阶级及其政党)的救国方案，说明资本主义道路走不通，中国共产党成立是历史和人民的选择。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三种力量：地主买办阶级(维护帝制/反动)、民族资产阶级(走资本主义)、无产阶级政党(社会主义方向)。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资本主义道路行不通：帝国主义不允许、封建势力阻挠、民族资产阶级软弱。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中国共产党诞生：代表最广大人民根本利益。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历史和人民的选择：在比较中人民选择了共产党。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意义：为中国指明正确出路。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地主买办与资产阶级方案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无产阶级政党方案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资本主义走不通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历史与人民的选择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三种力量区分。原因：学生易混"资产阶级不同派别"，需以方案与阶级划线。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资本主义走不通。原因：三层原因抽象，需逐层剖析。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"选择"含义。原因：易理解为"被动安排"，需讲人民主动性。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历史的选择 ──┐
│ 三力量: │
│ 封建(败) │
│ 资产(败) │
│ 无产政党(胜)│
│ 资本走不通: │
│ 外压/内封/ │
│ 资软 │
│ 人民选共产 │
│ 党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近代中国三种政治力量是地主买办阶级、____阶级、无产阶级及其政党。2. 资本主义道路在中国走不通，原因包括帝国主义不允许、____阻挠、民族资产阶级____。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【提高作业】说明"中国共产党的领导是历史和人民的选择"。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本单元主题：第一课 历史和人民的选择。把今天学到的方法带进下一篇——自己读、自己想、自己写。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