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政治 · 必修4 哲学与文化 · 第7单元 第七课 继承发展中华优秀传统文化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文化的内涵与功能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第16课时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政治认同：认同中华文化价值，坚定文化自信根基。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科学精神：分析文化内涵及其与经济政治的关系。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法治意识：理解法治文化对治国的重要作用。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公共参与：自觉参与健康文化建设，提升文化素养。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本框阐明文化的内涵：相对于经济、政治而言的人类全部精神活动及其产品；文化由经济政治决定并反作用于经济政治；文化具有引领风尚、教育人民、服务社会、推动发展的功能。</a:t>
            </a:r>
          </a:p>
        </p:txBody>
      </p:sp>
      <p:pic>
        <p:nvPicPr>
          <p:cNvPr id="6" name="Picture 5" descr="renmin.jpg"/>
          <p:cNvPicPr>
            <a:picLocks noChangeAspect="1"/>
          </p:cNvPicPr>
          <p:nvPr/>
        </p:nvPicPr>
        <p:blipFill>
          <a:blip r:embed="rId2"/>
          <a:srcRect l="368" r="368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renmin.jpg）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内涵：文化相对于经济政治而言的人类全部精神活动及其产品。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95728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505456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944368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与经济政治：文化由经济政治决定，并反作用于经济政治。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419856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3529584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968496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功能：引领风尚、教育人民、服务社会、推动发展。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443984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4553712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992624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实质：一种精神力量，能在实践中转化为物质力量。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5468112"/>
            <a:ext cx="10911535" cy="914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71600" y="557784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6016752"/>
            <a:ext cx="999713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⑤ 载体：文化需要通过载体呈现(文物、文艺等)。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与经济政治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文化功能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精神力量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文化载体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小结与作业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文化定义。原因：学生易等同"知识/学历"，需讲"精神活动与产品"。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反作用。原因：易以为"文化无用"，需讲精神力量转化。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功能区分。原因：四条易混，需逐一释义。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 文化内涵功能 ─┐
│ 含义:精神活 │
│ 动及产品 │
│ 关系:经济政 │
│ 治决定+反 │
│ 作用 │
│ 功能:引领教 │
│ 育服务发展 │
│ 实质:精神力 │
│ 量→物质 │
└──────────────┘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1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文化相对于____、政治而言的人类全部精神活动及其产品。2. 文化由经济政治决定，并____作用于经济政治。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【提高作业】说明"文化是一种精神力量，能转化为物质力量"。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本单元主题：第七课 继承发展中华优秀传统文化。把今天学到的方法带进下一篇——自己读、自己想、自己写。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