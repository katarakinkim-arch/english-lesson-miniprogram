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第1单元 第一课 时代精神的精华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科学的世界观和方法论：马克思主义哲学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政治认同：认同马克思主义哲学的指导地位与中国化成果。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科学精神：分析马克思主义哲学的基本特征与实践观点。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法治意识：理解马哲实践观对法治实践的方法论意义。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公共参与：用马哲立场观点方法观察分析社会问题。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本框阐明马克思主义哲学是科学的世界观和方法论，实现了唯物主义与辩证法的统一、唯物辩证的自然观与历史观的统一、实践基础上的科学性与革命性统一，是指导我们认识改造世界的强大思想武器。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地位：科学的世界观和方法论，无产阶级的思想武器。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核心观点：实践观点(认识论首要观点)。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三个统一：唯物与辩证统一、自然观与历史观统一、科学性与革命性统一。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历史唯物主义：首次把社会历史置于唯物基础上。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发展：与中国实际结合，形成中国化成果。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实践观点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三个统一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历史唯物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中国化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三个统一。原因：条目抽象，需逐一解释"统一突破什么"。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实践观点。原因：易以为只是"做"，需讲它是认识论基础。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历史唯物突破。原因：学生易忽略"历史观"也是唯物的创新。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马克思主义哲学┐
│ 科学世界观方 │
│ 法论 │
│ 首要:实践观 │
│ 点 │
│ 三统一: │
│ 唯物辩证/自 │
│ 然历史/科革 │
│ 历史唯物突破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马克思主义哲学首要的基本的观点是____观点。2. 马克思主义哲学实现了唯物主义与____的统一、唯物辩证的自然观与____的统一、科学性与革命性的统一。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【提高作业】为什么说马克思主义哲学是"科学的"世界观和方法论？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时代精神的精华。把今天学到的方法带进下一篇——自己读、自己想、自己写。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