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必修4 哲学与文化 · 第3单元 第三课 把握世界的规律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世界是普遍联系的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第7课时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政治认同：认同全国性一盘棋、系统谋划的治理智慧。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科学精神：分析联系的普遍性、客观性、多样性及系统优化。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法治意识：理解法治建设各环节相互关联的系统性。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公共参与：用普遍联系观点分析社会与环境问题。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本框阐明联系是事物之间及内部诸要素之间的相互依赖、影响、作用；联系具有普遍性、客观性、多样性；要求我们树立全局观念、掌握系统优化方法，用联系的观点看问题。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联系：事物之间及内部要素间相互依赖、影响、作用。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普遍性：一切事物都与周围事物联系，世界是联系整体。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客观性：联系是事物本身固有的，不以人的意志为转移，不能主观臆造。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多样性：联系形式各异(直接间接、本质非本质)。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方法论：树立全局观念、掌握系统优化(综合思维)。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普遍性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客观性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多样性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系统优化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客观性。原因：学生易主观臆造虚假联系(如迷信)，需强调固有。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系统优化。原因：概念新，需以"整体功能最大化"讲。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普遍≠任意。原因：易以为"什么都联系"，需讲具体条件。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普遍联系 ────┐
│ 含义:要素间 │
│ 相互影响 │
│ 普遍:内部/ │
│ 之间/整体 │
│ 客观:固有非 │
│ 臆造 │
│ 多样:直接间 │
│ 接本质非 │
│ 方法:全局优 │
│ 化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联系具有普遍性、____和多样性。2. 联系是事物本身____的，不以人的意志为转移。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【提高作业】说明"联系的客观性"对我们在生活中看问题的启示。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本单元主题：第三课 把握世界的规律。把今天学到的方法带进下一篇——自己读、自己想、自己写。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