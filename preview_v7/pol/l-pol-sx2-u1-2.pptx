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第一课 在生活中学民法用民法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积极维护人身权利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政治认同：认同法律对人格尊严的保障。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科学精神：区分不同人身权利的内涵。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法治意识：依法维护自身人身权利。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公共参与：尊重他人人身权，理性维权。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本框阐明人身权利包括生命权、身体权、健康权、姓名权、肖像权、名誉权、隐私权等，法律保护人身权，侵害须担责，青少年要依法维权。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人格权：生命、身体、健康权(最基础)。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身份权：配偶、亲子等。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姓名权、肖像权、名誉权、隐私权。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保护：侵权须停止、赔礼、赔偿。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维权：依法、理性、保留证据。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生命身体健康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姓名与肖像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名誉与隐私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依法维权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权利区分。原因：学生易混名誉与隐私，需逐个厘清。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侵权认定。原因：需结合行为后果。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理性维权。原因：易冲动。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人身权利 ──┐
│ 生命身体健康│
│ (最基础) │
│ 姓名权肖像权│
│ 名誉权隐私权│
│ 侵权:停止+ │
│ 赔礼+赔偿 │
│ 理性维权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____权、身体权、健康权是最基础的人身权。2. 未经同意擅用他人肖像____构成侵权。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【提高作业】说明名誉权与隐私权的区别。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在生活中学民法用民法。把今天学到的方法带进下一篇——自己读、自己想、自己写。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