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第1单元 第一课 历史和人民的选择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共产党领导人民站起来、富起来、强起来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政治认同：认同党的领导是实现中华民族伟大复兴的根本保证。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科学精神：分析民族复兴三阶段的历史逻辑与内在联系。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法治意识：理解法治建设随发展阶段不断推进。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公共参与：明确新时代青年在复兴中的使命。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本框阐明新中国成立后，党领导人民完成社会主义革命、推进社会主义建设，进行改革开放使人民富起来，进入新时代迎来强起来，证明党的领导是民族复兴的根本保证。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站起来：革命建国、确立制度。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富起来：改革开放解放生产力，人民生活显著改善。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强起来：新时代迎来从富到强的飞跃。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主线：党的领导一以贯之。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结论：党的领导是复兴根本保证。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站起来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富起来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强起来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党的领导主线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三阶段对应。原因：学生易把"富"与"强"时间点搞错，需时间轴。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党的领导连续性。原因：易只看成就不看"谁领导"，需贯穿主线。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新时代意义。原因：概念大，需落小。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站富强 ──────┐
│ 站:建国制度 │
│ 前提基础 │
│ 富:改革开放 │
│ 生活跃升 │
│ 强:新时代 │
│ 走向复兴 │
│ 主线:党的领 │
│ 导一以贯之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民族复兴三阶段是____、____、____。2. 实现"富起来"靠的关键一招是____。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【提高作业】说明"党的领导是实现中华民族伟大复兴的根本保证"。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历史和人民的选择。把今天学到的方法带进下一篇——自己读、自己想、自己写。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