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第4单元 第十课 诉讼实现公平正义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严格遵守诉讼程序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政治认同：认同程序正义的法治价值。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科学精神：把握诉讼流程环节。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法治意识：严格遵守诉讼程序。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公共参与：依法有序参与诉讼。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本框阐明诉讼程序包括起诉、立案、审理前准备、开庭审理(法庭调查、辩论、评议宣判)，当事人应严格遵守法定程序。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起诉：原告向法院提交诉状。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立案：法院审查受理。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审前：送达、举证期限。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开庭：调查、辩论、评议、宣判。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意义：程序正义保障实体正义。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起诉与立案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审理前准备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开庭审理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程序意义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起诉vs立案。原因：学生易混，需讲提出与受理。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开庭环节。原因：需顺序。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程序意义。原因：需拔高。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诉讼程序 ─┐
│ 起诉→立案 │
│ 审前:送达举│
│ 证期 │
│ 开庭:调查辩│
│ 论评议宣判 │
│ 程序=基石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____是原告向法院提交诉状启动诉讼。2. 开庭审理包括法庭调查、辩论、评议和____。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【提高作业】说明严格遵守诉讼程序的意义。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本单元主题：第十课 诉讼实现公平正义。把今天学到的方法带进下一篇——自己读、自己想、自己写。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