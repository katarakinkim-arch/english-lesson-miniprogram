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第1单元 第一课 国体与政体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政党和利益集团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政治认同：认同中国共产党领导的多党合作制度。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科学精神：揭示政党、利益集团的阶级本质。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法治意识：理解政党活动与利益集团游说的法治边界。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公共参与：认识通过合法渠道表达利益诉求。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本框阐明政党是阶级的先锋队、代表特定阶级利益，资本主义政党制实质是资产阶级不同集团博弈；利益集团通过合法手段影响政策；说明我国中国共产党领导的多党合作和政治协商制度的优势。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政党本质：代表一定阶级、阶层利益的政治组织。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资本主义政党：两党制/多党制本质是资产阶级内部博弈。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利益集团：以合法手段影响公共政策。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我国政党制度：中共领导的多党合作与政治协商。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区别：我国政党制度不同于西方党争。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资本主义政党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利益集团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我国政党制度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中西方对比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西方政党本质。原因：学生易美化两党制，需揭示其资产阶级局限。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利益集团作用。原因：易与政党混淆，需讲影响方式不同。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我国制度优势。原因：需对比说明。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政党利益集团┐
│ 政党=阶级代表│
│ 资本党:内斗 │
│ 维护资本 │
│ 集团:影响政 │
│ 策非执政 │
│ 我国:中共领 │
│ 导多党合作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政党本质上是代表一定____利益的先锋组织。2. 我国实行____领导的多党合作和政治协商制度。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【提高作业】说明西方两党制的实质与我国政党制度的区别。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本单元主题：第一课 国体与政体。把今天学到的方法带进下一篇——自己读、自己想、自己写。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