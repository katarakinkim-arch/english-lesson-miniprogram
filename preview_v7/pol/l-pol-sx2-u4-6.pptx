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综合探究 感受司法公正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综合探究：感受司法公正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第25课时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政治认同：认同司法机关维护公平正义。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科学精神：分析司法公正的要素。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法治意识：尊崇司法、依法维权。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公共参与：做社会主义法治的崇尚者。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本探究综合本单元争议解决内容，通过模拟或案例感受司法公正，理解程序正义与证据裁判，树立尊法学法守法用法的法治信仰。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多元：非诉优先、诉讼兜底。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权利：委托、回避、上诉、援助。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程序：起诉到宣判规范。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证据：核心、依法收集。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信仰：尊法学法守法用法。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权利与程序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证据裁判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公正要素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体系整合。原因：学生易零散，需结构化。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公正要素。原因：需提炼。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法治信仰。原因：需升华。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司法公正 ─┐
│ 多元解纷 │
│ 权利+程序 │
│ 证据=命脉 │
│ 公正五要素 │
│ 法治信仰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司法公正以____为根据、以法律为准绳。2. 程序正义要求严格遵守法定____。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【提高作业】谈谈如何树立法治信仰。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感受司法公正。把今天学到的方法带进下一篇——自己读、自己想、自己写。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