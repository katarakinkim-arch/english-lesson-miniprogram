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必修4 哲学与文化 · 第5单元 第五课 寻觅社会的真谛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社会历史的本质：社会存在与社会意识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政治认同：认同社会存在决定社会意识，坚定唯物史观。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科学精神：分析社会存在与社会意识的辩证关系。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法治意识：理解法律作为社会意识须符合社会存在。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公共参与：以先进社会意识引领社会风尚。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本框阐明社会存在决定社会意识，社会意识是社会存在的反映；社会意识具有相对独立性，对社会存在有反作用，先进的社会意识促进社会发展。这是历史唯物主义的基本原理。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社会存在：社会生活的物质方面(地理环境、人口、生产方式)。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决定：社会存在决定社会意识，社会意识是社会存在的反映。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相对独立性：社会意识与社会存在发展不完全同步，有自身历史继承性。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反作用：先进社会意识促进、落后阻碍社会发展。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意义：这是历史唯物主义与历史唯心主义的分水岭。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决定关系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相对独立性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反作用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分水岭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决定关系。原因：学生易把"决定"等同"同步变化"，需讲反映。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相对独立。原因：概念新，需举例(落后观念残留)。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反作用。原因：易忽略"意识也反作用"，需讲双向。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社会存在意识┐
│ 存在:物质方 │
│ 面(生产方 │
│ 式) │
│ 决定:存在→ │
│ 意识(反映) │
│ 相对独立:不 │
│ 同步 │
│ 反作用:先进 │
│ 促/落后阻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____决定社会意识，社会意识是社会存在的反映。2. 社会意识具有____独立性，先进的社会意识____社会发展。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【提高作业】说明"社会存在与社会意识辩证关系"的方法论意义。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本单元主题：第五课 寻觅社会的真谛。把今天学到的方法带进下一篇——自己读、自己想、自己写。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