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必修1 中国特色社会主义 · 第3单元 第三课 只有中国特色社会主义才能发展中国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伟大的改革开放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政治认同：认同改革开放是强国之路，坚定中国特色社会主义道路。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科学精神：分析改革开放的历史必然及其对社会生产力的解放作用。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法治意识：理解改革开放进程中社会主义法治的逐步健全。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公共参与：感悟改革精神，增强投身新时代改革开放的担当。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本框讲述1978年十一届三中全会开启改革开放，从农村改革到城市改革、从经济特区到全方位开放的历史进程，阐明改革开放是赶上时代的重要法宝、是坚持和发展中国特色社会主义的必由之路。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1978年十一届三中全会作出改革开放重大决策。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进程：农村家庭联产承包责任制→城市经济体制改革→经济特区→全方位开放。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意义：解放和发展社会生产力，人民生活显著改善。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改革开放是党和人民大踏步赶上时代的重要法宝，是必由之路。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只有中国特色社会主义才能发展中国。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十一届三中全会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农村改革突破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城市改革与特区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改革开放意义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改革开放必要性。原因：学生未经历前，难懂"不改革死路一条"，需用前后对比数据。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改革与"改向"。原因：易误以为改革改变社会主义方向，需讲清"社会主义自我完善"。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开放意义。原因：易只看到"引进"，需讲"倒逼改革、融入世界"。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伟大改革开放 ─┐
│ 1978三中全会 │
│ 重心转经济 │
│ 实行改革开放 │
│ 农村:联产承包 │
│ 城市:国企改革 │
│ 特区:窗口试验 │
│ 意义:法宝 │
│ 必由之路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____年十一届三中全会作出改革开放决策。2. 农村改革以____为主要形式。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【提高作业】为什么说"改革开放是坚持和发展中国特色社会主义的必由之路"？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本单元主题：第三课 只有中国特色社会主义才能发展中国。把今天学到的方法带进下一篇——自己读、自己想、自己写。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