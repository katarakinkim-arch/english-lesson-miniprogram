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第3单元 第三课 把握世界的规律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世界是永恒发展的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政治认同：认同中华民族伟大复兴是不可逆转的历史进程。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科学精神：分析发展的实质、前进性与曲折性、量变质变关系。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法治意识：理解法治建设是渐进积累的过程。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公共参与：在个人成长中重视积累、不怕挫折。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本框阐明发展是事物的前进和上升，实质是新事物的产生和旧事物灭亡；发展是前进性与曲折性的统一；量变是质变的必要准备、质变是量变的必然结果，要重视量的积累。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发展实质：事物的前进和上升，新事物代替旧事物。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区分：运动变化不等于发展(发展是向上的)。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趋势：前进性与曲折性统一(前途光明、道路曲折)。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状态：量变是质变准备，质变是量变必然结果。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方法论：重视量的积累，抓住时机促成飞跃，防微杜渐。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变化≠发展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前进与曲折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量变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质变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发展≠变化。原因：学生易混，需强调"前进上升"。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新事物标准。原因：易以"出现时间"判断，需讲"符合规律、有生命力"。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量变质变。原因：易忽视"量变到一定程度"，需讲条件。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永恒发展 ────┐
│ 实质:前进上 │
│ 升新代旧 │
│ 趋势:光明+ │
│ 曲折 │
│ 状态:量变(准 │
│ 备)→质变(结 │
│ 果/新起点) │
│ 方法:积累+ │
│ 抓时机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发展的实质是事物的前进和上升，是____的产生和____的灭亡。2. 量变是质变的____准备，质变是量变的____结果。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【提高作业】用"量变与质变"关系说明"勿以善小而不为"。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把握世界的规律。把今天学到的方法带进下一篇——自己读、自己想、自己写。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