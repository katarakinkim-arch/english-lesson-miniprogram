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第3单元 综合探究 发展更高层次开放型经济 完善全球治理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综合探究：发展更高层次开放型经济 完善全球治理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政治认同：认同我国推动更高层次开放与全球治理改革。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科学精神：综合理解开放与治理的辩证关系。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法治意识：推动国际经贸规则朝着更加公正合理方向发展。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公共参与：提升参与全球议题的意识。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本探究综合本单元内容，探讨如何发展更高层次开放型经济、完善全球治理，理解中国以自身开放推动完善更加公正合理的国际经济秩序。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更高层次开放：从要素到制度型开放。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方向：优化结构、提升质量、安全可控。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全球治理：改革不公秩序、共商共建。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中国角色：推动者、贡献者。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青年：全球素养。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制度型开放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完善治理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中国角色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制度型开放。原因：概念新，需白话。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治理改革。原因：宏大，需落点。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综合表达。原因：需整合本单元。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开放与治理 ┐
│ 开放:要素→│
│ 制度型 │
│ 治理:改革不│
│ 公秩序 │
│ 共商共建共享│
│ 中国:推动者│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我国开放正从要素流动型向____型升级。2. 完善全球治理要坚持____、共建、共享。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【提高作业】谈谈青年如何提升参与全球议题的素养。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发展更高层次开放型经济 完善全球治理。把今天学到的方法带进下一篇——自己读、自己想、自己写。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