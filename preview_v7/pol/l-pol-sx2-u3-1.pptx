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第3单元 第七课 做个明白的劳动者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立足职场有法宝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政治认同：认同劳动法对劳动者的保障。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科学精神：把握劳动合同与权利体系。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法治意识：依法签约、依法维权。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公共参与：树立权利与责任意识。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本框阐明劳动法保护劳动者权益，确立劳动合同制度；劳动者享有取得报酬、休息休假、安全卫生等权利，须依法订立书面合同。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立法：劳动法保护劳动者合法权益。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合同：建立劳动关系应订书面劳动合同。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权利：报酬、休息休假、安全卫生、社保等。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原则：平等自愿、协商一致。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维权：协商、调解、仲裁、诉讼。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劳动合同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劳动者权利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订立原则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维权途径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书面合同。原因：学生易忽视，需讲举证价值。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权利体系。原因：易漏项，需列全。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倾斜保护。原因：需讲立法目的。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职场法宝 ─┐
│ 劳动法护劳 │
│ 动者 │
│ 书面合同=依│
│ 据 │
│ 权利:报酬休│
│ 假安全社保 │
│ 维权:协商调│
│ 解仲裁诉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建立劳动关系应当订立____劳动合同。2. 劳动者享有取得劳动报酬、____休假等权利。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【提高作业】说明订立书面劳动合同的意义。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本单元主题：第七课 做个明白的劳动者。把今天学到的方法带进下一篇——自己读、自己想、自己写。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