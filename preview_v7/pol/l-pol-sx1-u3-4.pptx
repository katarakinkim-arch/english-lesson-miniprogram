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第3单元 第七课 经济全球化与中国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做全球发展的贡献者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政治认同：为我国负责任大国担当而自豪。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科学精神：分析中国对全球发展的贡献。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法治意识：在国际合作中遵循国际规则。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公共参与：做中外友好交流与合作的使者。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本框阐明中国是全球经济增长的稳定器与动力源，通过自身发展为世界提供机遇，积极参与全球治理、提供更多公共产品，是负责任大国。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经济贡献：世界经济增长稳定器、动力源。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机遇贡献：超大规模市场惠及各国。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治理贡献：提供更多公共产品。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理念贡献：人类命运共同体等。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定位：负责任大国、共赢伙伴。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经济贡献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机遇贡献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治理与理念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青年角色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贡献多维。原因：学生易单一，需结构化。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互利共赢。原因：易只讲我方受益，需讲双向。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青年角色。原因：易旁观。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贡献者 ────┐
│ 经济:稳定器│
│ 动力源 │
│ 机遇:大市场│
│ 治理:公共品│
│ 理念:共同体│
│ 青年:桥梁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中国是世界经济增长的____与主要动力源。2. 中国以超大规模市场为各国提供____机遇。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【提高作业】说明中国是如何做全球发展贡献者的。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经济全球化与中国。把今天学到的方法带进下一篇——自己读、自己想、自己写。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