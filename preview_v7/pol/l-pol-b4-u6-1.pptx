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必修4 哲学与文化 · 第6单元 第六课 实现人生的价值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价值与价值观的导向作用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第14课时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政治认同：认同并践行社会主义核心价值观。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科学精神：分析价值的含义与价值观的导向作用。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法治意识：理解法治价值观对行为的规范引导。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公共参与：在正确价值观指引下作出人生选择。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本框阐明哲学意义上的价值是事物对主体的积极意义；价值观是人们对事物价值的总看法，对社会和人生具有重要导向作用；社会主义核心价值观是当代中国的价值遵循。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价值：事物对主体的积极意义(满足需要)。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价值观：人们对事物价值的总看法和根本观点。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导向作用：价值观影响人们对事物的认识和评价、影响行为选择。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导向层面：对认识、改造世界和人生道路选择有导向。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核心价值观：社会主义核心价值观是价值遵循。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价值观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导向作用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对改造世界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核心价值观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哲学价值。原因：学生易等同"价格/有用性"经济义，需讲"对主体的积极意义"。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导向作用。原因：易空谈，需落到"选择"。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核心价值观。原因：易只背诵，需联系行为。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价值与价值观┐
│ 价值:对主体 │
│ 积极意义 │
│ 价值观:总看 │
│ 法 │
│ 导向:认识+ │
│ 行为选择 │
│ 核心:社会主 │
│ 义核心价值观│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哲学上的价值是指事物对主体的____意义。2. 价值观对人们认识和改造世界以及____道路的选择具有重要导向作用。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【提高作业】说明"价值观是人生的导向"对青年成长的启示。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本单元主题：第六课 实现人生的价值。把今天学到的方法带进下一篇——自己读、自己想、自己写。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