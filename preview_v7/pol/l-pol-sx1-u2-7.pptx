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选择性必修1 当代国际政治与经济 · 第2单元 综合探究 贡献中国智慧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综合探究：贡献中国智慧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综合探究课  ·  第13课时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政治认同：认同中国为全球治理贡献的智慧与方案。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科学精神：概括中国智慧的主要体现。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法治意识：坚持国际法治与多边规则。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公共参与：做中国故事的讲述者。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本探究梳理中国在全球治理中的理念与实践，理解中国智慧体现在和平共处、多边主义、一带一路、人类命运共同体等，引导学生认识负责任大国担当。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理念智慧：和而不同、人类命运共同体。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实践智慧：一带一路、全球发展倡议。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治理智慧：多边主义、共商共建共享。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定位：负责任大国、世界和平力量。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青年：讲好中国故事。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理念智慧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实践智慧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治理智慧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探究汇报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智慧多维。原因：学生易零散，需结构化。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世界价值。原因：宏大，需落案例。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青年角色。原因：易旁观。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中国智慧 ──┐
│ 理念:和而不│
│ 同/共同体 │
│ 实践:一带一│
│ 路/发展倡议 │
│ 治理:多边共│
│ 商共建共享 │
│ 青年:讲好故│
│ 事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中国智慧的治理主张是坚持____主义、共商共建共享。2. 人类命运共同体体现____不同而共赢的理念。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【提高作业】举例说明中国为全球治理提供的公共产品。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本单元主题：综合探究 贡献中国智慧。把今天学到的方法带进下一篇——自己读、自己想、自己写。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