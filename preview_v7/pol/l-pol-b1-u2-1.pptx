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必修1 中国特色社会主义 · 第2单元 第二课 只有社会主义才能救中国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新民主主义革命的胜利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政治认同：认同"没有共产党就没有新中国"，坚定听党话、跟党走。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科学精神：分析近代中国走资本主义道路行不通的历史必然性。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法治意识：理解新民主主义革命胜利为社会主义法治奠定政治前提。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公共参与：传承红色基因，增强建设祖国的责任意识。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本框讲述近代中国探索复兴之路的失败，五四运动与中国共产党的诞生，新民主主义革命的性质、道路与胜利意义。重点在于理解"没有共产党就没有新中国"，新民主主义革命是社会主义革命的必要准备。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近代探索：洋务运动、戊戌变法、辛亥革命均未改变半殖民地半封建性质。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五四运动：新民主主义革命开端，促进马克思主义传播。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中国共产党：诞生使革命面貌焕然一新。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革命道路：农村包围城市、武装夺取政权。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新中国成立(1949)：新民主主义革命胜利，为实现由新民主主义向社会主义过渡创造前提。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五四运动与新思潮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中国共产党成立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革命道路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新中国成立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"资本主义道路走不通"。原因：学生难懂帝国主义不允许、封建势力顽固、民族资产阶级软弱，需三层剖析。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新旧民主主义革命区别。原因：易混，关键在领导阶级(无产阶级vs资产阶级)。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革命"两步走"。原因：易把新民主义与社会主义割裂，需讲清准备与衔接。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新民主主义革命 ─┐
│ 近代探索皆受挫 │
│ 五四:新民主开端 │
│ 1921中共诞生 │
│ 道路:农村包围 │
│ 城市武装夺权 │
│ 1949建国胜利 │
│ 意义:站起来 │
│ 前提:过渡准备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新民主主义革命开端的事件是____。2. 中国共产党诞生于____年。3. 中国革命道路是____。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【提高作业】比较旧民主主义革命与新民主主义革命的根本区别。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本单元主题：第二课 只有社会主义才能救中国。把今天学到的方法带进下一篇——自己读、自己想、自己写。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