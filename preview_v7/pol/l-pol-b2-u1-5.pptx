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第1单元 综合探究 加快完善社会主义市场经济体制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综合探究：加快完善社会主义市场经济体制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政治认同：认同市场化法治化改革方向，坚定制度自信。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科学精神：分析现代市场体系的构成与完善路径。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法治意识：理解市场体系运行依赖法治与信用制度。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公共参与：就优化营商环境提出合理化建议。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本综合探究整合第一单元，聚焦完善社会主义市场经济体制的方向：建设统一开放、竞争有序的现代市场体系，要素市场化配置，优化营商环境，坚持市场化法治化改革方向。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目标：建设统一开放、竞争有序的现代市场体系。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基础：完善市场决定价格的机制。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关键：要素市场化配置(土地、劳动力、资本、技术、数据)。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保障：公平竞争制度与法治、信用体系。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方向：市场化、法治化、国际化营商环境。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现代市场体系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要素市场化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法治与信用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小组提建议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市场体系内涵。原因：学生易只说"自由竞争"，忽略统一开放与法治信用，需展开。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要素市场化。原因：概念抽象，需举例(数据成要素)。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建议可行性。原因：易空泛，需落到具体制度。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完善体制 ────┐
│ 目标:现代市 │
│ 场体系 │
│ 基础:价格机 │
│ 制 │
│ 关键:要素市 │
│ 场化 │
│ 保障:法治信 │
│ 用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现代市场体系的目标是统一开放、____的市场体系。2. 生产要素包括土地、劳动力、资本、技术、____等。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【提高作业】就"建设全国统一大市场"提出一条合理化建议。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加快完善社会主义市场经济体制。把今天学到的方法带进下一篇——自己读、自己想、自己写。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