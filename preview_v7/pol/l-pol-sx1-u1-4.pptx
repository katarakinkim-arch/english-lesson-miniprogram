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第1单元 第二课 国家的结构形式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主权统一与政权分层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政治认同：维护国家主权统一和领土完整。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科学精神：理解主权属性与政权分层的法理。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法治意识：认识中央与地方职权划分的法治规范。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公共参与：增强维护国家统一的责任意识。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本框阐明国家主权是统一不可分割的最高权力，是国家的生命和灵魂；说明国家内部需要合理划分中央与地方的职权(政权分层)，我国坚持中央集权与地方积极性相统一。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主权：国家统一而不可分割的最高权力，是生命和灵魂。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主权特征：对内最高性、对外独立性。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政权分层：合理划分中央与地方职权。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我国原则：中央集权统一、充分发挥地方积极性。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意义：保障国家高效治理。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主权特征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政权分层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我国央地关系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主权与安全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主权最高性。原因：学生易与"政权"混，需明确主权是抽象最高权力。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分层必要性。原因：易误解为削弱中央，需讲权责法定。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我国分层特点。原因：需结合国情。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主权与分层 ─┐
│ 主权=最高权力│
│ 对内最高 │
│ 对外独立 │
│ 政权分层:央 │
│ 地权责法定 │
│ 我国:统一+ │
│ 两个积极性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国家主权对内具有____性，对外具有____性。2. 我国央地关系坚持统一领导下发挥____积极性。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【提高作业】说明维护国家主权的意义。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国家的结构形式。把今天学到的方法带进下一篇——自己读、自己想、自己写。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