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第四课 侵权责任与权利界限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权利行使 注意界限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政治认同：认同权利受限的法治逻辑。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科学精神：分析权利冲突与平衡。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法治意识：依法行使权利，不越界。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公共参与：在权利冲突中互谅互让。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本框阐明民事权利有界限，行使权利不得损害国家、社会、他人利益；涉及相邻关系、名誉边界、知识产权限制等，须在法律范围内行使。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界限：权利行使不得损害国家、社会、他人。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相邻关系：不动产相邻应便利团结。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名誉边界：批评监督与侵权的界。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知识产权限制：合理使用。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原则：权利与义务、自由与秩序统一。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相邻关系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名誉边界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知产限制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统一原则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权利有限。原因：学生易绝对化，需讲限制正当。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相邻关系。原因：易忽视，需案例。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批评vs侵权。原因：需讲界限。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权利界限 ─┐
│ 不得损国家 │
│ 社会他人 │
│ 相邻:便利团│
│ 结 │
│ 批评:真实善│
│ 意≠侵权 │
│ 权义秩序统 │
│ 一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民事权利行使不得损害国家、社会、____利益。2. 相邻关系处理应遵循有利生产、方便生活、团结____原则。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【提高作业】说明权利行使为何要有界限。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侵权责任与权利界限。把今天学到的方法带进下一篇——自己读、自己想、自己写。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