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第4单元 第八课 主要的国际组织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联合国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政治认同：认同中国在联合国中的负责任作用。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科学精神：理解联合国宗旨、原则与机构。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法治意识：坚持联合国宪章的法治精神。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公共参与：支持多边主义国际合作。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本框阐明联合国的宗旨(维护国际和平安全、促进合作)、原则(主权平等、不干涉内政等)、主要机构(大会、安理会等)，以及中国在联合国中的积极作用。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宗旨：维护和平安全、发展友好关系、合作解决国际问题。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原则：会员国主权平等、和平解决争端、不干涉内政。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机构：大会、安理会(常任理事国否决权)、经社理事会等。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作用：维和、发展、人权。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改革：增强代表性、提高效率。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原则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主要机构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安理会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作用与改革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安理会机制。原因：学生易混大会与安理会，需讲权力差异。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否决权。原因：需讲常任理事国。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改革方向。原因：需客观。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联合国 ────┐
│ 宗旨:和平安│
│ 全合作 │
│ 原则:主权平│
│ 等不干涉 │
│ 机构:大会安│
│ 理会等 │
│ 安理会否决权│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联合国宗旨是维护国际____与安全、促进合作。2. 安理会____理事国享有否决权。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【提高作业】说明联合国的作用及改革方向。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本单元主题：第八课 主要的国际组织。把今天学到的方法带进下一篇——自己读、自己想、自己写。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