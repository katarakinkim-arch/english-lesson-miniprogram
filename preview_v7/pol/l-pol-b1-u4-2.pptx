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第4单元 第四课 只有坚持和发展中国特色社会主义才能实现中华民族伟大复兴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实现中华民族伟大复兴的中国梦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政治认同：认同中国梦是国家的、民族的，也是每个中国人的梦。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科学精神：说明"两步走"战略安排及其现实依据。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法治意识：理解实现中国梦需要法治保障与制度支撑。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公共参与：明确新时代青年的历史责任，将个人梦融入中国梦。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本框阐释中国梦的本质(国家富强、民族振兴、人民幸福)，"两步走"战略安排，以及实现中国梦必须走中国道路、弘扬中国精神、凝聚中国力量，强调青年一代的责任。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中国梦本质：国家富强、民族振兴、人民幸福。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实现路径：走中国道路(中国特色社会主义)、弘扬中国精神(民族+时代精神)、凝聚中国力量(人民大团结)。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"两步走"：2020到2035基本实现现代化；2035到本世纪中叶建成社会主义现代化强国。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青年责任：接力奋斗，担当民族复兴大任。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中国梦是世界的梦，为人类作贡献。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中国梦本质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实现路径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两步走战略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青年担当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本质三层次。原因：学生易只记"国家富强"，忽略人民幸福，需说明统一。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两步走时间。原因：易与旧"三步走"混，需明确新节点2035/2050。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个人与国家。原因：青年易感疏离，需用"小我融入大我"打通。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中国梦 ──────┐
│ 本质: │
│ 国家富强 │
│ 民族振兴 │
│ 人民幸福 │
│ 路径: │
│ 道路+精神+ │
│ 力量 │
│ 两步走: │
│ 2035/2050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中国梦的本质是____、____、____。2. "两步走"中，到____年基本实现现代化，到____年建成现代化强国。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【提高作业】为什么说"中国梦是国家的、民族的，也是每个中国人的梦"？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只有坚持和发展中国特色社会主义才能实现中华民族伟大复兴。把今天学到的方法带进下一篇——自己读、自己想、自己写。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