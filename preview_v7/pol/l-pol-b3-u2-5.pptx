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必修3 政治与法治 · 第2单元 第六课 我国的基本政治制度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基层群众自治制度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第10课时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政治认同：认同基层群众自治制度是人民当家作主的直接实现形式。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科学精神：分析基层民主"自我管理、自我服务"的特征。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法治意识：理解基层自治在法律法规框架内依法进行。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公共参与：积极参与社区/村务民主实践，增强主人翁意识。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本框阐明基层群众自治制度是我国基本政治制度，村民委员会、居民委员会是基层群众自治组织，人民群众依法直接行使民主权利，参与基层治理。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性质：村委会、居委会是基层群众性自治组织(非政权机关)。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内容：民主选举、民主协商、民主决策、民主管理、民主监督。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特点：自我管理、自我服务、自我教育、自我监督。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意义：扩大基层民主，是社会主义民主最广泛的实践。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途径：村(居)民会议、议事会等。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自治组织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五民主途径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四自我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制度意义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小结与作业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自治组织≠政权。原因：学生易与乡镇政府混淆，需明确"非行政机关"。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直接民主。原因：易以为"国家管"，需讲"群众自己管自己"。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五民主途径。原因：条目多，需落到身边实例。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基层自治 ────┐
│ 组织:村/居委 │
│ 会(非政权) │
│ 五民主:选协 │
│ 决管监 │
│ 四自我:管服 │
│ 教监 │
│ 意义:最广泛 │
│ 民主实践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村民委员会、居民委员会是基层群众性____组织。2. 基层民主包括民主选举、民主协商、民主决策、____、____。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【提高作业】为什么说基层群众自治是"社会主义民主最广泛的实践"？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本单元主题：第六课 我国的基本政治制度。把今天学到的方法带进下一篇——自己读、自己想、自己写。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