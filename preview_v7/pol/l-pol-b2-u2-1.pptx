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必修2 经济与社会 · 第2单元 第三课 我国的经济发展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坚持新发展理念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第6课时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政治认同：认同以人民为中心的发展思想和新发展理念。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科学精神：分析创新、协调、绿色、开放、共享的内在统一关系。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法治意识：理解绿色发展、共享发展需要法治保障。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公共参与：将新发展理念内化于心，参与绿色、共享的身边实践。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本框阐明新时代我国经济发展的基本理念：创新、协调、绿色、开放、共享，以人民为中心的发展思想贯穿其中。重点理解新发展理念是一个系统工程，是解决发展不平衡不充分问题的指引。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以人民为中心：发展为了人民、依靠人民、发展成果由人民共享。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创新：第一动力(解决发展动力)。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协调：内在要求(解决不平衡)。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绿色：必要条件(解决人与自然和谐)。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开放：必由之路(解决内外联动)；共享：本质要求(解决公平正义)。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创新与协调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绿色与开放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共享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系统统一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以人民为中心与共享。原因：学生易把二者当成同义，需说明前者是立场、后者是理念之一。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五理念关系。原因：易孤立记忆，需讲"系统整体"。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落地。原因：易空谈，需结合身边事例。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新发展理念 ──┐
│ 立场:以人民 │
│ 为中心 │
│ 创新:动力 │
│ 协调:平衡 │
│ 绿色:人与自然│
│ 开放:联动 │
│ 共享:公平 │
│ 系统统一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新时代经济发展的根本立场是____的发展思想。2. 新发展理念包括创新、协调、____、____、共享。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【提高作业】说明"以人民为中心"与"共享发展"的关系。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本单元主题：第三课 我国的经济发展。把今天学到的方法带进下一篇——自己读、自己想、自己写。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