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第2单元 第六课 珍惜婚姻关系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夫妻地位平等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政治认同：认同男女平等的家庭法治观。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科学精神：区分夫妻共同财产与个人财产。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法治意识：依法处理婚姻财产关系。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公共参与：倡导平等和睦的家庭关系。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本框阐明夫妻在家庭中地位平等，人身关系平等、财产上区分共同财产与个人财产；双方互负扶养义务，离婚须依法处理财产与子女。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平等：夫妻人格、人身关系平等。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共同财产：婚内所得工资、收益等共有。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个人财产：婚前、専用、赠与指定等。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义务：互相扶养、抚养子女。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离婚：依法分割、保护弱势。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共同财产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个人财产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相互义务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离婚处理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财产区分。原因：学生易混共同与个人，需逐类。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平等内涵。原因：需讲人身与财产。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离婚处理。原因：需点明。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夫妻平等 ─┐
│ 地位平等 │
│ 共同:婚内所│
│ 得(工资收)│
│ 个人:婚前/ │
│ 指定/专物 │
│ 扶养+抚养 │
│ 离婚依法分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夫妻在家庭中地位____。2. 一方婚前财产属于____财产。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【提高作业】区分夫妻共同财产与个人财产。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本单元主题：第六课 珍惜婚姻关系。把今天学到的方法带进下一篇——自己读、自己想、自己写。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