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第3单元 第三课 把握世界的规律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唯物辩证法的实质与核心：矛盾是对立统一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政治认同：认同矛盾分析法这一根本认识方法。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科学精神：分析矛盾同一性与斗争性的关系，坚持全面看问题。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法治意识：理解法律中权利与义务的对立统一。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公共参与：用一分为二观点分析社会现象，理性包容。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本框阐明矛盾即对立统一，矛盾双方既有同一性(相互依存、相互贯通)又有斗争性(相互排斥)，二者结合推动事物发展；矛盾是事物发展的源泉和动力，要求用一分为二、全面的观点看问题。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矛盾：事物内部对立统一的关系(斗争性与同一性)。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同一性：矛盾双方相互依存、相互贯通，在一定条件下相互转化。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斗争性：矛盾双方相互排斥、对立。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关系：同一以差别对立为前提，斗争性寓于同一性中，二者结合推动发展。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方法论：一分为二、全面看问题；承认矛盾、分析解决矛盾。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同一性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斗争性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二者关系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矛盾是动力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矛盾定义。原因：学生易等同"冲突"，需讲"对立统一"。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同一性。原因：易忽略"相互依存"，需举例(有无、上下)。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推动发展。原因：易以为矛盾是"坏东西"，需讲动力。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矛盾对立统一┐
│ 矛盾:对立统 │
│ 一关系 │
│ 同一:依存+ │
│ 转化(条件) │
│ 斗争:排斥对 │
│ 立 │
│ 关系:同以斗 │
│ 为前提斗寓 │
│ 于同 │
│ 动力:推动发 │
│ 展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矛盾即____统一，包含同一性和____性。2. 矛盾双方在一定条件下相互____。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【提高作业】说明"矛盾是事物发展的源泉和动力"。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本单元主题：第三课 把握世界的规律。把今天学到的方法带进下一篇——自己读、自己想、自己写。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