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必修1 中国特色社会主义 · 第4单元 第四课 只有坚持和发展中国特色社会主义才能实现中华民族伟大复兴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中国特色社会主义进入新时代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政治认同：认同我国进入新时代的历史方位，坚定走中国特色社会主义道路。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科学精神：说明社会主要矛盾转化的依据及"变与不变"的辩证关系。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法治意识：理解新时代全面依法治国在国家治理中的地位和作用。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公共参与：把握新时代青年使命，自觉投身国家建设。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本框阐明中国特色社会主义进入新时代的历史方位、社会主要矛盾的新变化(人民日益增长的美好生活需要和不平衡不充分的发展之间的矛盾)，以及新时代坚持和发展中国特色社会主义的意义。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新时代标志：党的十八大以来中国特色社会主义进入新时代。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新矛盾：人民日益增长的美好生活需要和不平衡不充分的发展之间的矛盾。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"变与不变"：主要矛盾变，但基本国情(处于并将长期处于社会主义初级阶段)与国际地位(最大发展中国家)不变。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意义：迎来从站起来、富起来到强起来的飞跃。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新时代是奋斗者的时代。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历史性成就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新主要矛盾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变与不变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强起来的飞跃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矛盾转化依据。原因：学生难从"物质文化需要"到"美好生活需要"理解升级，需举例。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变与不变。原因：易误以为"新时代=跨越初级阶段"，需强调"两个没有变"。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新时代内涵。原因：概念宏大，需落小落细到身边变化。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新时代 ──────┐
│ 起点:十八大 │
│ 成就:历史性 │
│ 新矛盾: │
│ 美好生活↔ │
│ 不平衡不充分 │
│ 变:矛盾 │
│ 不变:国情地位 │
│ 站富→强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新时代我国社会主要矛盾是____。2. 我国"两个没有变"指仍处于____并长期处于____、仍是世界最大____。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【提高作业】说明"变与不变"的辩证关系。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本单元主题：第四课 只有坚持和发展中国特色社会主义才能实现中华民族伟大复兴。把今天学到的方法带进下一篇——自己读、自己想、自己写。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