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第1单元 第一课 时代精神的精华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追求智慧的学问：哲学是什么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政治认同：认同马克思主义哲学是时代精神的精华，指导中国实践。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科学精神：说明哲学与世界观、具体科学的关系，树立理性思维。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法治意识：理解哲学思维对法治观念形成的意义。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公共参与：运用哲学智慧观察分析生活与社会问题。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本框阐明哲学是系统化理论化的世界观，是世界观与方法论的统一，是对自然、社会和思维知识的概括和总结；哲学是时代精神的精华，源于实践并指导实践。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哲学：系统化理论化的世界观。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关系：世界观决定方法论，哲学是二者统一。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与具体科学：哲学是对具体科学的概括总结，具体科学是哲学基础。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功能：指导人们认识和改造世界。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性质：真正的哲学是时代精神的精华。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世界观与哲学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世界观与方法论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哲学与具体科学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时代精华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世界观vs哲学。原因：学生易以为哲学=所有看法，需讲"系统化理论化"。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哲学与具体科学。原因：易以为哲学"包办一切"，需讲基础与概括关系。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时代精神。原因：概念抽象，需以马克思主义与中国实践说明。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哲学是什么 ──┐
│ 系统化理论 │
│ 化世界观 │
│ 世界观→方法 │
│ 论(统一) │
│ 基础:具体科 │
│ 学 概括总结 │
│ 性质:时代精 │
│ 华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哲学是____化、____化的世界观。2. 哲学是世界观和____的统一。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【提高作业】说明哲学与具体科学的关系。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时代精神的精华。把今天学到的方法带进下一篇——自己读、自己想、自己写。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