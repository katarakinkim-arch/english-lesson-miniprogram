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必修3 政治与法治 · 第3单元 第九课 全面推进依法治国的基本要求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公正司法与全民守法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政治认同：认同公正司法与全民守法对法治中国的意义。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科学精神：分析公正司法的标准与全民守法的内涵。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法治意识：树立"守法光荣、违法可耻"与信仰法治的观念。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公共参与：自觉守法、依法维权、积极参与法治实践。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本框阐明公正司法是法治生命线(司法公正、程序公正与实体公正统一)，全民守法是法治建设的基础(尊法学法守法用法、信仰法治、依法维权与表达)。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公正司法：司法是法治生命线，要求司法公正(程序公正与实体公正统一)、司法为民、独立行使职权。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标准：事实清楚、证据确凿、定性准确、程序合法、结果公正。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全民守法：尊法学法守法用法，信仰法治、依法维权与表达。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基础：法治根基在人民。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目标：让人民群众在每一个案件中感受公平正义。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公正司法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程序与实体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全民守法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法治信仰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司法公正双维度。原因：学生易只重结果(实体)忽略程序，需讲统一。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全民守法内涵。原因：易以为"不违法"，需讲"信仰+主动维权"。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司法独立。原因：易误解为"不受监督"，需讲依法独立。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司法与守法 ─┐
│ 司法:生命线 │
│ 公正为民独 │
│ 立 │
│ 双公正:程序 │
│ +实体 │
│ 全民守法: │
│ 尊学守用 │
│ 信仰法治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____是法治的生命线。2. 司法公正包含程序公正与____公正的统一。3. 全民守法要求尊法、学法、____、用法。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【提高作业】说明"让人民群众在每一个司法案件中感受到公平正义"的意义。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本单元主题：第九课 全面推进依法治国的基本要求。把今天学到的方法带进下一篇——自己读、自己想、自己写。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