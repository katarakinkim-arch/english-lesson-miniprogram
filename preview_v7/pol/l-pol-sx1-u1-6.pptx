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选择性必修1 当代国际政治与经济 · 第1单元 综合探究 国家安全与核心利益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综合探究：国家安全与核心利益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综合探究课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政治认同：坚定维护国家主权、安全、发展利益。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科学精神：理解国家安全与核心利益的内在联系。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法治意识：认识维护国家安全是公民的法定义务。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公共参与：自觉履行维护国家安全的责任。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本探究围绕国家主权、安全、发展利益，理解国家安全是民族复兴的根基，明确我国核心利益包括哪些，引导学生树立总体国家安全观。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国家安全：民族复兴的根基，总体国家安全观。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核心利益：国家主权、领土完整、统一、经济社会可持续发展等。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关系：安全是发展的前提，发展是安全的保障。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义务：维护国家安全人人有责。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行动：增强意识、保守秘密、举报危害。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核心利益清单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安全与发展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公民责任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探究展示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核心利益内容。原因：学生易泛泛而谈，需具体列举。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总体国家安全观。原因：概念宽，需落到各领域。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公民责任。原因：易认为与己无关。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安全核心利益┐
│ 安全=根基 │
│ 核心利益: │
│ 主权/领土/ │
│ 统一/发展 │
│ 安全⇌发展 │
│ 公民义务+行 │
│ 动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____是民族复兴的根基。2. 我国核心利益包括国家主权、领土完整、____等。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【提高作业】谈谈青年如何维护国家安全。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本单元主题：综合探究 国家安全与核心利益。把今天学到的方法带进下一篇——自己读、自己想、自己写。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