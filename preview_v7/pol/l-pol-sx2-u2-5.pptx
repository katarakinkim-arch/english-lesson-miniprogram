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选择性必修2 法律与生活 · 第2单元 综合探究 家庭生活中的法律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综合探究：家庭生活中的法律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综合探究课  ·  第14课时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政治认同：认同家庭法治对和谐的保障。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科学精神：梳理家庭婚姻法律关系。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法治意识：依法处理家庭事务。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公共参与：践行良好家风。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本探究综合本单元家庭婚姻内容，理解法律为家庭和睦提供保障，倡导孝亲、平等、和睦的家风与法治观念。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亲子：双向抚养赡养义务。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继承：法定与遗嘱规则。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婚姻：自由、登记、平等。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价值：德法并济促和睦。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青年：孝亲、平等、责任。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亲子与继承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婚姻规则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德法并济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探究汇报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体系整合。原因：学生易零散，需结构化。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德法关系。原因：需点明。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青年角色。原因：易旁观。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家庭法律 ─┐
│ 亲子:双向义│
│ 务 │
│ 继承:法定遗│
│ 嘱 │
│ 婚姻:自由登│
│ 记平等 │
│ 德法并济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父母对未成年子女、成年子女对父母都负有法定____。2. 结婚必须____确立夫妻关系。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【提高作业】谈谈法律如何保障家庭和睦。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本单元主题：综合探究 家庭生活中的法律。把今天学到的方法带进下一篇——自己读、自己想、自己写。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