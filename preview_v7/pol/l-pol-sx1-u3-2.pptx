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第3单元 第六课 走进经济全球化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日益开放的世界经济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政治认同：支持建设开放型世界经济、反对保护主义。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科学精神：辩证看待全球化的机遇与挑战。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法治意识：维护多边贸易体制与规则。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公共参与：树立合作共赢的开放意识。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本框阐明经济全球化对世界经济发展既有机遇也有挑战，应推动建设开放型世界经济、反对贸易保护主义，让全球化更平衡包容。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机遇：优化资源配置、促进增长、惠及消费者。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挑战：风险传导、发展失衡、产业冲击。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应对：建设开放型世界经济。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反对：贸易保护主义、单边制裁。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目标：包容、普惠、平衡。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机遇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挑战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反对保护主义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开放世界经济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辩证看。原因：学生易一边倒，需机遇挑战并重。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保护主义危害。原因：需实例。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中国立场。原因：需结合扩大开放。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开放世界经济┐
│ 机遇:资源增│
│ 长技术 │
│ 挑战:风险失│
│ 衡冲击 │
│ 反保护主义 │
│ 建开放包容 │
│ 普惠平衡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经济全球化既带来机遇，也带来____。2. ____主义违背规律、损人害己，应反对。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【提高作业】说明建设开放型世界经济的意义。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本单元主题：第六课 走进经济全球化。把今天学到的方法带进下一篇——自己读、自己想、自己写。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