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第4单元 第九课 中国与国际组织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中国与新兴国际组织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政治认同：认同中国参与新兴国际机制的积极作为。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科学精神：比较主要新兴国际组织的特点。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法治意识：在机制中遵循国际规则。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公共参与：关注中国参与全球治理的多元路径。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本框阐明中国积极参与金砖国家、上海合作组织、二十国集团、亚投行等新兴国际组织与机制，推动国际关系民主化与全球治理改革。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金砖：新兴市场合作平台，扩容增强代表。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上合：安全+经济，反恐合作。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二十国集团：全球经济治理主要平台。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亚投行：多边开发金融。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策略：多边参与、改革治理。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金砖与上合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二十国与亚投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中国策略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组织定位。原因：学生易混，需各自关键词。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中国策略。原因：需归纳"多元参与"。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意义。原因：需落到治理改革。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新兴组织 ─┐
│ 金砖:新兴市│
│ 场平台 │
│ 上合:安全经│
│ 济反恐 │
│ G20:经济治│
│ 理 亚投行金│
│ 融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____国家合作机制聚焦新兴市场与发展中国家。2. ____组织聚焦安全与经济合作、反恐。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【提高作业】说明中国参与新兴国际机制的意义。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中国与国际组织。把今天学到的方法带进下一篇——自己读、自己想、自己写。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