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第1单元 综合探究 财产制度助力经济社会发展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综合探究：财产制度助力经济社会发展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政治认同：认同产权保护对发展的支撑。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科学精神：分析财产制度的功能。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法治意识：树立依法保护产权的观念。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公共参与：做诚信守法的市场主体。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本探究综合本单元财产权内容，理解财产制度界定产权、稳定预期、激发活力，是市场经济与经济社会发展的法治基础。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功能：界定产权、稳定预期。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激励：保护产权激发创造与投资。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市场：产权清晰是市场前提。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体系：物权、合同、知识产权协同。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青年：守法诚信。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激励创新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市场前提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体系协同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制度功能。原因：学生易只记规则，需拔高到经济。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协同。原因：需整合单元。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青年角色。原因：易旁观。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财产制度 ─┐
│ 界定产权稳 │
│ 预期 │
│ 激励创造投 │
│ 资 │
│ 市场前提 │
│ 体系协同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健全财产制度可以界定产权、稳定____。2. ____清晰是市场交易的前提。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【提高作业】说明财产制度如何助力经济社会发展。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财产制度助力经济社会发展。把今天学到的方法带进下一篇——自己读、自己想、自己写。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