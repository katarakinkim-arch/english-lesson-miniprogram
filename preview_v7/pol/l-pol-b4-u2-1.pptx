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第2单元 第二课 探究世界的本质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世界的物质性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政治认同：认同世界物质统一性原理，坚持一切从实际出发。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科学精神：分析哲学物质概念与具体的区别，理解世界物质性。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法治意识：理解从客观实际(物质)出发是法治事实认定的基础。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公共参与：坚持实事求是，按客观规律办事。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本框阐明马克思主义哲学的物质概念，世界的真正统一性在于它的物质性：自然界是物质的，人类社会也是物质的(物质资料生产方式起决定作用)，意识是物质世界长期发展的产物。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物质：不依赖于人的意识并能为人的意识所反映的客观实在。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自然界：先于人类存在、按自身规律运动，是物质的。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人类社会：物质资料生产方式(生产力和生产关系)是社会存在和发展的基础，故也物质。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意识：物质世界长期发展的产物，是人脑机能。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结论：世界统一于物质。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物质概念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自然界物质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人类社会物质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意识是产物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物质概念。原因：学生易等同"具体事物"，需讲"客观实在"这一共同本质。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人类社会物质性。原因：难理解，需以"生产方式"为切入点。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客观实在。原因：易与"客观存在"混，需辨析。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世界物质性 ──┐
│ 物质:客观实 │
│ 在(共性) │
│ 自然:先于意 │
│ 识 │
│ 社会:生产方 │
│ 式为基础 │
│ 意识:物质产 │
│ 物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物质是不依赖于人的意识，并能为人的意识所反映的____。2. 人类社会的物质性集中体现在____是社会存在和发展的基础。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【提高作业】为什么马克思主义哲学的物质概念不等于"具体的物质形态"？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探究世界的本质。把今天学到的方法带进下一篇——自己读、自己想、自己写。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