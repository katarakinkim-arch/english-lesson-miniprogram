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必修3 政治与法治 · 第2单元 第四课 人民民主专政的社会主义国家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人民民主专政的本质：人民当家作主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第6课时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政治认同：认同我国人民民主专政的国体与人民当家作主。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科学精神：分析我国人民民主"最广泛、最真实、最管用"的特点。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法治意识：理解民主与专政统一，国家依法保障人民权利。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公共参与：增强当家作主意识，积极参与民主实践。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本框阐明我国国体是人民民主专政，本质是人民当家作主；人民民主是社会主义的生命，是最广泛、最真实、最管用的民主；同时国家依法行使专政职能，保卫人民民主。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国体：人民民主专政的社会主义国家。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本质：人民当家作主。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特点：最广泛(主体/权利广)、最真实(制度/法律/物质保障)、最管用(制度体系有效)。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全过程人民民主：民主选举、协商、决策、管理、监督全链条。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专政职能：依法打击敌对势力，保卫人民民主。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最广泛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最真实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最管用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全过程人民民主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民主三特点区分。原因：学生易混，需逐一对应(广/真/用)。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民主与专政关系。原因：易对立，需讲"民主是主体、专政是保障"。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全过程人民民主。原因：概念新，需落到"全链条"。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人民民主 ────┐
│ 国体:人民民 │
│ 主专政 │
│ 本质:当家作 │
│ 主 │
│ 三特点: │
│ 广泛/真实/ │
│ 管用 │
│ 全过程链条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我国国体是____专政的社会主义国家，本质是____。2. 我国人民民主是最广泛、____、____的民主。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【提高作业】说明"民主与专政"的关系。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本单元主题：第四课 人民民主专政的社会主义国家。把今天学到的方法带进下一篇——自己读、自己想、自己写。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