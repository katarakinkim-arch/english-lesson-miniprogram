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第2单元 第六课 珍惜婚姻关系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法律保护下的婚姻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政治认同：认同法律对婚姻家庭的保障。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科学精神：把握结婚法定要件。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法治意识：依法登记，树立正确婚恋观。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公共参与：倡导平等和睦的家庭观。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本框阐明结婚须具备法定要件(自愿、达龄、无禁婚情形)并登记，确立夫妻关系；婚姻自由、一夫一妻、男女平等，法律保障婚姻权益。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原则：婚姻自由、一夫一妻、男女平等。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要件：自愿、男22女20、无禁止结婚情形。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形式：必须登记，登记即确立关系。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效力：产生夫妻权利义务。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禁止：包办、重婚、近亲结婚。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结婚要件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登记确立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婚姻效力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禁止情形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要件。原因：学生易漏年龄与禁婚，需逐个。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登记效力。原因：需强调不登记不受保护。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原则。原因：需点明。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婚姻保护 ─┐
│ 原则:自由一│
│ 夫一妻平等 │
│ 要件:自愿龄│
│ 无禁 │
│ 登记=确立 │
│ 禁包办重婚 │
│ 近亲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我国法定婚龄为男____周岁、女20周岁。2. 结婚必须____才确立夫妻关系。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【提高作业】说明结婚的法定要件。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本单元主题：第六课 珍惜婚姻关系。把今天学到的方法带进下一篇——自己读、自己想、自己写。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