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第三课 订约履约 诚信为本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订立合同学问大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政治认同：认同合同法维护交易秩序。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科学精神：把握要约与承诺的成立逻辑。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法治意识：依法订立合同、防范风险。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公共参与：树立契约精神与诚信意识。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本框阐明合同是民事主体设立变更终止民事关系的协议，订立经要约与承诺，合同自成立生效，依法成立的合同受法律保护。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合同：设立变更终止民事关系的协议。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订立：要约(希望订约)+承诺(同意)。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成立：承诺生效时合同成立。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效力：依法成立即生效，违法规无效。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形式：书面、口头等。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要约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承诺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成立与生效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形式与风险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要约vs要约邀请。原因：学生易混，需讲"具体确定vs邀请磋商"。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成立与生效。原因：易混，需区分。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效力瑕疵。原因：需讲无效情形。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订立合同 ──┐
│ 要约(具体) │
│ ↓ │
│ 承诺(同意) │
│ ↓ │
│ 成立即生效 │
│ 书面防纠纷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合同订立经____与承诺两个阶段。2. ____生效时合同成立。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【提高作业】说明要约与要约邀请的区别。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订约履约 诚信为本。把今天学到的方法带进下一篇——自己读、自己想、自己写。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