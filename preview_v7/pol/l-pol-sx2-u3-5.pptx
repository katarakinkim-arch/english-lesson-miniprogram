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第3单元 综合探究 企业创办和经营中的法律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综合探究：企业创办和经营中的法律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第19课时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政治认同：认同法治化的营商环境。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科学精神：梳理企业经营法律链条。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法治意识：树立全过程合规意识。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公共参与：做守法诚信的经营者。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本探究综合本单元就业创业内容，理解企业从创办到经营全过程的法律要求，树立合规经营、诚信纳税的法治观念。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创办：登记、选主体。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竞争：公平、反不正、反垄断。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经营：诚信、护消费者。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纳税：依法缴纳。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价值：合规促长远。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创办与竞争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经营与纳税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合规价值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链条整合。原因：学生易零散，需串线。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合规价值。原因：需拔高。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青年角色。原因：易旁观。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企业法律 ─┐
│ 创办:登记主│
│ 体 │
│ 竞争:公平反│
│ 垄断 │
│ 经营:诚信纳│
│ 税 │
│ 合规促长远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企业创办须依法____并选定市场主体。2. 经营者应____经营、依法纳税。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【提高作业】说明企业全流程合规的意义。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企业创办和经营中的法律。把今天学到的方法带进下一篇——自己读、自己想、自己写。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