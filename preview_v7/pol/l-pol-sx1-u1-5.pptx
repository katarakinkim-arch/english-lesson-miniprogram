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选择性必修1 当代国际政治与经济 · 第1单元 第二课 国家的结构形式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单一制与联邦制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第5课时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政治认同：认同我国单一制国家结构形式。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科学精神：比较单一制与联邦制的权力划分。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法治意识：理解宪法在国家结构中的最高地位。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公共参与：认识维护国家结构统一的责任。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本框阐明国家结构形式是中央与地方、整体与部分的关系，分为单一制与联邦制；单一制国家全国只有一个中央政权、一部宪法，联邦制成员单位有相对自主权；我国是单一制国家。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结构形式：中央与地方、整体与部分的关系。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单一制：一个中央政权、一部宪法、地方权力来自中央授权。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联邦制：成员单位有宪法赋予的相对自主权。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区别：权力来源与法律效力层级不同。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我国：单一制，符合历史与文化统一传统。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单一制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联邦制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对比辨析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我国单一制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单一与联邦区别。原因：学生易混，需从"权力来源"区分。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联邦不是邦联。原因：易混，需讲联邦有统一主权、邦联松散。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我国为何单一制。原因：需结合历史国情。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单一与联邦 ─┐
│ 结构=央地关│
│ 单一:一中央│
│ 一宪法 │
│ 地方权授权│
│ 联邦:分权 │
│ 成员单位权│
│ 固有 │
│ 我国:单一制│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单一制国家地方权力由____授予。2. 联邦制成员单位权力由____赋予，具有相对自主性。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【提高作业】比较单一制与联邦制的核心区别。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本单元主题：第二课 国家的结构形式。把今天学到的方法带进下一篇——自己读、自己想、自己写。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