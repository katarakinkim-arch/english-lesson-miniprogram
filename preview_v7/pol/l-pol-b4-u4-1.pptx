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第4单元 第四课 探索认识的奥秘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人的认识从何而来：实践与认识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第10课时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政治认同：认同实践第一的观点，坚持实践标准。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科学精神：分析实践与认识的辩证关系。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法治意识：理解法治须立足实践、接受实践检验。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公共参与：在参与社会实践中增长见识、检验认识。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本框阐明实践是人们改造客观世界的物质性活动，具有客观物质性、能动性、社会历史性；实践是认识的来源、动力、检验标准、目的，认识对实践有反作用。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实践：改造客观世界的物质性活动(对象客观、手段客观、结果客观)。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特征：客观物质性、能动创造性、社会历史性。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实践是基础：来源、动力、检验认识真理性的唯一标准、目的。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认识反作用：正确认识促进实践。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统一：实践与认识辩证统一，在实践中发展认识。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实践三特征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来源与动力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检验与目的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认识反作用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实践定义。原因：学生易与"认识/思想"混，需强调"改造客观世界"。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来源vs检验。原因：两作用易混，需分别解释。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认识反作用。原因：易以为"实践唯一决定"，需讲反作用。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实践与认识 ──┐
│ 实践:改造客 │
│ 观物质活动 │
│ 特征:物质能 │
│ 动社会历史 │
│ 基础:来源动 │
│ 力检验目的 │
│ 认识:反作用 │
│ (正确促进)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____是认识的基础，是认识的来源、动力、检验标准和目的。2. 实践是检验认识____性的唯一标准。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【提高作业】说明"实践是认识的来源"与"实践是检验标准"的区别。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本单元主题：第四课 探索认识的奥秘。把今天学到的方法带进下一篇——自己读、自己想、自己写。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