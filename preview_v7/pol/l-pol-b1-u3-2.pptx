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政治 · 必修1 中国特色社会主义 · 第3单元 第三课 只有中国特色社会主义才能发展中国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中国特色社会主义的创立、发展和完善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第6课时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政治认同：认同中国特色社会主义理论体系，坚定"四个自信"。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科学精神：梳理理论体系一脉相承又与时俱进的发展脉络。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法治意识：理解党的理论对社会主义法治建设方向的引领。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公共参与：以新时代思想武装自己，投身民族复兴实践。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框梳理中国特色社会主义理论体系的接续发展：邓小平理论开创，"三个代表"重要思想、科学发展观继续推进，习近平新时代中国特色社会主义思想是当代马克思主义、21世纪马克思主义。重点在于理解理论体系一脉相承又与时俱进。</a:t>
            </a:r>
          </a:p>
        </p:txBody>
      </p:sp>
      <p:pic>
        <p:nvPicPr>
          <p:cNvPr id="6" name="Picture 5" descr="renmin.jpg"/>
          <p:cNvPicPr>
            <a:picLocks noChangeAspect="1"/>
          </p:cNvPicPr>
          <p:nvPr/>
        </p:nvPicPr>
        <p:blipFill>
          <a:blip r:embed="rId2"/>
          <a:srcRect l="368" r="368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renmin.jpg）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邓小平理论：开创中国特色社会主义，回答"什么是社会主义、怎样建设社会主义"。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395728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505456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944368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"三个代表"重要思想：回答"建设什么样的党、怎样建设党"。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419856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529584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968496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科学发展观：回答"实现什么样的发展、怎样发展"。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443984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4553712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992624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习近平新时代中国特色社会主义思想：新时代坚持和发展什么样的中国特色社会主义、怎样坚持发展。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468112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71600" y="557784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6016752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⑤ 一脉相承又与时俱进。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邓小平理论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三个代表与科学发展观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习近平新时代中国特色社会主义思想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一脉相承与时俱进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小结与作业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各理论主题。原因：学生易混"各自回答的问题"，需列表对比。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一脉相承。原因：易看成断裂，需讲清立场观点方法一致。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新时代思想地位。原因：概念大，需落到"行动指南"。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理论体系 ────┐
│ 邓:什么是社 │
│ 会主义 │
│ 三代:建设党 │
│ 科发:怎样发展 │
│ 新时代:怎样 │
│ 坚持和发展 │
│ 同:立场方法 │
│ 异:主题深化 │
└──────────────┘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邓小平理论回答的核心问题是____。2. 习近平新时代中国特色社会主义思想是____马克思主义、____马克思主义。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【提高作业】用一表对比四大理论成果各自回答的主题。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本单元主题：第三课 只有中国特色社会主义才能发展中国。把今天学到的方法带进下一篇——自己读、自己想、自己写。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