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第1单元 第四课 侵权责任与权利界限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权利保障 于法有据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政治认同：认同法律对权益的救济功能。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科学精神：区分不同归责原则。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法治意识：依法担责、依法求偿。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公共参与：树立规则意识，避免侵权。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本框阐明侵害他人民事权益应承担责任，归责原则包括过错责任与无过错责任；行为人须依法担责，受害人可请求救济。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侵权：侵害他人民事权益应承担侵权责任。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要件：违法行为、损害、因果关系、过错(一般)。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原则：过错责任(一般)、无过错责任(法定情形)。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免责：受害人故意、第三人原因等。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救济：停止、赔偿等。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构成要件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过错责任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无过错责任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免责与救济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归责原则。原因：学生易混过错与无过错，需讲法定情形。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构成要件。原因：需四要件。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免责。原因：需厘清。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侵权责任 ──┐
│ 四要件: │
│ 违法/损害/ │
│ 因果/过错 │
│ 过错责任(一)│
│ 无过错(法定)│
│ 免责+救济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一般侵权适用____责任原则。2. 饲养动物致人损害适用____责任。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【提高作业】说明侵权责任的一般构成要件。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本单元主题：第四课 侵权责任与权利界限。把今天学到的方法带进下一篇——自己读、自己想、自己写。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