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第7单元 第七课 继承发展中华优秀传统文化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正确认识中华传统文化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政治认同：认同中华优秀传统文化，增强民族归属感。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科学精神：辩证分析传统文化的双重作用，取其精华去其糟粕。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法治意识：理解法治与传统德治文化的结合。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公共参与：做中华优秀传统文化的传承者。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本框阐明中华传统文化主要内容(核心思想理念、中华传统美德、中华人文精神)，具有相对稳定性与鲜明的民族性；传统文化有精华有糟粕，要取其精华去其糟粕、批判继承。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内容：核心思想理念、中华传统美德、中华人文精神。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特征：相对稳定性(因时而变)、鲜明民族性。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双重作用：顺应社会生活的精华起积极作用，落后陈腐部分起消极作用。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态度：取其精华、去其糟粕，批判继承、古为今用。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根基：优秀传统文化是民族血脉与精神标识。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主要内容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双重作用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批判继承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民族性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双重作用。原因：学生易全盘肯定/否定，需讲"精华积极、糟粕消极"。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批判继承。原因：易以为"继承=照搬"，需讲改造。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稳定性。原因：易误解为"不变"，需讲"基本特征稳定但内涵因时变"。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传统文化 ────┐
│ 内容:理念美 │
│ 德人文精神 │
│ 特征:稳定民 │
│ 族性 │
│ 双重:精华积 │
│ 极/糟粕消 │
│ 极 │
│ 态度:取精去 │
│ 糟批判继承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中华传统文化包括核心思想理念、中华传统美德和中华____精神。2. 对待传统文化要取其精华、去其糟粕，____继承、古为今用。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【提高作业】为什么说"传统文化的作用具有双重性"？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继承发展中华优秀传统文化。把今天学到的方法带进下一篇——自己读、自己想、自己写。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