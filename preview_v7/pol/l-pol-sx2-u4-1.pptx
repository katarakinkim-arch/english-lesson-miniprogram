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第九课 纠纷的多元解决方式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认识调解与仲裁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政治认同：认同多元化解纠纷的法治智慧。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科学精神：比较调解、仲裁、诉讼。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法治意识：依法选择适当解纷方式。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公共参与：优先非诉、节约司法资源。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本框阐明纠纷解决多元：和解、调解、仲裁、诉讼；调解含人民调解等，仲裁具一裁终局、高效灵活特点，非诉方式便利高效。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多元：和解、调解、仲裁、诉讼。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调解：第三方斡旋促成协议，人民调解免费。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仲裁：双方协议提交，一裁终局、高效。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特点：非诉灵活、低成本。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选择：依情形而定。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调解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仲裁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非诉特点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方式选择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调解vs仲裁。原因：学生易混，需讲是否有协议前提。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一裁终局。原因：需点明。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多元意义。原因：需拔高。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调解仲裁 ─┐
│ 多元:和调仲│
│ 诉 │
│ 调解:第三方│
│ 斡旋免费 │
│ 仲裁:一裁终│
│ 局(需协议) │
│ 非诉灵活低│
│ 成本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纠纷解决方式包括和解、调解、仲裁、____。2. 仲裁实行____终局，高效灵活。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【提高作业】比较调解与仲裁的异同。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纠纷的多元解决方式。把今天学到的方法带进下一篇——自己读、自己想、自己写。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