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选择性必修1 当代国际政治与经济 · 第4单元 综合探究 中国国际地位的提升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综合探究：中国国际地位的提升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综合探究课  ·  第24课时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政治认同：为我国国际地位提升与国际担当而自豪。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科学精神：分析地位提升的动因与表现。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法治意识：在参与全球治理中坚持国际规则。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公共参与：做有全球视野的新时代青年。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本探究综合全册，梳理中国国际地位提升的表现与原因，理解中国正日益走近世界舞台中央，是和平与发展的中流砥柱。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表现：走近世界舞台中央、话语权提升。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动因：综合国力增强、道路正确、贡献突出。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角色：和平建设者、发展贡献者、秩序改革者。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主张：多边主义、人类命运共同体。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青年：全球素养与责任。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动因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角色定位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中国主张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探究汇报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动因分析。原因：学生易只讲实力，需综合。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角色定位。原因：需结构化。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青年责任。原因：易旁观。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地位提升 ─┐
│ 表现:走近中│
│ 央话语权升 │
│ 动因:实力道│
│ 路贡献 │
│ 角色:建设者│
│ 贡献者改革 │
│ 者 │
│ 青年:全球素│
│ 养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中国正历史性地走近世界舞台____。2. 中国是世界和平____者、全球发展贡献者、国际秩序改革者。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【提高作业】说明中国国际地位提升的原因及青年责任。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本单元主题：综合探究 中国国际地位的提升。把今天学到的方法带进下一篇——自己读、自己想、自己写。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