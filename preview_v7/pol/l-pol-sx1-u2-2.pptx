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选择性必修1 当代国际政治与经济 · 第2单元 第三课 多极化趋势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国际关系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第8课时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政治认同：坚定维护我国国家利益。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科学精神：用国家利益与实力分析国际关系。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法治意识：在国际交往中遵循国际法和规则。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公共参与：理性看待国际竞争，增强国家观念。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本框阐明国际关系的内容、形式与决定性因素：国家利益和国家实力决定国际关系，共同利益是合作基础、利益对立是冲突根源；我国坚持维护国家利益、增强国家实力。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国际关系：国家间政治、经济、文化、军事等关系。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形式：竞争、合作、冲突。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决定因素：国家利益和国家实力。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合作基础：共同利益；冲突根源：利益对立。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我国：维护国家利益，增强实力。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国际关系内容与形式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决定性因素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合作与冲突根源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我国立场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利益决定论。原因：学生易忽视实力作用，需两者并重。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合作与冲突并存。原因：易绝对化，需讲同一关系含两面。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我国利益立场。原因：需结合具体。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国际关系 ──┐
│ 内容:政经文│
│ 军事 │
│ 形式:竞争合│
│ 作冲突 │
│ 决定:利益+ │
│ 实力 │
│ 同利合作 │
│ 异利冲突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国际关系的决定性因素是____和____。2. 国家间____利益是合作基础，利益对立是冲突根源。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【提高作业】运用国家利益知识分析一则国际时事。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本单元主题：第三课 多极化趋势。把今天学到的方法带进下一篇——自己读、自己想、自己写。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