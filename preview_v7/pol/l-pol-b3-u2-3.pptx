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政治 · 必修3 政治与法治 · 第2单元 第六课 我国的基本政治制度</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中国共产党领导的多党合作和政治协商制度</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第8课时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年级：高二</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政治认同：认同我国共产党领导的多党合作和政治协商制度。</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科学精神：分析我国政党制度与西方多党制的本质区别。</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法治意识：理解多党合作以宪法为根本活动准则。</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公共参与：了解政协职能，增强协商民主意识。</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本框阐明中国共产党领导的多党合作和政治协商制度是我国基本政治制度：共产党执政、各民主党派参政，人民政协是爱国统一战线组织，履行政治协商、民主监督、参政议政职能。</a:t>
            </a:r>
          </a:p>
        </p:txBody>
      </p:sp>
      <p:pic>
        <p:nvPicPr>
          <p:cNvPr id="6" name="Picture 5" descr="renmin.jpg"/>
          <p:cNvPicPr>
            <a:picLocks noChangeAspect="1"/>
          </p:cNvPicPr>
          <p:nvPr/>
        </p:nvPicPr>
        <p:blipFill>
          <a:blip r:embed="rId2"/>
          <a:srcRect l="368" r="368"/>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renmin.jpg）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格局：共产党执政、各民主党派参政(非反对党)。</a:t>
            </a:r>
          </a:p>
        </p:txBody>
      </p:sp>
      <p:sp>
        <p:nvSpPr>
          <p:cNvPr id="8" name="Rounded Rectangle 7"/>
          <p:cNvSpPr/>
          <p:nvPr/>
        </p:nvSpPr>
        <p:spPr>
          <a:xfrm>
            <a:off x="640080" y="2395728"/>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05456"/>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2944368"/>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方针：长期共存、互相监督、肝胆相照、荣辱与共。</a:t>
            </a:r>
          </a:p>
        </p:txBody>
      </p:sp>
      <p:sp>
        <p:nvSpPr>
          <p:cNvPr id="11" name="Rounded Rectangle 10"/>
          <p:cNvSpPr/>
          <p:nvPr/>
        </p:nvSpPr>
        <p:spPr>
          <a:xfrm>
            <a:off x="640080" y="3419856"/>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529584"/>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3968496"/>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根本准则：宪法。</a:t>
            </a:r>
          </a:p>
        </p:txBody>
      </p:sp>
      <p:sp>
        <p:nvSpPr>
          <p:cNvPr id="14" name="Rounded Rectangle 13"/>
          <p:cNvSpPr/>
          <p:nvPr/>
        </p:nvSpPr>
        <p:spPr>
          <a:xfrm>
            <a:off x="640080" y="4443984"/>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553712"/>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4992624"/>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政协：爱国统一战线组织，履行政治协商、民主监督、参政议政。</a:t>
            </a:r>
          </a:p>
        </p:txBody>
      </p:sp>
      <p:sp>
        <p:nvSpPr>
          <p:cNvPr id="17" name="Rounded Rectangle 16"/>
          <p:cNvSpPr/>
          <p:nvPr/>
        </p:nvSpPr>
        <p:spPr>
          <a:xfrm>
            <a:off x="640080" y="5468112"/>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577840"/>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6016752"/>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⑤ 特色：共产党领导、多党派合作，新型政党制度。</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2 执政与参政</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3 十六字方针</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人民政协</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5 制度优势</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小结与作业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① 参政≠反对党。原因：学生易套西方"在野党"，需讲清"参政党"定位。</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政协性质。原因：易误为"权力机关"，需强调"统一战线组织"。</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制度优势。原因：易与西方比"谁更好"，需讲适配国情。</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多党合作 ────┐
│ 执政党:共产 │
│ 党参政党 │
│ 方针:十六字 │
│ 政协:统一战 │
│ 线组织 │
│ 职能:协商监 │
│ 督参政 │
│ 新型政党制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【基础作业】1. 我国政党制度中，共产党是____党，民主党派是____党。2. 人民政协履行政治协商、____、____三项职能。</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【提高作业】为什么我国民主党派不是"反对党"？</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本单元主题：第六课 我国的基本政治制度。把今天学到的方法带进下一篇——自己读、自己想、自己写。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