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第4单元 第八课 主要的国际组织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区域性国际组织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政治认同：认同区域合作对和平发展的积极作用。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科学精神：比较主要区域性国际组织的特点。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法治意识：尊重区域组织的规则与条约。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公共参与：关注我国周边与区域合作。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本框阐明区域性国际组织在某一地区促进合作，如欧盟(一体化程度最高)、亚太经合组织(论坛性)、东盟、非盟等，说明区域合作是全球化的重要组成。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欧盟：一体化程度最高，有统一市场与货币。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亚太经合组织：论坛性、自愿灵活、多样性。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东盟：东南亚区域合作核心。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非盟：非洲联合自强的平台。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意义：区域合作促和平发展。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欧盟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亚太经合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东盟与非盟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组织性质差异。原因：学生易混"一体化"与"论坛"，需对比。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欧盟特点。原因：需讲超国家机构。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我国周边。原因：需联系东盟。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区域组织 ─┐
│ 欧盟:一体化│
│ 最高(欧元) │
│ APEC:论坛灵│
│ 活自愿 │
│ 东盟:东南亚│
│ 非盟:非洲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____是当今世界一体化程度最高的区域组织。2. 亚太经合组织是____性组织，强调自愿灵活。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【提高作业】比较欧盟与亚太经合组织的不同特点。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本单元主题：第八课 主要的国际组织。把今天学到的方法带进下一篇——自己读、自己想、自己写。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