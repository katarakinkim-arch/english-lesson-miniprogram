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政治 · 选择性必修1 当代国际政治与经济 · 第3单元 第六课 走进经济全球化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认识经济全球化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第14课时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政治认同：理性看待全球化，坚定扩大开放。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科学精神：把握经济全球化的表现、动因与实质。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法治意识：在开放中遵守国际经贸规则。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公共参与：增强开放意识与国际视野。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本框阐明经济全球化表现为生产、贸易、金融(资本)全球化，根本动因是科技进步与生产力发展，载体是跨国公司，实质是以发达资本主义国家为主导。</a:t>
            </a:r>
          </a:p>
        </p:txBody>
      </p:sp>
      <p:pic>
        <p:nvPicPr>
          <p:cNvPr id="6" name="Picture 5" descr="renmin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renmin.jpg）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表现：生产全球化、贸易全球化、金融全球化。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95728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505456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944368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动因：科技进步、生产力发展、跨国公司推动。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419856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529584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968496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载体：跨国公司。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43984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553712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992624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实质：以发达资本主义国家为主导。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468112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557784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6016752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⑤ 趋势：客观必然，不可逆转。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生产全球化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贸易与金融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动因与载体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实质与趋势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小结与作业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三表现区分。原因：学生易混，需举例对应。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实质。原因：易只看好的一面，需客观。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趋势不可逆。原因：需讲规律。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经济全球化 ┐
│ 三表现: │
│ 生产(分工) │
│ 贸易(流动) │
│ 金融(资本) │
│ 动因:科技生│
│ 产力 │
│ 载体:跨国公│
│ 司 实质主导 │
└──────────────┘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经济全球化表现为生产、贸易、____全球化。2. 经济全球化的主要载体是____公司。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【提高作业】说明经济全球化的根本动因。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本单元主题：第六课 走进经济全球化。把今天学到的方法带进下一篇——自己读、自己想、自己写。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