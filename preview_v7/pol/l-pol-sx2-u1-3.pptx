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第二课 依法有效保护财产权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保障各类物权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政治认同：认同物权法对财产秩序的保障。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科学精神：区分所有权与用益、担保物权。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法治意识：依法取得和行使物权。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公共参与：尊重他人财产权。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本框阐明物权包括所有权、用益物权、担保物权；所有权分国家、集体、私人所有，物权受法律保护，取得与行使须合法。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物权：权利人对特定物享有直接支配和排他的权利。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所有权：国家、集体、私人所有；取得含原始与继受。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用益物权：土地承包经营权、建设用地使用权等。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担保物权：抵押权、质权。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原则：物权法定、公示公信。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所有权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用益物权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担保物权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原则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三类区分。原因：学生易混用益与担保，需以"使用收益/担保债权"区分。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取得方式。原因：需讲善意取得。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物权法定。原因：概念新。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物权 ──────┐
│ 支配+排他 │
│ 所有权:国/集│
│ /私 登记 │
│ 用益:使用收 │
│ 益(承包) │
│ 担保:保债权 │
│ (抵押质权)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物权具有____和排他性。2. 在他人物上享有使用收益的是____物权。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【提高作业】比较用益物权与担保物权。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依法有效保护财产权。把今天学到的方法带进下一篇——自己读、自己想、自己写。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