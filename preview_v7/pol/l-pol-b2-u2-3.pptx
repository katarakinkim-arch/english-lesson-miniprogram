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第2单元 第四课 我国的个人收入分配与社会保障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我国的个人收入分配与收入分配制度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政治认同：认同按劳分配为主体、多种分配方式并存的分配制度。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科学精神：分析按劳分配与按生产要素分配的实现条件与依据。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法治意识：理解合法的劳动收入与要素收入都受法律保护的法治理念。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公共参与：树立通过诚实劳动与合法要素获取收入的观念。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本框阐明我国个人收入分配制度：按劳分配为主体、多种分配方式并存，健全劳动、资本、土地、知识、技术、管理、数据等生产要素由市场评价贡献、按贡献决定报酬的机制；居民收入来源多样化。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分配制度：按劳分配为主体、多种分配方式并存。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按劳分配：公有制范围内，多劳多得(前提：公有制+劳动)。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按要素分配：劳动、资本、土地、知识、技术、管理、数据按贡献参与分配。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收入来源：劳动性、财产性、经营性、转移性收入。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意义：理顺分配关系，激发活力又促进公平。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按劳分配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按要素分配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收入来源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按劳分配前提。原因：学生易以为"所有劳动都按劳"，需强调"公有制范围内"。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要素分配。原因：类别多易混，需逐一对应(炒股=资本/房租=土地)。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收入来源区分。原因：劳动性与财产性易混，需举例。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收入分配 ────┐
│ 制度:按劳为 │
│ 主体+多种 │
│ 按劳:公有劳 │
│ 动多劳多得 │
│ 要素:七类 │
│ 按贡献分配 │
│ 来源:劳动财 │
│ 产经营转移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我国个人收入分配制度是以____为主体、多种分配方式并存。2. 下列属于按生产要素分配的是____(国企工资/私企工资/房租)。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【提高作业】说明"按劳分配"与"按劳动要素分配"的根本区别。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我国的个人收入分配与社会保障。把今天学到的方法带进下一篇——自己读、自己想、自己写。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