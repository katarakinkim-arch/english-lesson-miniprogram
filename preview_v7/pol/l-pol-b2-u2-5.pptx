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必修2 经济与社会 · 第2单元 综合探究 践行社会责任 促进社会进步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综合探究：践行社会责任 促进社会进步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第10课时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政治认同：认同企业与社会共生共荣，坚定诚信经营价值观。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科学精神：分析企业履行社会责任与可持续发展的关系。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法治意识：理解企业合法经营、劳动者依法维权是法治要求。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公共参与：树立劳动光荣观念与正确就业创业观，勇担社会责任。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本综合探究整合第二单元，聚焦企业与个人的社会责任：企业要坚持经济效益与社会效益统一、诚信合法经营；劳动者要弘扬劳动精神、树立正确就业观；创业要承担社会责任，促进社会进步。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企业责任：经济效益与社会效益统一，诚信守法经营。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劳动精神：劳动是财富源泉，弘扬劳模精神、工匠精神。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就业观：自主择业、竞争就业、职业平等、多种方式就业。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创业：依法创业，回报社会。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社会进步：人人尽责，共建美好社会。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企业社会责任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劳动精神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正确就业观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创业与责任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责任与效益。原因：学生易以为责任"拖效益"，需讲"长期共赢"。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劳动价值观。原因：部分学生轻视普通劳动，需正面引导。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就业观。原因：易"唯编制""唯高薪"，需多元引导。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社会责任 ────┐
│ 企业:效益责 │
│ 任统一 │
│ 劳动:财富源 │
│ 泉(工匠) │
│ 就业:四观念 │
│ 创业:依法担 │
│ 当 │
│ 社会进步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企业应坚持____效益与社会效益相统一。2. 正确的就业观念包括自主择业、竞争就业、____、多种方式就业。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【提高作业】为什么说"企业履行社会责任有利于长远发展"？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践行社会责任 促进社会进步。把今天学到的方法带进下一篇——自己读、自己想、自己写。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