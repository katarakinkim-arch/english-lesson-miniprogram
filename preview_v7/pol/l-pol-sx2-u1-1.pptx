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第一课 在生活中学民法用民法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认真对待民事权利与义务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政治认同：认同民法典对人民权益的保障。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科学精神：把握民法调整对象与权义关系。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法治意识：树立依法行使权利、履行义务观念。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公共参与：在生活中依法维护自身权益。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本框阐明民法调整平等主体的人身与财产关系，民法典是民事权利的保障书；民事主体享权利也要履行义务，二者统一，侵权须担责。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民法：调整平等主体间人身、财产关系。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民法典：民事权利保障书，确立基本原则。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权利：人身权、财产权等受保护。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义务：行使权利须守法、不损他人。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统一：权义相对应，侵权担责。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民法典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民事权利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民事义务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权义统一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平等主体。原因：学生易把行政机关当管理者混淆，需讲民事关系平等性。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权义统一。原因：易只讲权利，需强调义务。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民法典地位。原因：需点明。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民事权利义务 ┐
│ 民法:平等主体 │
│ 人身+财产 │
│ 民法典=保障书 │
│ 权利:人身财 │
│ 产权 │
│ 义务:守界诚 │
│ 信 │
│ 权义统一担责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民法调整____主体之间人身和财产关系。2. ____是民事权利的保障书。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【提高作业】说明民事权利与义务的关系。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在生活中学民法用民法。把今天学到的方法带进下一篇——自己读、自己想、自己写。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