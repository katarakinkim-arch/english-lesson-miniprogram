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第4单元 第十课 诉讼实现公平正义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依法收集运用证据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政治认同：认同证据裁判的法治原则。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科学精神：把握举证责任分配。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法治意识：依法收集保存证据。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公共参与：增强证据意识维权。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本框阐明证据是查明事实的根据，民事诉讼谁主张谁举证、行政诉讼被告举证、刑事公诉由检方举证；当事人应依法收集、保存证据。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地位：证据是认定案件事实的根据。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种类：书证、物证、视听资料、电子数据等。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民事：谁主张谁举证。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行政：被告举证。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刑事：公诉方举证。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证据种类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民事举证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行政与刑事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依法收集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举证责任。原因：三诉不同，需对比记。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证据种类。原因：易混，需列。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收集。原因：需强调及时保存。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证据 ─────┐
│ 认定案件事实│
│ 种类:书物视│
│ 电子等 │
│ 民事:主张方│
│ 行政:被告 │
│ 刑事:检方 │
│ 合法及时保 │
│ 存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民事诉讼遵循____谁举证原则。2. 证据的合法种类包括书证、物证、视听资料、____数据等。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【提高作业】说明不同诉讼中的举证责任分配。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本单元主题：第十课 诉讼实现公平正义。把今天学到的方法带进下一篇——自己读、自己想、自己写。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