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第4单元 第九课 纠纷的多元解决方式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解析三大诉讼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政治认同：认同司法作为公平正义最后防线。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科学精神：区分三大诉讼的差异。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法治意识：依法行使诉权。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公共参与：理性运用诉讼维权。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本框阐明诉讼是最后途径，分为民事诉讼(民告民)、行政诉讼(民告官)、刑事诉讼(国家追诉犯罪)，三者目的、主体、举证不同。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民事：平等主体争议，谁主张谁举证。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行政：民告官，被告负主要举证责任。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刑事：国家追诉犯罪，公诉为主。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共同：两审终审、公开审判。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意义：定分止争、保障权利。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民事诉讼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行政诉讼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刑事诉讼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共同原则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三类区分。原因：学生易混，需以"主体/目的"区分。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举证责任。原因：行政倒置易错，需强调。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终审。原因：需点明。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三大诉讼 ─┐
│ 民事:谁主张│
│ 谁举证 │
│ 行政:民告官│
│ 倒置举证 │
│ 刑事:追诉犯│
│ 罪 │
│ 共:两审公开│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民事诉讼遵循____谁举证原则。2. 行政诉讼是____告官，被告负主要举证责任。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【提高作业】比较民事诉讼与行政诉讼的举证责任。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本单元主题：第九课 纠纷的多元解决方式。把今天学到的方法带进下一篇——自己读、自己想、自己写。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