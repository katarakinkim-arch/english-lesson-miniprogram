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政治 · 必修4 哲学与文化 · 第7单元 第七课 继承发展中华优秀传统文化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弘扬中华优秀传统文化：创造性转化与创新性发展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第18课时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政治认同：认同推动中华优秀传统文化创造性转化、创新性发展。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科学精神：区分创造性转化与创新性发展并掌握实现路径。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法治意识：理解法治文化与优秀传统文化的融合。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公共参与：在生活中践行与传播优秀传统文化。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本框阐明弘扬中华优秀传统文化要实现创造性转化(改造陈旧表达使之贴近当代)与创新性发展(补充新内涵)，并结合时代要求继承弘扬，弘扬民族精神。</a:t>
            </a:r>
          </a:p>
        </p:txBody>
      </p:sp>
      <p:pic>
        <p:nvPicPr>
          <p:cNvPr id="6" name="Picture 5" descr="renmin.jpg"/>
          <p:cNvPicPr>
            <a:picLocks noChangeAspect="1"/>
          </p:cNvPicPr>
          <p:nvPr/>
        </p:nvPicPr>
        <p:blipFill>
          <a:blip r:embed="rId2"/>
          <a:srcRect l="368" r="368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renmin.jpg）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创造性转化：改造传统文化陈旧表达，赋予现代表达形式，激活生命力。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395728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505456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944368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创新性发展：补充扩展内涵，结合时代要求丰富发展。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419856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3529584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3968496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区别：转化侧重"形式改造"，发展侧重"内涵拓展"。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443984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4553712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4992624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民族精神：以爱国主义为核心，团结统一、爱好和平、勤劳勇敢、自强不息。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5468112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71600" y="557784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6016752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⑤ 路径：与当代文化相适应、与现代社会相协调。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创造性转化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创新性发展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区别与联系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民族精神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小结与作业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两创区分。原因：学生易混，需以"形式vs内涵"对比。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转化实例。原因：易无思路，需举故宫文创等。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民族精神。原因：四词易混，需对应。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 两创弘扬 ────┐
│ 创造性转化: │
│ 形式改造 │
│ 创新性发展: │
│ 内涵拓展 │
│ 区别:形式/ │
│ 内涵 │
│ 民族精神:爱 │
│ 国为核心 │
└──────────────┘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弘扬中华优秀传统文化要实现____转化和____发展。2. 中华民族精神以____为核心。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【提高作业】举例说明"创造性转化"与"创新性发展"的区别。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本单元主题：第七课 继承发展中华优秀传统文化。把今天学到的方法带进下一篇——自己读、自己想、自己写。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