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选择性必修1 当代国际政治与经济 · 第2单元 第五课 中国的外交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构建人类命运共同体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政治认同：认同人类命运共同体理念的中国智慧。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科学精神：理解共同体的科学内涵与逻辑。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法治意识：在治理中坚持国际规则与公平正义。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公共参与：做理念的传播者与践行者。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本框阐明构建人类命运共同体是中国贡献的全球治理方案，内涵是建设持久和平、普遍安全、共同繁荣、开放包容、清洁美丽的世界，需各国共商共建共享。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提出：应对全球性挑战的中国方案。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内涵：持久和平、普遍安全、共同繁荣、开放包容、清洁美丽。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路径：共商共建共享、对话协商。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意义：超越零和、贡献全球治理。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青年：学习传播、参与实践。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五方面内涵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实现路径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世界意义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青年行动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五方面内涵。原因：学生易记混，需逐词对应。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理念意义。原因：宏大，需落到现实。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青年责任。原因：易与己无关。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命运共同体 ┐
│ 应对全球挑战│
│ 五内涵: │
│ 和平安全繁│
│ 荣包容美丽 │
│ 路径:共建共│
│ 享 │
│ 中国方案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人类命运共同体内涵包括持久和平、普遍安全、共同繁荣、____、清洁美丽。2. 实现路径是____、共建、共享。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【提高作业】谈谈人类命运共同体理念的世界意义。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本单元主题：第五课 中国的外交。把今天学到的方法带进下一篇——自己读、自己想、自己写。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