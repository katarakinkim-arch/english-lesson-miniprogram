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必修1 中国特色社会主义 · 第5单元 综合探究 中国特色社会主义道路、理论、制度、文化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综合探究：中国特色社会主义道路、理论、制度、文化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政治认同：坚定中国特色社会主义道路自信、理论自信、制度自信、文化自信。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科学精神：阐明道路、理论、制度、文化四者的内在统一关系。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法治意识：理解中国特色社会主义制度与法治体系的支撑作用。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公共参与：在日常生活中自觉践行与传播四个自信。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本综合探究整合全书，理解中国特色社会主义道路、理论体系、制度、文化四者统一于中国特色社会主义伟大实践，坚定道路自信、理论自信、制度自信、文化自信。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道路：实现途径。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理论体系：行动指南。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制度：根本保障。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文化：精神力量。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四者统一于中国特色社会主义伟大实践，构成"四个自信"。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道路与理论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制度与文化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小组探究汇报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统一于实践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四者关系。原因：学生易机械并列，需讲清"途径-指南-保障-力量"的有机统一。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文化自信。原因：最抽象，需落到中华优秀传统文化与革命、先进文化。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自信依据。原因：易空喊口号，需以成就支撑。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四个自信 ────┐
│ 道路:途径 │
│ 理论:指南 │
│ 制度:保障 │
│ 文化:力量 │
│ 统一于实践 │
│ 缺一不可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四个自信指____自信、____自信、____自信、____自信。2. 中国特色社会主义制度是____保障。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【提高作业】选取一个自信，用两个事实加以论证。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中国特色社会主义道路、理论、制度、文化。把今天学到的方法带进下一篇——自己读、自己想、自己写。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