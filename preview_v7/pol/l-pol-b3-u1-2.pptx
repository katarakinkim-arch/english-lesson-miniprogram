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必修3 政治与法治 · 第1单元 第一课 历史和人民的选择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没有共产党就没有新中国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政治认同：深刻理解"没有共产党就没有新中国"，坚定党的领导。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科学精神：梳理党领导革命、建国、建制的逻辑链条。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法治意识：理解新中国第一部宪法的制度与法治奠基意义。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公共参与：传承红色基因，增强建设责任感。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本框阐明中国共产党带领人民完成新民主主义革命、建立新中国，进而确立社会主义基本制度，实现了民族独立和人民解放，证明没有共产党就没有新中国。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领导革命：中国共产党是新民主主义革命领导核心。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建立新中国：1949年实现民族独立、人民解放("站起来")。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制度确立：1956年社会主义改造完成，确立基本制度。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历史证明：没有共产党就没有新中国。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逻辑：革命→建国→建制→发展。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领导革命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建立新中国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制度确立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逻辑链条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"站起来"内涵。原因：学生易空泛，需落到"独立+解放"。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革命与建制关系。原因：易割裂，需讲"革命是前提、建制是归宿"。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党的领导作用。原因：易只记结论，需以史实支撑。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没有党无新中国┐
│ 党领导革命 │
│ 1949建国 │
│ 独立+解放 │
│ 1956制度 │
│ 根本前提 │
│ 逻辑: │
│ 革命→建国→ │
│ 建制→发展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"站起来"指实现____独立和____解放。2. ____年社会主义改造完成，确立社会主义基本制度。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【提高作业】说明"没有共产党就没有新中国"的历史依据。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本单元主题：第一课 历史和人民的选择。把今天学到的方法带进下一篇——自己读、自己想、自己写。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