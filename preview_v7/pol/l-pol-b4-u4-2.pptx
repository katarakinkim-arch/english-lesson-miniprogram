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第4单元 第四课 探索认识的奥秘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在实践中追求和发展真理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政治认同：认同马克思主义真理并在实践中发展。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科学精神：分析真理的客观性、具体条件性及认识发展的反复无限上升。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法治意识：理解法律真理须在实践中检验完善。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公共参与：坚持真理、修正错误，在实践中深化认识。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本框阐明真理是标志主观与客观相符合的哲学范畴，具有客观性、具体性、条件性；认识具有反复性、无限性、上升性，追求真理是一个过程，要在实践中发展真理。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真理：主观与客观相符合的认识，标志范畴。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客观性：真理内容是客观的(真理面前人人平等)。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具体条件性：真理适用于特定条件和范围，超出则变谬误。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认识三性：反复性(受主客观限制)、无限性(对象无限发展)、上升性(波浪前进)。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方法论：在实践中追求发展真理，与时俱进。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客观性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具体条件性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认识三性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追求过程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真理客观性。原因：学生易以为"公说公有理"，需讲内容客观。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具体条件性。原因：易以为"真理永远对"，需讲超出范围变谬误。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认识三性。原因：条目多，需落到"过程"而非"终点"。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追求真理 ────┐
│ 真理:主客观 │
│ 符合 │
│ 客观:内容来 │
│ 自实际 │
│ 具体条件:超 │
│ 出即谬 │
│ 认识三性:反 │
│ 复无限上升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真理最基本的属性是____。2. 真理是具体的、____的，超出适用条件和范围就会变成谬误。3. 认识具有反复性、____性和上升性。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【提高作业】说明"真理是具体的有条件的"对实践的启示。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探索认识的奥秘。把今天学到的方法带进下一篇——自己读、自己想、自己写。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