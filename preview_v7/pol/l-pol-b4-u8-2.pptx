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第8单元 第八课 学习借鉴外来文化的有益成果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文化交流与文化交融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政治认同：认同不忘本来、吸收外来、面向未来的文化态度。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科学精神：分析文化交流与文化交融的区别及借鉴原则。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法治意识：理解文明交流互鉴的开放法治环境。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公共参与：以开放心态参与文化交流，讲好中国故事。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本框阐明文化交流构成文化发展的重要动力，文化交融推动文化发展与世界文化丰富；要面向世界博采众长，吸收外来有益成果，坚持以我为主、为我所用。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文化交流：文化传播互动，是文化发展的重要动力。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文化交融：不同文化相互借鉴融合，产生新文化、丰富世界文化。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区别：交流侧重"传播互动"，交融侧重"融合新生"。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借鉴原则：面向世界、博采众长，以我为主、为我所用。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前提：立足国情、坚守本根，不忘本来。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文化交流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文化交融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区别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借鉴原则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交流vs交融。原因：学生易混，需以"互动vs融合"对比。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以我为主。原因：易走向"全盘西化"，需讲立足本根。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有益成果。原因：易不加分辨，需讲"有益"筛选。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交流交融 ────┐
│ 交流:传播互 │
│ 动(动力) │
│ 交融:借鉴融 │
│ 合(新生) │
│ 区别:互动/ │
│ 新生 │
│ 原则:以我为 │
│ 主为我用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文化交流是文化发展的重要____。2. 借鉴外来文化要坚持面向世界、博采众长，以____为主、为____所用。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【提高作业】说明"以我为主、为我所用"的必要性。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本单元主题：第八课 学习借鉴外来文化的有益成果。把今天学到的方法带进下一篇——自己读、自己想、自己写。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