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第3单元 第七课 治国理政的基本方式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全面推进依法治国的总目标与原则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政治认同：认同全面依法治国的战略目标与中国特色社会主义法治道路。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科学精神：分析全面推进依法治国的总目标内涵。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法治意识：理解五项原则，树立法律至上、权利平等观念。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公共参与：在法治原则下有序参与公共事务。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全面推进依法治国的总目标：建设中国特色社会主义法治体系、建设社会主义法治国家；坚持中国共产党的领导、人民主体地位、法律面前人人平等、依法治国与以德治国结合、从中国实际出发五项原则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总目标：建设中国特色社会主义法治体系、建设社会主义法治国家。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体系内涵：完备的法律规范体系、高效的法治实施体系、严密的监督体系、有力的保障体系、完善的党内法规体系。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五项原则：党的领导、人民主体、法律平等、依法治国与以德治国结合、从实际出发。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核心：坚持党的领导。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统摄：法治国家、法治政府、法治社会一体建设。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总目标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法治体系五子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五项原则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德法结合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总目标两层。原因：学生易只记"法治国家"，漏"法治体系"，需双要素强调。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五项原则。原因：条目多，需抓"党的领导是根本"。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德法结合。原因：易以为"法治替代德治"，需讲互补。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依法治国 ────┐
│ 总目标: │
│ 法治体系+ │
│ 法治国家 │
│ 五体系:规范 │
│ 实施监督保 │
│ 障党规 │
│ 五原则:党为 │
│ 核心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全面推进依法治国总目标是建设中国特色社会主义____、建设社会主义____。2. 五项原则的核心是坚持____的领导。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【提高作业】说明"依法治国"与"以德治国"的关系。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治国理政的基本方式。把今天学到的方法带进下一篇——自己读、自己想、自己写。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