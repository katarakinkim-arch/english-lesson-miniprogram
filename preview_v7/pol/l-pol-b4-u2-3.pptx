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第2单元 第二课 探究世界的本质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规律的客观性与人的主观能动性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政治认同：认同按客观规律办事、实事求是的治国理念。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科学精神：分析规律客观性与人的主观能动性的辩证关系。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法治意识：理解尊重客观规律是良法善治的前提。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公共参与：在改造世界中既敢闯又尊重规律。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本框阐明规律是事物运动过程中固有的本质的必然的联系，具有客观性与普遍性；人能发挥主观能动性认识和利用规律，但必须尊重规律，做到一切从实际出发、实事求是。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规律：事物运动固有的、本质的、必然的、稳定的联系。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客观性：规律不以人的意志为转移，既不能被创造也不能被消灭。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普遍性：自然界、社会、思维都遵循规律。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能动性：人能认识利用规律，改造世界。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统一：尊重规律是发挥能动性的前提，二者结合即实事求是。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客观性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普遍性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主观能动性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二者统一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规律vs规则。原因：学生易混，需讲规律是客观的、规则是人定的。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客观性。原因：易以为"人能改规律"，需强调只能认识利用。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二者统一。原因：易走向任一方极端，需讲"前提-发挥"。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规律与能动 ──┐
│ 规律:本质必 │
│ 然稳定联系 │
│ 客观:不可创 │
│ 灭 │
│ 普遍:三领域 │
│ 人:认识利用 │
│ 统一:尊重+ │
│ 发挥=实事 │
│ 求是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规律是事物运动过程中____的、本质的、必然的、稳定的联系。2. 规律的客观性要求我们必须____规律，而不能创造或消灭规律。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【提高作业】说明"尊重客观规律"与"发挥主观能动性"的关系。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探究世界的本质。把今天学到的方法带进下一篇——自己读、自己想、自己写。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