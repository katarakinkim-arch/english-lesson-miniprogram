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第九课 全面推进依法治国的基本要求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科学立法与严格执法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政治认同：认同科学立法、严格执法的法治要求与制度优势。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科学精神：分析科学立法的标准与严格执法的内涵。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法治意识：树立"法律的生命力在于实施"的观念。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公共参与：支持监督立法与执法，促进良法善治。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本框阐明全面推进依法治国的基本要求之一二：科学立法(良法之治，依法立法、民主立法、依法定的权限程序)与严格执法(法治政府关键，规范公正文明执法)。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科学立法：符合国情、体现民意、遵循程序，做到依法立法、民主立法、依法定权限程序。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良法标准：反映规律、公平正义、保障权利、与时俱进。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严格执法：职权法定、事实清楚、证据充分、程序合法、裁量合理、公开公正。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关键：法治政府建设。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关系：良法是善治前提，执法是关键环节。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科学立法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良法标准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严格执法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程序公正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科学立法≠多立法。原因：学生易以为"多多益善"，需讲"质量与适配"。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执法短板。原因：对"选择性执法""暴力执法"危害认识浅，需案例。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程序正义。原因：易重结果轻程序，需强调"程序合法"。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立法与执法 ─┐
│ 科学立法: │
│ 合国情民意 │
│ 法定程序 │
│ 良法:规律公 │
│ 平权利俱进 │
│ 严格执法: │
│ 规范公正文 │
│ 明(程序合)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全面推进依法治国的基本要求是科学立法、____、公正司法、____。2. 科学立法要求做到依法立法、____立法。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【提高作业】说明"法律的生命力在于实施"对严格执法的启示。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全面推进依法治国的基本要求。把今天学到的方法带进下一篇——自己读、自己想、自己写。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