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选择性必修1 当代国际政治与经济 · 第2单元 第四课 和平与发展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时代的主题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第9课时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政治认同：认同我国和平发展道路与全球发展倡议。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科学精神：把握和平与发展的辩证关系。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法治意识：坚持通过国际法治解决争端。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公共参与：树立全球视野，关注发展问题。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本框阐明和平与发展是当今时代主题，二者相辅相成；指出和平是发展的前提、发展是和平的保障，但世界仍不太平，须推动国际新秩序。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主题：和平与发展是当今时代主题。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关系：和平是发展前提，发展是和平保障，相辅相成。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障碍：霸权主义、贫困、恐怖主义等仍存。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途径：建立国际新秩序、共商共建共享。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我国：走和平发展道路。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和平与发展内涵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辩证关系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现实障碍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我国道路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主题与现实的张力。原因：学生易混淆"主题"与"已经实现"，需讲清是趋势与目标。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辩证关系。原因：易割裂，需讲相互作用。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我国道路。原因：需结合实践。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时代主题 ──┐
│ 和平=总体稳│
│ 定 │
│ 发展=共同增│
│ 长 │
│ 和平⇌发展 │
│ 障碍:霸权贫│
│ 困恐怖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____与____是当今时代主题。2. ____是发展的前提，发展是和平的保障。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【提高作业】说明和平与发展的辩证关系。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本单元主题：第四课 和平与发展。把今天学到的方法带进下一篇——自己读、自己想、自己写。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