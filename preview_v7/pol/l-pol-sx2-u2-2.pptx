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第2单元 第五课 在和睦家庭中成长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薪火相传有继承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政治认同：认同继承制度对家庭和谐的保障。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科学精神：区分法定与遗嘱继承。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法治意识：依法继承，尊重被继承人意愿。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公共参与：弘扬孝亲敬老风尚。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本框阐明继承从被继承人死亡开始，遗产为个人合法财产；法定继承按顺位，遗嘱继承优先，遗赠扶养协议效力最高，弘扬孝亲文化。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开始：被继承人死亡时。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遗产：个人合法财产，不含共有部分。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法定：第一顺位配偶子女父母，第二顺位兄弟姐妹祖外祖。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遗嘱：优先于法定，须合法形式。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效力：协议&gt;遗嘱&gt;法定。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法定顺位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遗嘱继承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效力层级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文化传承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顺位。原因：学生易混一二级，需背顺位。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遗嘱优先。原因：易误解必须均分，需讲尊重意愿。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遗产范围。原因：需排除共有。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继承 ──────┐
│ 开始:死亡 │
│ 遗产:个人财 │
│ 法定:一(配子│
│ 父母)二(兄│
│ 姐祖) │
│ 遗嘱&gt;法定 │
│ 协议最高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继承从被继承人____时开始。2. 法定继承第一顺位包括配偶、子女、____。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【提高作业】说明遗嘱继承与法定继承的关系。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本单元主题：第五课 在和睦家庭中成长。把今天学到的方法带进下一篇——自己读、自己想、自己写。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