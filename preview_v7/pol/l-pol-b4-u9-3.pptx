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第9单元 第九课 发展中国特色社会主义文化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建设文化强国与坚定文化自信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政治认同：坚定文化自信，投身社会主义文化强国建设。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科学精神：分析建设文化强国的路径与文化自信的来源。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法治意识：理解法治是文化强国建设的重要支撑。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公共参与：自觉践行社会主义核心价值观，传播中华文化。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本框阐明要建设社会主义文化强国，必须发展中国特色社会主义文化，牢牢掌握意识形态工作领导权，培育和践行社会主义核心价值观，坚定文化自信(最基本、最深沉、最持久的力量)。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目标：建设社会主义文化强国。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举措：掌握意识形态领导权、培育践行核心价值观、提高文化软实力。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核心价值观：凝魂聚气的基础工程。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文化自信来源：对优秀传统文化、革命文化、社会主义先进文化的自信。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意义：文化自信是最基本、最深沉、最持久的力量。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意识形态领导权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核心价值观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文化自信来源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最持久力量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文化自信来源。原因：学生易空喊，需讲"三来源"(优秀/革命/先进)。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意识形态。原因：概念抽象，需讲"领导权"为何重要。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强国路径。原因：条目多，需抓重点。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文化强国自信 ─┐
│ 目标:文化强 │
│ 国 │
│ 抓手:意识形 │
│ 态领导权 │
│ 核心:价值 │
│ 观 │
│ 自信:三来源 │
│ (最基本深 │
│ 沉持久)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建设社会主义文化强国要牢牢掌握____工作领导权。2. 文化自信是对中华优秀传统文化、____文化、社会主义先进文化的自信。3. 文化自信是最基本、最深沉、最____的力量。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【提高作业】说明"文化自信是最基本、最深沉、最持久的力量"。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本单元主题：第九课 发展中国特色社会主义文化。把今天学到的方法带进下一篇——自己读、自己想、自己写。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