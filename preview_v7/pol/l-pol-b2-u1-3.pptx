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第1单元 第二课 我国的社会主义市场经济体制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使市场在资源配置中起决定性作用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政治认同：认同社会主义市场经济体制中市场决定性作用的制度安排。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科学精神：运用价格、供求、竞争机制分析资源配置过程。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法治意识：理解市场运行需要公平开放透明的市场规则与法治保障。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公共参与：树立诚信经营、公平竞争的市场意识。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本框阐明市场经济中市场决定资源配置，通过价格、供求、竞争机制实现资源优化配置；同时市场调节存在自发性、盲目性、滞后性等缺陷，需要宏观调控弥补。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市场决定资源配置是市场经济的一般规律。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机制：价格涨落反映供求，引导生产要素流动；竞争优胜劣汰。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优点：及时灵敏配置资源，提高效率。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缺陷：自发性(逐利违法)、盲目性(一哄而上)、滞后性(事后调节)。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市场失灵要求更好发挥政府作用。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价格与供求机制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竞争机制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市场优点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市场缺陷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三大机制联动。原因：学生难把"价格-供求-竞争"串成闭环，需以菜价为例。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三缺陷区分。原因：易混，需用典型情境区分(制假=自发/跟风=盲目/谷贱伤农=滞后)。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决定性作用边界。原因：易以为市场万能，需点明失灵。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市场决定配置 ─┐
│ 机制: │
│ 价格(信号) │
│ 供求(波动) │
│ 竞争(效率) │
│ 优点:及时灵 │
│ 敏高效 │
│ 缺陷: │
│ 自发/盲目/ │
│ 滞后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市场经济中____在资源配置中起决定性作用。2. 市场调节的缺陷有自发性、____、____。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【提高作业】用"谷贱伤农"说明市场调节的滞后性。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我国的社会主义市场经济体制。把今天学到的方法带进下一篇——自己读、自己想、自己写。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