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选择性必修2 法律与生活 · 第3单元 第八课 自主创业与诚信经营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自主创业 公平竞争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第17课时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政治认同：认同公平竞争的市场法治环境。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科学精神：识别不正当竞争行为。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法治意识：依法创业、诚信经营。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公共参与：做诚信的市场主体。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本框阐明创业须依法登记、选择市场主体形式；经营者应公平竞争，法律禁止混淆、商业贿赂、虚假宣传等不正当竞争行为。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创业：依法登记、选市场主体形式。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主体：个人独资、合伙、公司等。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禁止：混淆、贿赂、虚假宣传等不正当竞争。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反垄断：禁止垄断协议与滥用地位。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价值：公平竞争促市场繁荣。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市场主体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不正当竞争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反垄断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竞争价值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主体类型。原因：学生易混，需简析。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不正当竞争。原因：类型多，需列典型。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反垄断。原因：需点明。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创业竞争 ─┐
│ 登记选主体 │
│ 个独/合伙/ │
│ 公司 │
│ 禁不正竞争 │
│ (混淆贿赂) │
│ 反垄断 │
│ 公平促繁荣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创业须依法____并选定市场主体形式。2. 法律禁止____竞争行为如混淆、贿赂、虚假宣传。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【提高作业】列举典型的不正当竞争行为。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本单元主题：第八课 自主创业与诚信经营。把今天学到的方法带进下一篇——自己读、自己想、自己写。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