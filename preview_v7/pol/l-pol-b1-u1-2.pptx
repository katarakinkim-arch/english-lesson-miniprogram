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第1单元 第一课 社会主义从空想到科学、从理论到实践的发展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科学社会主义的理论与实践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政治认同：认同科学社会主义是真理，坚定中国特色社会主义共同理想。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科学精神：说明唯物史观与剩余价值学说如何使社会主义从空想变为科学。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法治意识：理解《共产党宣言》确立的工人阶级历史使命与法治进步方向。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公共参与：关注社会主义实践历程，增强投身国家建设的责任意识。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从空想社会主义的局限讲起，阐明马克思、恩格斯创立唯物史观和剩余价值学说，使社会主义由空想变为科学；《共产党宣言》发表标志科学社会主义诞生；十月革命建立第一个社会主义国家，二战后社会主义从一国到多国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空想社会主义：揭露资本主义弊端但缺乏科学路径。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两大发现：唯物史观、剩余价值学说使社会主义由空想变科学。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《共产党宣言》(1848)发表标志科学社会主义诞生。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十月革命(1917)建立世界上第一个社会主义国家。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二战后社会主义从一国到多国实践。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两大发现使社会主义科学化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《共产党宣言》诞生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十月革命与一国实践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从一国到多国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两大发现的意义。原因：理论抽象，学生难懂"为何科学"，需以"找规律vs凭愿望"对比。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空想与科学之别。原因：均批判资本，区别在方法，需点明。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社会主义实践曲折。原因：学生易因苏东剧变否定社会主义，需讲清前进性与曲折性。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科学社会主义 ─┐
│ 空想:批判强 │
│ 路径弱 │
│ 两大发现: │
│ 唯物史观 │
│ 剩余价值 │
│ 1848宣言=诞生 │
│ 1917十月革命 │
│ 一国→多国 │
│ 当代:中国特色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使社会主义由空想变科学的两大发现是____和____。2. ____年《共产党宣言》发表标志科学社会主义诞生。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【提高作业】说明"空想社会主义"与"科学社会主义"的根本区别。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社会主义从空想到科学、从理论到实践的发展。把今天学到的方法带进下一篇——自己读、自己想、自己写。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