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第3单元 第八课 自主创业与诚信经营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诚信经营 依法纳税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政治认同：认同依法纳税的公民义务。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科学精神：把握消费者权利与经营者义务。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法治意识：诚信经营、依法纳税。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公共参与：做理性消费者与守法经营者。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本框阐明经营者应诚信经营、保障消费者安全权知情权选择权等，同时依法纳税是义务，税收取之于民、用之于民。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消费者权：安全、知情、自主选择、公平交易等。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经营者义：诚信、明码标价、保证质量。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纳税：依法纳税是义务。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税收：取之于民、用之于民。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价值：诚信纳税促社会。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经营者义务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依法纳税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税收意义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诚信价值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消费者权。原因：易漏项，需列全。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纳税意义。原因：学生易被动，需讲"用之于民"。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诚信。原因：需强调。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经营纳税 ─┐
│ 消费者四权 │
│ 经营者:诚信│
│ 保质 │
│ 纳税=义务 │
│ 税收:取之用│
│ 之于民 │
│ 诚信基石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消费者享有安全、知情、自主选择、____交易等权利。2. 依法____是公民和经营者法定义务。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【提高作业】说明依法纳税的意义。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本单元主题：第八课 自主创业与诚信经营。把今天学到的方法带进下一篇——自己读、自己想、自己写。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