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政治 · 选择性必修2 法律与生活 · 第1单元 第二课 依法有效保护财产权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尊重知识产权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第4课时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政治认同：认同国家保护创新成果的法治取向。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科学精神：区分著作权、专利权、商标权。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法治意识：尊重他人知识产权，不盗用。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公共参与：树立创新意识，依法维权。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本框阐明知识产权包括著作权、专利权、商标权，保护智力成果与商业标记；法律鼓励创新，侵权须担责，青少年要树立创新意识与守法观念。</a:t>
            </a:r>
          </a:p>
        </p:txBody>
      </p:sp>
      <p:pic>
        <p:nvPicPr>
          <p:cNvPr id="6" name="Picture 5" descr="renmin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renmin.jpg）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著作权：文学艺术作品，含人身与财产权。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95728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505456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44368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专利权：发明创造，须申请授权。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419856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529584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968496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商标权：区分商品来源的标志。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443984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553712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992624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保护期：各类有法定保护期限。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468112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557784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6016752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⑤ 意义：激励创新、规范市场。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著作权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专利权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商标权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保护意义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小结与作业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三类区分。原因：学生易混，需以"作品/发明/标志"区分。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保护期。原因：需点明。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合理使用。原因：易误解为可随意用。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知识产权 ─┐
│ 著作权=作品 │
│ 专利权=发明 │
│ 商标权=来源 │
│ 设保护期 │
│ 激励创新 │
│ 侵权担责 │
└──────────────┘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知识产权包括著作权、____权、商标权。2. 专利权须____取得保护。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【提高作业】说明保护知识产权的意义。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本单元主题：第二课 依法有效保护财产权。把今天学到的方法带进下一篇——自己读、自己想、自己写。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