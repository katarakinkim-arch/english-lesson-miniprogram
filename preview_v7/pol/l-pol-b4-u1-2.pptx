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第1单元 第一课 时代精神的精华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哲学的基本问题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政治认同：认同唯物主义基本立场，坚持一切从实际出发。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科学精神：分析哲学基本问题两方面及唯物唯心分歧。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法治意识：理解从客观实际出发是法治与实践的基本要求。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公共参与：坚持实事求是，理性参与公共生活。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本框阐明哲学基本问题是思维和存在的关系问题，包括何者为第一性(唯物主义与唯心主义)与有无同一性(可知论与不可知论)；唯物主义三种形态，唯心主义两种形态。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基本问题：思维和存在的关系问题。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第一方面：何者为本原——唯物主义(物质第一)vs唯心主义(意识第一)。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第二方面：有无同一性——可知论vs不可知论。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唯物主义形态：古代朴素、近代形而上学、辩证唯物主义。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唯心主义：主观唯心、客观唯心。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第一方面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第二方面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唯物主义三形态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唯心主义两类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基本问题两方面。原因：学生易只记"第一性"，漏"同一性"，需双要素。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唯物三形态。原因：易混，需以"水/原子/实践"对应。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唯心两类。原因：主观与客观易混，需举例(我思vs神)。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基本问题 ────┐
│ 思维↔存在 │
│ 一:本原 │
│ 唯物/唯心 │
│ 二:同一性 │
│ 可知/不可 │
│ 唯物三形态: │
│ 朴素形而上 │
│ 辩证唯物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哲学基本问题是____和____的关系问题。2. 唯物主义三种形态：古代朴素唯物主义、____、辩证唯物主义和历史唯物主义。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【提高作业】说明划分唯物主义和唯心主义的标准。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时代精神的精华。把今天学到的方法带进下一篇——自己读、自己想、自己写。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