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第1单元 第一课 我国的生产资料所有制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坚持"两个毫不动摇"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政治认同：认同"两个毫不动摇"，坚定社会主义基本经济制度。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科学精神：分析深化国企改革与支持民营企业发展的具体路径。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法治意识：理解各类所有制企业依法平等使用资源要素、公平竞争。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公共参与：关注营商环境，树立合法经营、诚信经营意识。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本框阐述坚持"两个毫不动摇"：毫不动摇巩固和发展公有制经济，深化国企改革、做强做优做大国有资本；毫不动摇鼓励、支持、引导非公有制经济发展，营造公平竞争环境、构建亲清政商关系。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毫不动摇巩固发展公有制：深化国企改革，增强"五力"(竞争力、创新力、控制力、影响力、抗风险力)。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国有资本：推进混合所有制改革，做强做优做大。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毫不动摇鼓励支持引导非公：放宽准入、解决融资难、保护产权。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亲清政商关系：企业守法经营，政府靠前服务。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营造市场化法治化国际化营商环境。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巩固公有制经济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混合所有制改革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支持非公经济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亲清政商关系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国企改革方向。原因：学生易误以为"市场化=私有化"，需讲清"混改不改姓公"。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支持非公的实质。原因：易以为"给优惠"而非"平等竞争"，需强调制度公平。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亲清关系。原因：概念新，需落到"守法+服务"。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两个毫不动摇 ─┐
│ 巩固公有制: │
│ 改革增五力 │
│ 混改引民资 │
│ 保控制 │
│ 支持非公: │
│ 平等准入 │
│ 保护产权 │
│ 亲清政商关系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"两个毫不动摇"指毫不动摇____和发展公有制经济，毫不动摇____、____、____非公有制经济发展。2. 国企改革要增强"五力"，包括竞争力、创新力、____、____、抗风险能力。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【提高作业】为什么说"混改"不是私有化？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我国的生产资料所有制。把今天学到的方法带进下一篇——自己读、自己想、自己写。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