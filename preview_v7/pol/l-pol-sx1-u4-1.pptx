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第4单元 第八课 主要的国际组织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日益重要的国际组织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政治认同：支持多边主义与国际组织合作。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科学精神：掌握国际组织分类与作用。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法治意识：理解国际组织章程与规则的法治基础。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公共参与：认识通过国际组织参与全球治理。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本框阐明国际组织是多边合作的重要载体，按成员性质、职能范围分为政府间/非政府、一般性/专门性；说明国际组织在促进合作、解决争端中的作用与局限。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定义：主权国家或其他主体依条约建立的常设机构。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分类：政府间/非政府；一般性/专门性。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作用：促进合作、协调政策、解决争端。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局限：受大国博弈影响。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趋势：日益重要的多边平台。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分类标准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主要组织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作用与局限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小结与作业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巩固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分类标准。原因：学生易混两个维度，需并列讲。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作用两面。原因：易只讲好，需讲局限。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与主权关系。原因：需澄清不替代主权。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国际组织 ─┐
│ 定义:条约设│
│ 立常设机构 │
│ 分类:成员维│
│ 政府/非政 │
│ 职能维:一般│
│ /专门 │
│ 作用+局限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国际组织按成员分为政府间与____。2. 按职能分为一般性与____。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【提高作业】说明国际组织的作用及其局限性。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主要的国际组织。把今天学到的方法带进下一篇——自己读、自己想、自己写。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