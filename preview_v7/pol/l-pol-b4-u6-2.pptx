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第6单元 第六课 实现人生的价值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价值判断、价值选择与价值的创造和实现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政治认同：认同自觉站在人民立场的价值取向。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科学精神：分析价值判断的社会历史性与主体差异及选择标准。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法治意识：理解价值选择须合法合规、符合公序良俗。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公共参与：在劳动奉献中创造价值，服务人民与社会。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本框阐明价值判断与价值选择是在社会实践基础上形成的，具有社会历史性和主体差异性，要自觉站在人民立场；实现人生价值要立足社会实践、在劳动奉献中创造、在个人与社会的统一中实现。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形成：价值判断与选择在社会实践基础上形成。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特征：社会历史性(因时因地)、主体差异性(因人而异)。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标准：自觉遵循社会发展规律、自觉站在最广大人民立场。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实现路径：立足社会实践、劳动奉献中创造、个人与社会统一中、砥砺自我中。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源泉：人民群众是价值的创造者。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选择标准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实现路径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劳动奉献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价值判断vs事实。原因：学生易混，需讲"有没有用/该不该"是价值。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两特征。原因：易混"历史"与"主体"，需分别释义。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实现路径。原因：条目多，需落到"劳动奉献"。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价值判断实现┐
│ 判断→选择 │
│ 特征:历史+ │
│ 主体差异 │
│ 标准:规律+ │
│ 人民立场 │
│ 实现:劳动奉 │
│ 献/个人社 │
│ 会/砥砺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价值判断与价值选择是在____基础上形成的。2. 正确的价值选择要自觉遵循社会发展规律，自觉站在____的立场上。3. 人生价值在____和奉献中创造。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【提高作业】说明"在个人与社会的统一中实现价值"。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本单元主题：第六课 实现人生的价值。把今天学到的方法带进下一篇——自己读、自己想、自己写。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