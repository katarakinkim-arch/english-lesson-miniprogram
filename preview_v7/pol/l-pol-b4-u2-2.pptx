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必修4 哲学与文化 · 第2单元 第二课 探究世界的本质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运动与物质、运动与静止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第5课时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政治认同：认同事物运动变化的客观性，坚定发展信心。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科学精神：分析运动与物质、运动与静止的辩证关系。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法治意识：理解在变化中保持制度稳定的辩证思维。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公共参与：以发展的、辩证的观点看待社会现象。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本框阐明运动是物质固有的根本属性和存在方式，物质是运动的物质、运动是物质的运动(脱离物质的运动不存在)；静止是运动的特殊状态，物质世界是绝对运动与相对静止的统一。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运动：物质固有的根本属性和存在方式，世界上一切事物都处于运动。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关系：物质是运动的物质，运动是物质的运动(载体是物质)。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静止：运动的一种特殊状态(空间位置/性质相对稳定)。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统一：物质世界是绝对运动和相对静止的统一。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错误：只承认静止(不变论)或只承认运动(诡辩论)。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物质运动不可分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静止是特殊状态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绝对与相对统一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两种错误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运动是属性。原因：学生易以为运动是"外力推动"，需讲固有属性。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运动与物质不可分。原因：易想象"无物质的运动"(如神)，需强调载体。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静止是特殊状态。原因：易把静止当"绝对不動"，需讲相对。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运动与静止 ──┐
│ 运动:根本属 │
│ 性(一切变) │
│ 物质↔运动 │
│ (不可分) │
│ 静止:特殊状 │
│ 态(相对) │
│ 统一:绝对+ │
│ 相对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____是物质固有的根本属性和存在方式。2. 静止是运动的____状态；物质世界是绝对运动和____静止的统一。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【提高作业】用"刻舟求剑"说明割裂运动与静止统一的错误。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本单元主题：第二课 探究世界的本质。把今天学到的方法带进下一篇——自己读、自己想、自己写。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