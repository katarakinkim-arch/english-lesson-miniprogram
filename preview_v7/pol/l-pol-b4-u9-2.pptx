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第9单元 第九课 发展中国特色社会主义文化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文化发展的基本路径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政治认同：认同文化发展要服务人民、立足时代。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科学精神：分析文化发展三条基本路径的内在联系。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法治意识：理解文化发展在法治轨道上健康推进。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公共参与：参与群众性文化创造，服务群众文化需求。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本框阐明文化发展的基本路径：坚定理想信念、坚持以人民为中心；立足时代之基、回答时代问题；融通古今中外、实现综合创新。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立场：坚定理想信念，坚持以人民为中心，满足人民精神文化需要。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时代：立足时代之基、回答时代问题，体现时代特征。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创新：融通古今中外不同资源，实现综合创新。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三统一：人民是目的、时代是坐标、创新是动力。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实践：文化在人民实践中创造。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以人民为中心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立足时代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综合创新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三统一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三路径区分。原因：学生易混，需以"目的/坐标/动力"定位。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以人民为中心。原因：易以为"高雅文化"，需讲群众性。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综合创新。原因：易以为"拼凑"，需讲融通升华。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文化发展路径 ─┐
│ 目的:人民中 │
│ 心 │
│ 坐标:立足时 │
│ 代 │
│ 动力:综合创 │
│ 新(融通) │
│ 统一:目的坐 │
│ 标动力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文化发展的出发点和落脚点是____，人民是文化创造的____。2. 文化发展要融通古今中外各种资源，实现____创新。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【提高作业】说明"立足时代之基、回答时代问题"对文化发展的意义。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本单元主题：第九课 发展中国特色社会主义文化。把今天学到的方法带进下一篇——自己读、自己想、自己写。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