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第3单元 第七课 治国理政的基本方式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我国法治建设的历程与成就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政治认同：认同中国特色社会主义法治道路与法治建设成就。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科学精神：梳理我国法治建设从探索到全面依法治国的历程。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法治意识：增强宪法法律至上、法律面前人人平等的法治观念。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公共参与：自觉尊法学法守法用法，做法治践行者。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本框回顾我国法治建设的历程：从中华法系到近代法治探索，新中国成立尤其是改革开放后社会主义法治建设不断推进，党的十八大以来全面依法治国进入新阶段，成就显著。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历程：古代中华法系→近代探索→新中国法制建设→改革开放后加速→新时代全面依法治国。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里程碑：1997年十五大提出依法治国；1999年宪法写入"依法治国"。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成就：形成中国特色社会主义法律体系，法治体系不断完善。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宪法：根本法，治国安邦总章程。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方向：走中国特色社会主义法治道路。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历程脉络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依法治国提出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法治成就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宪法地位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关键节点。原因：学生易混"提出"与"入宪"年份，需对比。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法系概念。原因：对"中华法系"陌生，需略讲。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成就归属。原因：易归功一人，需讲制度积累。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法治建设 ────┐
│ 历程:古→近→ │
│ 新→改→新 │
│ 1997提出依 │
│ 法治国 │
│ 1999入宪 │
│ 成就:法律体 │
│ 系+体系 │
│ 宪法:根本法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____年党的十五大提出依法治国，____年宪法修正案将其写入宪法。2. ____是治国安邦的总章程，具有最高法律效力。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【提高作业】说明我国法治建设历程给我们的启示。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治国理政的基本方式。把今天学到的方法带进下一篇——自己读、自己想、自己写。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