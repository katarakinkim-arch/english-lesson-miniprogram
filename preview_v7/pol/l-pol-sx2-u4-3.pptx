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第4单元 第十课 诉讼实现公平正义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正确行使诉讼权利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政治认同：认同诉讼权利对公平的保障。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科学精神：把握各项诉讼权利内涵。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法治意识：依法行使诉讼权利。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公共参与：懂得寻求法律援助。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本框阐明当事人享有委托诉讼代理人或辩护人、申请回避、上诉等权利；经济困难者可获法律援助，保障诉讼公平正义。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委托：民事可委托代理人，刑事可委托辩护人。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回避：与案件有利害关系人员应回避。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上诉：不服一审可在法定期限上诉。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援助：经济困难获法律援助。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意义：程序正义保障实体正义。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委托代理与辩护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申请回避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上诉权利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法律援助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代理vs辩护。原因：学生易混，需讲民事/刑事。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上诉期。原因：需点明。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援助。原因：需强调。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诉讼权利 ─┐
│ 代理(民事) │
│ 辩护(刑事) │
│ 回避保公正 │
│ 上诉=二审救│
│ 济 │
│ 法援保平等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民事诉讼当事人可委托诉讼____人。2. 刑事诉讼被告人可委托辩护____。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【提高作业】说明法律援助制度的意义。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本单元主题：第十课 诉讼实现公平正义。把今天学到的方法带进下一篇——自己读、自己想、自己写。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