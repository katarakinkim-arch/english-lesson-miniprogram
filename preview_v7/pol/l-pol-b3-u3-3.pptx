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第3单元 第八课 法治中国建设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法治国家、法治政府、法治社会一体建设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政治认同：认同法治国家、政府、社会一体建设的战略布局。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科学精神：分析法治国家、政府、社会三者的定位与关系。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法治意识：理解法治政府"权责法定"对约束权力的重要意义。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公共参与：在法治社会中依法表达诉求、化解矛盾。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本框阐明法治国家是目标、法治政府是重点、法治社会是基础，三者一体建设：法治国家要求宪法法律至上，法治政府要求职能科学权责法定，法治社会要求信仰法治、依法维权。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法治国家(目标)：宪法法律至上、权力制约、人权保障。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法治政府(重点)：职能科学、权责法定、执法严明、公开公正、廉洁高效、守法诚信。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法治社会(基础)：信仰法治、依法维权、多元化解纠纷。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三者关系：一体建设、相互促进。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路径：科学立法、严格执法、公正司法、全民守法协同。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法治国家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法治政府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法治社会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一体建设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三者定位。原因：学生易把"重点/基础/目标"张冠李戴，需明确。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法治政府六要求。原因：条目多，需抓"权责法定"核心。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一体建设。原因：易割裂，需讲相互促进。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法治中国 ────┐
│ 法治国家:目 │
│ 标(宪法至 │
│ 上) │
│ 法治政府:重 │
│ 点(权责法 │
│ 定) │
│ 法治社会:基 │
│ 础(信仰法 │
│ 治) │
│ 一体建设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法治国家、法治政府、法治社会一体建设中，____是目标、____是重点、____是基础。2. 法治政府的核心是____(法无授权不可为)。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【提高作业】说明法治政府"权责法定"的意义。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法治中国建设。把今天学到的方法带进下一篇——自己读、自己想、自己写。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