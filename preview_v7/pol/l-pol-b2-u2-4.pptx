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必修2 经济与社会 · 第2单元 第四课 我国的个人收入分配与社会保障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完善个人收入分配与我国的社会保障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第9课时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政治认同：认同完善收入分配、健全社会保障的制度安排。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科学精神：分析初次分配、再分配、第三次分配协同促进公平。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法治意识：理解税收、社保等再分配调节的法治依据与底线公平。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公共参与：树立回报社会、参与公益的第三次分配意识。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本框阐明完善收入分配要理顺国家、企业、个人三者关系，坚持在经济增长同时实现居民收入同步增长，履行好政府再分配调节职能；同时建设覆盖全民、统筹城乡、公平统一、可持续的多层次社会保障体系。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完善方向：居民收入增长与经济增长同步、劳动报酬与生产率提高同步。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再分配：税收、社会保障、转移支付等手段。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第三次分配：慈善公益等社会力量。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社保体系：社会保险(核心)、社会救助(兜底)、社会福利、社会优抚。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目标：兜底线、织密网、建机制，促进社会公平。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初次分配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再分配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第三次分配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社会保障体系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三层分配。原因：学生易混淆初次(市场)与再分配(政府)，需明确主体。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社保项目。原因：四项目易混，需以"养老=保险/低保=救助"区分。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可持续。原因：易以为"越多越好"，需讲权责清晰、可持续。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分好蛋糕 ────┐
│ 两个同步 │
│ 初次:市场 │
│ 再分配:政府 │
│ 税收社保转 │
│ 移 │
│ 三次:慈善 │
│ 社保:保险救 │
│ 助福利优抚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完善收入分配要实现"两个同步"，即居民收入增长与____同步、劳动报酬与____同步。2. 社会保障体系的核心是____。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【提高作业】说明再分配与第三次分配的区别。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本单元主题：第四课 我国的个人收入分配与社会保障。把今天学到的方法带进下一篇——自己读、自己想、自己写。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