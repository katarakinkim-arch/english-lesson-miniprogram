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第3单元 第七课 经济全球化与中国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开放是当代中国的鲜明标识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政治认同：坚定扩大对外开放的基本国策自信。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科学精神：理解开放型经济新体制与新格局。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法治意识：在开放中完善法治化国际化营商环境。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公共参与：做开放时代的参与者。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本框阐明对外开放是我国基本国策，已形成全方位开放格局；新时代要建设更高水平开放型经济新体制，构建新发展格局，以开放促改革促发展。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立场：对外开放是基本国策、鲜明标识。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格局：全方位、多层次、宽领域。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新体制：更高水平开放型经济新体制。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新格局：双循环，以开放促改革。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平台：自贸区、"一带一路"、进博会。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开放格局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新体制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双循环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开放平台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新体制内涵。原因：概念新，需具体。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双循环与开放。原因：易误解为"向内"，需讲国际循环重要。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平台作用。原因：需实例。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开放标识 ──┐
│ 基本国策 │
│ 格局:全方位│
│ 多层次 │
│ 新体制:制度│
│ 型开放 │
│ 双循环促开│
│ 放 │
│ 平台:自贸区│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____是当代中国的鲜明标识和基本国策。2. 新发展格局以____循环为主体、国内国际双循环相互促进。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【提高作业】说明建设更高水平开放型经济新体制的方向。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本单元主题：第七课 经济全球化与中国。把今天学到的方法带进下一篇——自己读、自己想、自己写。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