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第1单元 第一课 社会主义从空想到科学、从理论到实践的发展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原始社会的解体和阶级社会的演进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政治认同：认同人类社会形态由低级向高级更替是生产力发展的客观必然，坚定走历史必由之路的信念。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科学精神：运用生产力与生产关系矛盾运动，分析原始、奴隶、封建、资本主义社会的演进规律。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法治意识：认识阶级社会法律的阶级本质，理解国家是阶级统治的工具。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公共参与：能结合史实初步用历史唯物主义观察社会现象，参与课堂史料辨析。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以生产力与生产关系矛盾运动为主线，梳理原始社会、奴隶社会、封建社会、资本主义社会的演进。重点在于理解生产力决定生产关系、经济基础决定上层建筑，阶级社会的剥削形式不同但本质都是生产资料私有制下的阶级剥削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生产力决定生产关系，生产力是社会发展的最终决定力量。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原始社会：生产资料公有、平均分配、无阶级、无国家。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奴隶社会：金属工具使用、私有制、奴隶主占有奴隶、国家产生。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封建社会：地主占有土地、以地租形式剥削农民。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资本主义社会：资产阶级占有生产资料、雇佣劳动、剩余价值、周期性经济危机。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原始社会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奴隶社会与国家起源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封建社会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资本主义社会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生产力与生产关系。原因：概念抽象，学生易把"生产工具"等同于生产力全部，需以工具进步为例。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私有制产生。原因：剩余产品出现才可能出现私有，学生易以为私有制天然，需讲清历史条件。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剥削隐蔽性。原因：地租、工资掩盖剥削，学生难识"相对剥削"，需对比显性强制与隐性剥夺。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社会形态演进 ─┐
│ 原始:公有平均 │
│ 无阶级无国家 │
│ 奴隶:金属工具 │
│ 占有奴隶+国家 │
│ 封建:地主土地 │
│ 地租剥削 │
│ 资本:占有资料 │
│ 剩余价值+危机 │
│ 动力:生产力↑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填空：生产力____生产关系；国家是____统治的工具。2. 列举奴隶、封建、资本主义三种剥削方式。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【提高作业】对比奴隶社会与封建社会的剥削差异，说明"农民比奴隶自由些"的含义。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社会主义从空想到科学、从理论到实践的发展。把今天学到的方法带进下一篇——自己读、自己想、自己写。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