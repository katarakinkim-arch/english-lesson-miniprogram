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选择性必修1 当代国际政治与经济 · 第1单元 第一课 国体与政体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国家的政权组织形式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政治认同：认同人民代表大会制度这一根本政治制度。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科学精神：比较不同政权组织形式，把握国体与政体关系。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法治意识：理解政体运行的法治规范。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公共参与：认识人大制度中公民的参与渠道。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本框阐明政体是国家政权的组织形式，国体决定政体、政体体现并服务于国体；介绍民主共和制与君主立宪制、议会制与总统制，说明我国实行人民代表大会制度这一根本政治制度。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政体：国家政权的组织形式。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关系：国体决定政体，政体体现并服务于国体。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类型：民主共和制、君主立宪制；议会制、总统制。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我国政体：人民代表大会制度。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意义：符合国情、保障人民当家作主。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国体与政体关系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政体类型(一)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政体类型(二)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我国政体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议会制与总统制。原因：学生易混，需以政府与议会关系区分。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国体政体关系。原因：易只记结论，需案例支撑。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我国政体优越性。原因：需结合实践。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政权组织形式┐
│ 政体=组织形式│
│ 关系:国体决 │
│ 定政体 │
│ 类型: │
│ 共和/君主 │
│ 议会/总统 │
│ 我国:人大制 │
│ 度(根本)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____决定政体，政体体现并服务于国体。2. 按行政权来源，政体可分为____制与____制。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【提高作业】比较人民代表大会制度与西方议会制度的本质区别。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本单元主题：第一课 国体与政体。把今天学到的方法带进下一篇——自己读、自己想、自己写。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