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第2单元 第三课 多极化趋势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世界多极化的发展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政治认同：认同我国走和平发展道路、增强综合国力。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科学精神：把握世界多极化趋势及其动因。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法治意识：在国际交往中坚持国际法与规则。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公共参与：关注国际形势，增强全球视野。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本框阐明世界多极化深入发展是当今国际形势的突出特点，多种力量中心相互制衡；指出综合国力竞争是实质，我国抓住机遇增强实力、积极参与。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多极化：多种力量中心相互制衡，深入发展。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动因：新兴经济体崛起、单极受阻。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实质：以经济和科技为基础的综合国力竞争。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意义：有利于抑制霸权、促进和平。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我国：抓住机遇、增强实力。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力量中心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综合国力竞争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多极化意义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我国机遇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多极化含义。原因：学生易误解为对抗，需讲相互制衡与合作。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综合国力实质。原因：易只看军事，需强调经济科技。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我国定位。原因：需客观自信。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世界多极化 ─┐
│ 多极力量制衡│
│ 实质:综合国│
│ 力(经济科技)│
│ 意义:抑霸权│
│ 促和平 │
│ 我国:抓机遇│
│ 强实力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世界____深入发展是当今国际形势突出特点。2. 国际竞争实质是以____和科技为基础的综合国力较量。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【提高作业】说明多极化趋势的积极意义。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多极化趋势。把今天学到的方法带进下一篇——自己读、自己想、自己写。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