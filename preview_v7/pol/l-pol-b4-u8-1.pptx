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必修4 哲学与文化 · 第8单元 第八课 学习借鉴外来文化的有益成果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文化的民族性与多样性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第19课时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政治认同：认同中华文化民族身份，增强民族自信。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科学精神：分析民族文化地位与文化多样性的意义。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法治意识：理解尊重文化多样性是文明交流的法理基础。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公共参与：尊重世界文化多样性，开放包容。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本框阐明民族文化是民族身份的重要标志，起着维系社会生活、激发民族创造力的作用；文化具有多样性，文化多样性是人类社会的基本特征，要尊重差异、理解个性。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民族性：民族文化是民族身份标志，维系社会生活、激发创造力。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核心：价值观是民族文化最深层内核。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多样性：文化多样性是人类社会基本特征、世界文化活力源泉。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态度：尊重差异、理解个性、求同存异。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意义：多样并存促进交流互鉴、共同发展。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民族文化地位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文化多样性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价值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尊重差异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民族vs多样。原因：学生易混，需讲"民族是单元、多样是格局"。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多样性价值。原因：易以为"都一样"，需讲"各有价值、互补"。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尊重差异。原因：易走向"全盘西化"或"封闭"，需讲求同存异。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民族与多样 ─┐
│ 民族性:身份 │
│ 标志维系激 │
│ 发创造力 │
│ 多样性:基本 │
│ 特征活力源 │
│ 态度:尊重差 │
│ 异求同存异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____是民族身份的重要标志，价值观是民族文化最深层的内核。2. 文化____是人类社会的基本特征，是世界文化充满活力的源泉。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【提高作业】说明"尊重文化多样性"的必要性。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本单元主题：第八课 学习借鉴外来文化的有益成果。把今天学到的方法带进下一篇——自己读、自己想、自己写。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