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选择性必修1 当代国际政治与经济 · 第2单元 第四课 和平与发展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挑战与应对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第10课时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政治认同：认同我国倡导的国际新秩序与全球治理观。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科学精神：剖析和平发展挑战的根源。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法治意识：坚持国际法与国际规则解决争端。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公共参与：支持多边主义与国际合作。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本框阐明和平与发展面临霸权主义、强权政治、贫富差距、恐怖主义等挑战，应对之道在于反对霸权、建立国际新秩序、推进全球治理、走对话合作之路。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挑战：霸权主义、强权政治、贫富分化、恐怖主义和气候变化。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根源：旧的国际秩序不公正、发展不平衡。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应对：反对霸权、建立国际新秩序。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路径：多边主义、对话协商、全球治理。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我国：倡导共商共建共享。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根源探究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应对之道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多边主义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我国主张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挑战根源。原因：学生易只列现象，需挖到旧秩序不公。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国际新秩序。原因：概念抽象，需具体化。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我国主张。原因：需结合倡议。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挑战与应对 ┐
│ 挑战:霸权贫│
│ 困恐怖气候│
│ 根源:旧秩序│
│ 不公 │
│ 应对:反霸权│
│ 建新秩序 │
│ 多边+法治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和平发展挑战的根源是不公正的国际____秩序。2. 应对之道是建立____、公平正义、合作共赢的国际新秩序。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【提高作业】说明中国倡导的全球治理观。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本单元主题：第四课 和平与发展。把今天学到的方法带进下一篇——自己读、自己想、自己写。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