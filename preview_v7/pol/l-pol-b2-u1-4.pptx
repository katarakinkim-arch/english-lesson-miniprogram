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政治 · 必修2 经济与社会 · 第1单元 第二课 我国的社会主义市场经济体制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更好发挥政府作用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第4课时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政治认同：认同社会主义市场经济体制的显著优势，坚持党的领导。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科学精神：分析科学的宏观调控为什么"科学"，财政与货币手段如何协同。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法治意识：理解政府宏观调控依法依规进行，建设法治政府。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公共参与：理解政策与自身生活的关系，增强政策认同。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本框阐明社会主义市场经济体制的基本特征(党的领导、公有制主体、共同富裕目标、科学的宏观调控)，以及政府的的经济职能(战略规划、政策工具、市场监管、公共服务等)，说明市场与政府有机结合。</a:t>
            </a:r>
          </a:p>
        </p:txBody>
      </p:sp>
      <p:pic>
        <p:nvPicPr>
          <p:cNvPr id="6" name="Picture 5" descr="renmin.jpg"/>
          <p:cNvPicPr>
            <a:picLocks noChangeAspect="1"/>
          </p:cNvPicPr>
          <p:nvPr/>
        </p:nvPicPr>
        <p:blipFill>
          <a:blip r:embed="rId2"/>
          <a:srcRect l="368" r="368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renmin.jpg）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基本特征：党的领导(制度优势)、公有制为主体、共同富裕为根本目标、科学的宏观调控。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395728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505456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944368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政府经济职能：发展战略规划、财政政策货币政策、产业政策、区域政策、市场监管、公共服务、环保。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419856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3529584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968496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调控手段：经济手段(财政/货币)为主，辅之以法律、行政手段。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443984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4553712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992624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目标：促进经济增长、增加就业、稳定物价、保持国际收支平衡。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468112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557784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6016752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⑤ 市场与政府相辅相成。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体制基本特征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政府经济职能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调控目标与手段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科学调控举例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小结与作业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体制特征。原因：学生易把"市场经济"与"社会主义"割裂，需讲清"社会主义"体现在哪里。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调控手段区分。原因：财政与货币易混，需对比(税/债/支出 vs 利率/准备金)。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政府边界。原因：易以为政府"管得多就好"，需讲"有为不越位"。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 政府作用 ────┐
│ 体制特征: │
│ 党领导(优势)│
│ 公有主体 │
│ 共富目标 │
│ 科学调控 │
│ 职能:规划监 │
│ 管服务等 │
│ 手段:财政货 │
│ 币(主) │
└──────────────┘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社会主义市场经济体制的根本目标是____。2. 宏观调控以____手段(财政、货币)为主。3. 下列属于货币政策的是____(降准/减税)。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【提高作业】说明社会主义市场经济为什么能实现科学的宏观调控。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本单元主题：第二课 我国的社会主义市场经济体制。把今天学到的方法带进下一篇——自己读、自己想、自己写。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