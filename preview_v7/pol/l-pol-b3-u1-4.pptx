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第1单元 第二课 中国共产党的先进性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始终坚持以人民为中心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政治认同：认同党的性质、宗旨与执政理念，坚定人民立场。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科学精神：分析党的性质、宗旨、执政理念之间的逻辑关系。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法治意识：理解党依法执政、保障人民权益的法治取向。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公共参与：树立为人民服务的责任意识，参与志愿服务。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本框阐明中国共产党是中国工人阶级先锋队、中国人民和中华民族先锋队，根本宗旨是全心全意为人民服务，执政理念是立党为公、执政为民，始终坚持以人民为中心。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性质：中国工人阶级先锋队，同时是中国人民和中华民族先锋队。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宗旨：全心全意为人民服务。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执政理念：立党为公、执政为民，以最广大人民根本利益为出发点和落脚点。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立场：人民立场是党的根本政治立场。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要求：把人民放在心中最高位置。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党的性质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根本宗旨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执政理念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人民立场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两个先锋队。原因：学生易只记"工人先锋队"，忽略"人民/民族先锋队"，需讲清先进性与代表性的统一。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宗旨与理念关系。原因：易混，需说明宗旨是根本、理念是执政体现。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落地。原因：易空谈，需用扶贫等实例。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以人民为中心 ┐
│ 性质: │
│ 工/人/民先 │
│ 锋队 │
│ 宗旨:全心 │
│ 全意为人民 │
│ 理念:立党为 │
│ 公执政为民 │
│ 立场:人民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中国共产党是中国工人阶级先锋队，同时是____和____先锋队。2. 党的根本宗旨是____。3. 党的执政理念是____、____。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【提高作业】说明党的性质、宗旨、执政理念之间的逻辑关系。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本单元主题：第二课 中国共产党的先进性。把今天学到的方法带进下一篇——自己读、自己想、自己写。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