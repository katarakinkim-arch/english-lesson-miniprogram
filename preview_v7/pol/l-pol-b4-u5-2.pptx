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第5单元 第五课 寻觅社会的真谛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社会历史的发展：基本矛盾与社会改革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政治认同：认同改革是社会主义社会发展直接动力，坚定改革信心。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科学精神：分析两对社会基本矛盾及其运动规律。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法治意识：理解上层建筑(含法治)要适应经济基础。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公共参与：理解个人在改革中的责任与机遇。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本框阐明生产力和生产关系、经济基础和上层建筑的矛盾是人类社会基本矛盾；生产关系要适应生产力、上层建筑要适应经济基础，这一规律推动社会发展；改革是社会主义社会发展的直接动力。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两对矛盾：生产力与生产关系、经济基础与上层建筑。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规律：生产关系适应生产力、上层建筑适应经济基础，推动发展。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动力：阶级社会靠阶级斗争，社会主义靠改革(自我完善)。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改革：调整不适应生产力的生产关系与不适应经济基础的上层建筑。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意义：改革是发展中国特社会主义的强大动力。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生产力与生产关系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经济基础上层建筑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运动规律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改革动力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两组概念。原因：学生易混"生产关系/上层建筑"，需以"经济/政治文化"划分。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适应规律。原因：易以为"越先进越好"，需讲"适应生产力水平"。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改革性质。原因：易以为"改方向"，需讲自我完善。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社会基本矛盾┐
│ 生产力↔生产 │
│ 关系 │
│ 经济基础↔上 │
│ 层建筑 │
│ 规律:适应→ │
│ 发展 │
│ 改革:自我完 │
│ 善(动力)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人类社会的基本矛盾是生产力与____、经济基础与____的矛盾。2. 社会主义社会通过____解决基本矛盾，改革是社会主义社会发展的____动力。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【提高作业】说明"当生产关系适应生产力时促进发展"的道理。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本单元主题：第五课 寻觅社会的真谛。把今天学到的方法带进下一篇——自己读、自己想、自己写。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