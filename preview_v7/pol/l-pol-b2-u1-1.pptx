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第1单元 第一课 我国的生产资料所有制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公有制为主体、多种所有制经济共同发展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政治认同：认同公有制为主体、多种所有制经济共同发展的基本经济制度。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科学精神：用生产力标准分析所有制结构，理解公有制主体地位。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法治意识：理解各类市场主体依法平等受保护的法治原则。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公共参与：以理性态度看待不同所有制企业，增强市场经济意识。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我国生产资料所有制：公有制为主体、多种所有制经济共同发展是我国社会主义初级阶段的基本经济制度。重点理解公有制的主体地位体现(国有经济的控制力、公有资产优势)与非公有制经济的作用，二者相辅相成、相得益able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基本经济制度：公有制为主体、多种所有制经济共同发展。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公有制主体体现：公有资产在社会总资产中占优势；国有经济控制国民经济命脉。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非公有制经济：社会主义市场经济的重要组成部分，促增长、扩就业。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混合所有制：公有制与非公有制交叉持股，是社会主义基本经济制度的重要实现形式。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二者相辅相成、相得益彰。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公有制主体地位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非公经济作用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混合所有制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相辅相成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主体地位的体现。原因：学生易把"国有资产"优势说成"公有资产"优势，需澄清资产与资本区别。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非公经济地位。原因：易以为"补充"而非"重要组成部分"，需更新认识。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混合所有制。原因：概念新，易与"私有化"混淆，需讲清实现形式。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所有制结构 ──┐
│ 公有制为主体 │
│ 资产占优势 │
│ 国有经济控 │
│ 制命脉 │
│ 非公经济: │
│ 重要组成部 │
│ 分(增长就业) │
│ 混改:实现形 │
│ 式 相辅相成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我国基本经济制度之一是____为主体、____经济共同发展。2. 公有制主体体现：____资产占优势、____经济控制命脉。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【提高作业】说明"混合所有制"为什么是社会主义基本经济制度的重要实现形式。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我国的生产资料所有制。把今天学到的方法带进下一篇——自己读、自己想、自己写。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