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第3单元 综合探究 坚持三者有机统一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综合探究：坚持党的领导、人民当家作主、依法治国有机统一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第16课时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政治认同：认同三者有机统一是中国特色社会主义政治制度的显著优势。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科学精神：分析党的领导、人民当家作主、依法治国三者的内在关系。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法治意识：理解依法治国是党领导人民治理国家的基本方式。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公共参与：在三者统一框架下有序参与政治生活。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本综合探究整合全书，阐明党的领导、人民当家作主、依法治国三者有机统一于我国社会主义民主政治伟大实践，是中国政治制度的显著优势。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党的领导是根本保证(统领)。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人民当家作主是本质特征(目标)。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依法治国是基本方式(路径)。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三者有机统一于社会主义民主政治实践。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优势：集中效率与民主参与相结合。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党的领导是根本保证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人民当家作主是本质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依法治国是基本方式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统一于实践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三者定位。原因：学生易混"谁领导谁主体"，需明确定位。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有机统一。原因：易机械并列，需讲"统领-目标-路径"的有机结合。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制度优势。原因：易空泛，需以抗疫/脱贫实例。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三者统一 ────┐
│ 党:根本保证 │
│ 人民:本质目 │
│ 标 │
│ 法治:基本方 │
│ 式 │
│ 统一于:民主 │
│ 政治实践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坚持____、人民当家作主、依法治国有机统一。2. 三者中，____是根本保证，____是本质特征，____是基本方式。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【提高作业】用"民法典编纂"说明三者如何有机统一。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坚持三者有机统一。把今天学到的方法带进下一篇——自己读、自己想、自己写。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