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第2单元 第三课 我国的经济发展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建设现代化经济体系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政治认同：认同建设现代化经济体系、推动高质量发展的战略部署。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科学精神：分析供给侧结构性改革的逻辑与实体经济的地位。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法治意识：理解市场公平竞争环境对实体经济的法治保障。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公共参与：关注家乡产业与区域协调，增强建设意识。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本框阐明建设现代化经济体系是高质量发展的必然要求，其着力点放在实体经济上，要深化供给侧结构性改革，实施乡村振兴与区域协调发展战略。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现代化经济体系：创新引领、协同发展的产业体系等。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着力点：放在实体经济上(一国经济的立身之本)。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主线：深化供给侧结构性改革(优化供给质量)。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战略：乡村振兴、区域协调发展。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目标：推动经济高质量发展。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着力点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主线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乡村振兴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区域协调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供给侧vs需求侧。原因：学生易混，需以"造好产品vs多发消费券"对比。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实体经济地位。原因：易轻"实"重"虚(金融地产)"，需讲风险。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体系构成。原因：条目多，需抓"着力点+主线+战略"。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现代化体系 ─┐
│ 目标:高质量 │
│ 着力点:实体 │
│ 经济(立身) │
│ 主线:供给侧 │
│ 结构性改革 │
│ 战略:乡村振 │
│ 兴+区域协调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建设现代化经济体系的着力点放在____上。2. 主线是深化____结构性改革。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【提高作业】为什么要把发展经济的着力点放在实体经济上？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我国的经济发展。把今天学到的方法带进下一篇——自己读、自己想、自己写。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