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政治 · 必修4 哲学与文化 · 第9单元 第九课 发展中国特色社会主义文化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文化发展的必然选择：走中国特色社会主义文化道路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第21课时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政治认同：坚定走中国特色社会主义文化发展道路。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科学精神：分析文化发展道路的历史必然与科学内涵。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法治意识：理解法治是文化建设的重要保障。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公共参与：做中国特色社会主义文化的建设者传播者。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本框阐明发展中国特色社会主义文化，必须坚持中国共产党领导下，走中国特色社会主义文化发展道路；要以马克思主义为指导，坚守中华文化立场，立足当代中国现实。</a:t>
            </a:r>
          </a:p>
        </p:txBody>
      </p:sp>
      <p:pic>
        <p:nvPicPr>
          <p:cNvPr id="6" name="Picture 5" descr="renmin.jpg"/>
          <p:cNvPicPr>
            <a:picLocks noChangeAspect="1"/>
          </p:cNvPicPr>
          <p:nvPr/>
        </p:nvPicPr>
        <p:blipFill>
          <a:blip r:embed="rId2"/>
          <a:srcRect l="368" r="368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renmin.jpg）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历史选择：近代各种文化主张失败，中国共产党和人民选择了社会主义文化道路。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395728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505456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944368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内涵：以马克思主义为指导，坚守中华文化立场，立足当代中国现实，结合当今时代条件。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419856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3529584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968496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领导：坚持党对文化工作的领导。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443984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4553712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992624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立场：不忘本来、吸收外来、面向未来。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468112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71600" y="557784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6016752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⑤ 目标：建设社会主义文化强国。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近代探索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道路内涵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党的领导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立场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小结与作业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必然性。原因：学生易以为"可任意选"，需讲历史与逻辑统一。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指导思想。原因：易忽略马克思主义指导，需强调。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内涵要素。原因：条目多，需抓"马为指导+中华立场"。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文化发展道路 ─┐
│ 必然:历史选 │
│ 择 │
│ 内涵:马指导 │
│ 中华立场现 │
│ 实+时代 │
│ 保证:党的领 │
│ 导 │
│ 立场:本外未 │
└──────────────┘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发展中国特色社会主义文化要以____为指导。2. 坚持对文化工作的____领导，是文化发展的根本保证。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【提高作业】说明"走中国特色社会主义文化发展道路"的历史必然性。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本单元主题：第九课 发展中国特色社会主义文化。把今天学到的方法带进下一篇——自己读、自己想、自己写。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