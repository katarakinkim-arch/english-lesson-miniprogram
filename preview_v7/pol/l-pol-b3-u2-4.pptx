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第2单元 第六课 我国的基本政治制度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民族区域自治制度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政治认同：认同民族区域自治制度，增强中华民族共同体意识。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科学精神：分析民族平等、团结、共同繁荣方针的内在联系。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法治意识：理解民族区域自治是在国家法治框架内的制度安排。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公共参与：自觉维护民族团结，反对民族分裂。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本框阐明我国坚持民族平等、民族团结、各民族共同繁荣的方针，实行民族区域自治制度，保障少数民族当家作主，维护国家统一和民族团结。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关系：平等团结互助和谐的社会主义民族关系。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方针：民族平等、民族团结、各民族共同繁荣。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制度：民族区域自治(前提：国家统一；核心：自治权)。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自治地方：区、州、县三级，设立自治机关。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意义：保障少数民族权利，维护国家统一。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三方针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民族区域自治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自治地方与机关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制度意义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自治≠独立。原因：学生易误解，需强调前提是国家统一、服从中央。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三方针关系。原因：易孤立记，需说明平等是前提、团结是保障、繁荣是目标。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自治权。原因：易与"高度自治"混，需区分民族自治与特别行政区。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民族区域 ────┐
│ 关系:平等团 │
│ 结互助和谐 │
│ 方针:平等团 │
│ 结共同繁荣 │
│ 制度:前提统 │
│ 一核心自治 │
│ 地方:区州县 │
│ 三级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我国社会主义民族关系是平等、团结、____、和谐。2. 民族区域自治的前提是____，核心是行使____。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【提高作业】为什么说民族区域自治"不是民族自治地方独立"？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本单元主题：第六课 我国的基本政治制度。把今天学到的方法带进下一篇——自己读、自己想、自己写。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