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第五课 中国的外交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中国外交政策的形成与发展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政治认同：坚定对我国独立自主和平外交政策的认同。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科学精神：分析外交政策内容与决定因素。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法治意识：在国际交往中坚持国际法准则。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公共参与：理解青年在国家形象中的角色。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本框阐明我国独立自主的和平外交政策由国家性质和国家利益决定，基本内容包括宗旨、基本目标、基本立场、基本准则；说明新时代外交思想与实践成就。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决定因素：国家性质和国家利益。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宗旨：维护世界和平、促进共同发展。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基本目标：维护国家主权安全发展利益，促进世界和平。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基本立场：独立自主。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基本准则：和平共处五项原则。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宗旨与目标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基本立场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基本准则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新时代外交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独立自主内涵。原因：学生易误读为封闭，需讲自主不等于孤立。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四要素记忆。原因：易混，需用框架。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决定因素。原因：需结合国体。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中国外交 ──┐
│ 决定:性质+│
│ 利益 │
│ 宗旨:和平发│
│ 展 │
│ 立场:独立自│
│ 主(非封闭) │
│ 准则:五项和│
│ 平共处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我国外交政策由____性质和____决定。2. 基本准则是____项原则。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【提高作业】说明独立自主不等于闭关锁国。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中国的外交。把今天学到的方法带进下一篇——自己读、自己想、自己写。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