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第1单元 第三课 订约履约 诚信为本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有约必守 违约有责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政治认同：认同契约精神与诚信价值。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科学精神：分析违约情形与责任。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法治意识：依法履约，违约承担后果。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公共参与：树立守信意识。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本框阐明合同当事人应按约定全面履行，违约须承担继续履行、补救、赔偿等责任；不可抗力可免责，但须及时通知举证。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履行：按约定全面、诚信履行。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违约：不履行或履行不符约定。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责任：继续履行、补救、赔偿损失等。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免责：不可抗力(不能预见避免克服)。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诚信：履约是道德也是法律。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违约情形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责任承担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不可抗力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诚信价值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责任形式。原因：学生易只知赔偿，需列全。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不可抗力。原因：易滥用，需讲三不。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全面履行。原因：需强调。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履约违约 ──┐
│ 全面诚信履 │
│ 行 │
│ 违约:拒/迟/│
│ 瑕疵 │
│ 责任:继续/ │
│ 赔偿 │
│ 不可抗力免 │
│ 责(三不)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当事人一方不履行合同义务应承担____责任。2. 因____(不能预见避免克服)致不能履约可免责。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【提高作业】说明违约责任的承担方式。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本单元主题：第三课 订约履约 诚信为本。把今天学到的方法带进下一篇——自己读、自己想、自己写。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