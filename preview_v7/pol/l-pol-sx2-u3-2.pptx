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第3单元 第七课 做个明白的劳动者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心中有数上职场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政治认同：认同劳动权益法治保障。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科学精神：把握职场具体规则。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法治意识：依法行使与维护劳动权利。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公共参与：做明白理性的劳动者。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本框阐明劳动者要清楚报酬支付、加班工资、试用期规定、解除合同的条件与经济补偿等，做到心中有数、依法维权。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报酬：按月支付、不得低于最低工资。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加班：加班应支付加班工资。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试用期：有期限上限，仅约定一次。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解约：法定情形，违法解约付赔偿。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补偿：特定解除付经济补偿。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加班工资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试用期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解除合同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经济补偿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试用期上限。原因：学生易错，需列合同期限对应。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加班费。原因：需讲计算。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经济补偿。原因：需厘清情形。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上职场 ───┐
│ 报酬:按月最│
│ 低 │
│ 加班:150/200│
│ /300% │
│ 试用:有上限│
│ 解约:违法赔│
│ 补偿:按年限│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法定休假日加班应支付不低于工资____%的报酬。2. 同一用人单位与同一劳动者只能约定____次试用期。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【提高作业】说明劳动者如何做到心中有数。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本单元主题：第七课 做个明白的劳动者。把今天学到的方法带进下一篇——自己读、自己想、自己写。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