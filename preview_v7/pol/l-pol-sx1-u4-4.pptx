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第4单元 第九课 中国与国际组织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中国与联合国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政治认同：为我国在联合国的积极作用而自豪。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科学精神：分析中国与联合国的互动关系。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法治意识：坚持联合国宪章宗旨与原则。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公共参与：支持多边主义国际合作。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本框阐明中国是联合国创始会员国和安理会常任理事国，始终遵循联合国宪章，在维和、发展、气候等领域作出重要贡献，支持联合国核心作用。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身份：创始会员国、安理会常任理事国。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立场：遵循宪章、支持核心作用。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贡献：维和(出兵最多)、发展援助、气候行动。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会费：履行财政义务。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角色：建设性、负责任。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立场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维和贡献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发展与气候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会费义务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贡献多维。原因：学生易单一，需结构化。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常任身份责任。原因：需讲权利与义务。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宪章立场。原因：需点明。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中国与联合国┐
│ 身份:创始国│
│ 常任理事国 │
│ 维和:最大出│
│ 兵国 │
│ 发展气候贡献│
│ 履行会费义│
│ 务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中国是联合国____会员国和安理会常任理事国。2. 中国是常任理事国中最大____出兵国。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【提高作业】说明中国在联合国发挥的积极作用。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中国与国际组织。把今天学到的方法带进下一篇——自己读、自己想、自己写。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