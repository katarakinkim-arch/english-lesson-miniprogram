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10911535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语文 · 必修上册 · 第4单元 家乡文化生活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207008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911535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实地调查实践（一）——家乡风物走访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840480"/>
            <a:ext cx="10911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实践课  ·  第3课时  ·  45分钟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5394960"/>
            <a:ext cx="2011680" cy="3302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562356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学习任务群：当代文化参与    |    年级：高一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学习目标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语言能力：能完成1张规范「风物卡片」，用准确语言描述风物的特征与文化信息。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文化意识：在走访中感受风物承载的本土记忆，培养对身边文化的珍视。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思维品质：通过「看特征→问故事→想价值」的路径，培养从物到文化的推导。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6364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2823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2823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9516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9516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学习能力：在实践中巩固观察+访谈方法，能独立产出调查记录。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课文背景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508760"/>
            <a:ext cx="6766560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16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本课为实地调查实践第一课，聚焦「家乡风物」走访。风物指本地有文化内涵的物质载体：老建筑、古木、饮食、特产、手工艺等。学生以小组为单位，在校内或家附近开展一次短时风物走访，运用上节课的观察法与访谈法，完成「风物卡片」（名称/位置/年代/特征/故事/现状）。本课重在实践中巩固方法。</a:t>
            </a:r>
          </a:p>
        </p:txBody>
      </p:sp>
      <p:pic>
        <p:nvPicPr>
          <p:cNvPr id="6" name="Picture 5" descr="typewriter.jpg"/>
          <p:cNvPicPr>
            <a:picLocks noChangeAspect="1"/>
          </p:cNvPicPr>
          <p:nvPr/>
        </p:nvPicPr>
        <p:blipFill>
          <a:blip r:embed="rId2"/>
          <a:srcRect l="5860" r="5860"/>
          <a:stretch>
            <a:fillRect/>
          </a:stretch>
        </p:blipFill>
        <p:spPr>
          <a:xfrm>
            <a:off x="8046720" y="1508760"/>
            <a:ext cx="4114800" cy="31089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046720" y="4663440"/>
            <a:ext cx="4114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资料图（自由授权，复用 typewriter.jpg）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学习重点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159715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4813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20240"/>
            <a:ext cx="9997135" cy="9570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风物卡片六栏：名称/位置/年代/特征/故事/现状。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078480"/>
            <a:ext cx="10911535" cy="159715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318820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627120"/>
            <a:ext cx="9997135" cy="9570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观察要细：不只拍照，记材质/形制/色彩/使用痕迹。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4785360"/>
            <a:ext cx="10911535" cy="159715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71600" y="489508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71600" y="5334000"/>
            <a:ext cx="9997135" cy="9570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故事要问：风物背后的传说、使用者、变迁，靠访谈获得。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学习路径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361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5910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4813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1 任务发布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219456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04672" y="235915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4672" y="241401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230428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2 方法回顾+出发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301752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804672" y="318211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4672" y="32369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312724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3 实地走访（核心）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384048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804672" y="400507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4672" y="405993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71600" y="395020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4 回班互评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0080" y="466344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04672" y="482803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04672" y="488289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71600" y="477316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5 典型分享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40080" y="54864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804672" y="56509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04672" y="57058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371600" y="55961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6 小结+作业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易混易错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观察深度。原因：学生走马观花，需给「观察清单」强制细化。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故事获取。原因：风物故事在人口中，需主动访谈，学生不敢开口。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价值判断。原因：学生记了特征却说不出「为什么值得记」，需引导。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要点板书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539496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554480"/>
            <a:ext cx="10362895" cy="5120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┌── 风物走访 ──┐
│ 【卡片六栏】 │
│ 名称/位置/ │
│ 年代/特征/ │
│ 故事/现状 │
│ │
│ 【观察四要点】│
│ 材质·形制· │
│ 色彩·痕迹 │
│ │
│ 【好卡片】 │
│ 特征具体+ │
│ 故事真实+ │
│ 价值清晰 │
│ │
│ 卡片→风物志 │
└──────────────┘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分层作业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52704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6596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【基础作业】1. 整理完善本组风物卡片（六栏齐全）。2. 附一句「为什么这处风物值得记录」。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97180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30815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52044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【提高作业】据卡片扩写一段300字「风物小传」，含特征描写与一则真实故事。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本课小结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1737360"/>
            <a:ext cx="54864" cy="43180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645920"/>
            <a:ext cx="10682935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2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本单元主题：家乡文化生活。把今天学到的方法带进下一篇——自己读、自己想、自己写。</a:t>
            </a:r>
          </a:p>
          <a:p>
            <a:pPr algn="l"/>
            <a:r>
              <a:rPr sz="16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方法迁移：圈关键信息 → 理事件脉络 → 析人物精神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