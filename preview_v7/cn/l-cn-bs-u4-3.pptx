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必修上册 · 第4单元 家乡文化生活 · 第3课时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实地调查实践（一）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家乡风物走访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走近一处风物，用眼睛和耳朵，把记忆留下来。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共 9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能完成1张规范「风物卡片」，用准确语言描述风物的特征与文化信息。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在走访中感受风物承载的本土记忆，培养对身边文化的珍视。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通过「看特征→问故事→想价值」的路径，培养从物到文化的推导。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在实践中巩固观察+访谈方法，能独立产出调查记录。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从教材到课堂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实地调查实践第一课，聚焦「家乡风物」走访。风物指本地有文化内涵的物质载体：老建筑、古木、饮食、特产、手工艺等。你以小组为单位，在校内或家附近开展一次短时风物走访，运用上节课的观察法与访谈法，完成「风物卡片」（名称/位置/年代/特征/故事/现状）。本课重在实践中巩固方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74520"/>
            <a:ext cx="5227167" cy="2788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01168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来源：21世纪教育网《必修上第四单元大单元教学设计》（记录家乡的人和物）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来源：人教版《语文》必修上册教学参考书（风物志写法）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484632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风物卡片六栏：名称/位置/年代/特征/故事/现状。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01168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观察要细：不只拍照，记材质/形制/色彩/使用痕迹。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01168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故事要问：风物背后的传说、使用者、变迁，靠访谈获得。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39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任务单法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39112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发风物卡片模板，限时完成。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现场指导法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6324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随组巡视点拨。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873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同伴互评法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87368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回班后小组交换卡片提建议。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92624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19379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114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追问示范法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11496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示范如何向长辈问故事。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观察深度。原因：你走马观花，需给「观察清单」强制细化。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54096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故事获取。原因：风物故事在人口中，需主动访谈，你不敢开口。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78224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价值判断。原因：你记了特征却说不出「为什么值得记」，需引导。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风物走访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1153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71455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风物走访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【卡片六栏】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名称/位置/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年代/特征/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故事/现状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【观察四要点】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材质·形制·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色彩·痕迹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【好卡片】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特征具体+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故事真实+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价值清晰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卡片→风物志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整理完善本组风物卡片（六栏齐全）。2. 附一句「为什么这处风物值得记录」。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01168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据卡片扩写一段300字「风物小传」，含特征描写与一则真实故事。
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回到「家乡文化生活」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要点回望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风物卡片六栏：名称/位置/年代/特征/故事/现状。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观察要细：不只拍照，记材质/形制/色彩/使用痕迹。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故事要问：风物背后的传说、使用者、变迁，靠访谈获得。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227167" cy="41605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8767" y="224028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286000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2834640"/>
            <a:ext cx="449564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你走访的那处风物，最值得记住的特征和故事是什么？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