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第1单元《中华传统文化经典》· 第2课时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齐桓晋文之事 精读——孟子仁政与「推恩」之说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把读到的经典，变成自己的眼光与方法。</a:t>
            </a:r>
          </a:p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解释「忖度、衅钟、推恩、保民」等词，说出孟子由「以羊易牛」到「仁政」的论证链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理解孟子「仁政」「推恩」的民本思想与性善论根基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通过分析「不忍→推恩→保四海」的推演，培养论证逻辑思维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掌握「抓事例→明推演→赏辩术」的诸子读法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齐桓晋文之事》是《孟子·梁惠王上》名段。孟子以「不忍之心」为起点，借「以羊易牛」事例，提出「推恩」（老吾老以及人之老）即可「保四海」，由「不忍」到「仁政」。善用比喻、迂回引导、因势利导，是孟子论辩艺术典范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本单元《中华传统文化经典》：整本书阅读与研讨 / 中华传统文化经典。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1. 南京国学研究会：保民为王，实施仁政——孟子政治主张（下）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2. 语文迷：《齐桓晋文之事》原文翻译与赏析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起点：不忍之心（以羊易牛）。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推演：推恩（老吾老及人之老）→保四海。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辩术：迂回引导、比喻、因势利导。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① 逻辑图法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不忍→推恩→保四海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363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② 辩术解码法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引导术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③ 诵读法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011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④ 语境释义法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推演逻辑。原因：学生只见事例不见链，需框示。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辩术。原因：易当闲聊，需点明引导术。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文言长。原因：句长词僻，需随文。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齐桓晋文之事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孟子·仁政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推演链: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不忍(易牛)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→推恩(及人)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→保四海(仁政)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辩术: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迂回·比喻·因势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关键词: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忖度/衅钟/保民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孔:境界 孟:制度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写出「不忍→推恩→保四海」的推演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解释：①忖度 ②衅钟 ③推恩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写160字「我的一次不忍与推恩」，要求：①仿孟子由小事到道理；②用推恩思路；③联生活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回望《中华传统文化经典》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本课要点回顾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起点：不忍之心（以羊易牛）。；② 推演：推恩（老吾老及人之老）→保四海。；③ 辩术：迂回引导、比喻、因势利导。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哪一个概念或人物最触动你？用一句话写下来。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274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把本课学到的方法，套用到下一篇阅读或写作里，会怎样？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04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4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用三个词概括你对本单元的新认识。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