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第1单元 中华传统文化经典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齐桓晋文之事 精读——孟子仁政与「推恩」之说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语言能力：解释「忖度、衅钟、推恩、保民」等词，说出孟子由「以羊易牛」到「仁政」的论证链。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文化意识：理解孟子「仁政」「推恩」的民本思想与性善论根基。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思维品质：通过分析「不忍→推恩→保四海」的推演，培养论证逻辑思维。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学习能力：掌握「抓事例→明推演→赏辩术」的诸子读法。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齐桓晋文之事》是《孟子·梁惠王上》名段。孟子以「不忍之心」为起点，借「以羊易牛」事例，提出「推恩」（老吾老以及人之老）即可「保四海」，由「不忍」到「仁政」。善用比喻、迂回引导、因势利导，是孟子论辩艺术典范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起点：不忍之心（以羊易牛）。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推演：推恩（老吾老及人之老）→保四海。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辩术：迂回引导、比喻、因势利导。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推演链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辩术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关键词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对照孔子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推演逻辑。原因：学生只见事例不见链，需框示。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辩术。原因：易当闲聊，需点明引导术。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文言长。原因：句长词僻，需随文。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齐桓晋文之事 ──┐
│ 孟子·仁政 │
│ │
│ 推演链: │
│ 不忍(易牛) │
│ →推恩(及人) │
│ →保四海(仁政) │
│ │
│ 辩术: │
│ 迂回·比喻·因势 │
│ │
│ 关键词: │
│ 忖度/衅钟/保民 │
│ │
│ 孔:境界 孟:制度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写出「不忍→推恩→保四海」的推演。2. 解释：①忖度 ②衅钟 ③推恩。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【提高作业】写160字「我的一次不忍与推恩」，要求：①仿孟子由小事到道理；②用推恩思路；③联生活。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本单元主题：中华传统文化经典。把今天学到的方法带进下一篇——自己读、自己想、自己写。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