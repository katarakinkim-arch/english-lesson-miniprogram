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故都的秋 精读——清静悲凉的秋味与形散神聚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语言能力：找出五幅秋景画面，解释「清、静、悲凉」在文中的具体体现，朗读富于情味。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文化意识：理解中国文人「悲秋」传统与郁达夫在乱世中的生命感怀。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思维品质：通过分析「形散神聚」，培养从散乱选材中把握情感主线的能力。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学习能力：掌握「抓文眼→理画面→明神聚」的散文读法。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故都的秋》是郁达夫散文名篇。开篇「北国的秋，却特别地来得清，来得静，来得悲凉」定基调，以「清、静、悲凉」为文眼，选取庭院秋景、槐树落蕊、秋蝉残声、秋雨闲人、秋果胜果五幅画面，于细微处写尽故都秋味。形散（选材散）神聚（悲凉一以贯之），是散文「形散神聚」的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文眼：清、静、悲凉（全文基调）。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五幅画面：庭院秋景、槐树落蕊、秋蝉残声、秋雨闲人、秋果胜果。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形散神聚：选材散（五幅）而神聚（悲凉一贯）。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五幅画面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清静悲凉解码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形散神聚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南北秋比较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悲凉之美。原因：学生喜「热闹美」，难赏寂寥，需引导「悲凉即深沉」。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形散神聚。原因：易只见散不见聚，需点明文眼统摄。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细微处。原因：落蕊无声等细节易忽略，需细读。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故都的秋 郁达夫 ──┐
│ 文眼:清·静·悲凉 │
│ │
│ 【五幅画面】 │
│ 庭院破屋喝茶 │
│ 槐树落蕊(无声) │
│ 秋蝉残声 │
│ 秋雨话凉 │
│ 秋果胜果 │
│ │
│ 解码: │
│ 落蕊=静 蝉=悲凉│
│ 破屋=清闲 │
│ │
│ 形散神聚 │
│ 散(五画)→聚(悲凉)│
│ │
│ 南国(淡)↔北国(浓)│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列出文中五幅秋景画面。2. 用原文词语说明「清/静/悲凉」各一例。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【提高作业】写160字「我眼里的清静悲凉」，要求：①仿五幅式选身边一景；②用一情感词统摄；③贴细处描写。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本单元主题：自然情怀。把今天学到的方法带进下一篇——自己读、自己想、自己写。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