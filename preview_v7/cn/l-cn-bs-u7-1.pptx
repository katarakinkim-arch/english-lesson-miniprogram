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146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必修上 · 第七单元 · 自然情怀 · 第一课时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12471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故都的秋 精读——清静悲凉的秋味与形散神聚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郁达夫写北国之秋：「清、静、悲凉」。五幅寻常小景，神却都聚在这三个字上。读散文，先找那个「聚」的眼。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语言能力：找出五幅秋景画面，解释「清、静、悲凉」在文中的具体体现，朗读富于情味。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8600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5292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文化意识：理解中国文人「悲秋」传统与郁达夫在乱世中的生命感怀。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1772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617720"/>
            <a:ext cx="5272887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7091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7608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思维品质：通过分析「形散神聚」，培养从散乱选材中把握情感主线的能力。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61772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4617720"/>
            <a:ext cx="5272887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727" y="47091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27608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学习能力：掌握「抓文眼→理画面→明神聚」的散文读法。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27167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678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课文定位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故都的秋》是郁达夫散文名篇。开篇「北国的秋，却特别地来得清，来得静，来得悲凉」定基调，以「清、静、悲凉」为文眼，选取庭院秋景、槐树落蕊、秋蝉残声、秋雨闲人、秋果胜果五幅画面，于细微处写尽故都秋味。形散（选材散）神聚（悲凉一以贯之），是散文「形散神聚」的范本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447" y="2057400"/>
            <a:ext cx="5227167" cy="420624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240280"/>
            <a:ext cx="4678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974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瑞文网《故都的秋》教学设计（高一必修）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21世纪教育网《故都的秋》教学设计（统编版必修上）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100" b="0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文眼——清、静、悲凉（全文基调）。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五幅画面——庭院秋景、槐树落蕊、秋蝉残声、秋雨闲人、秋果胜果。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形散神聚——选材散（五幅）而神聚（悲凉一贯）。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6888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1401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诵读品读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听朗读，自己品读，读出「清静悲凉」的慢与淡。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19456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9895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9895" y="246888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7407" y="241401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画面归纳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306324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找出五幅秋景，各摘一句原文。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8912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590288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6344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60857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文眼支架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用「清/静/悲凉」三词贯串每幅画的解读。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38912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79895" y="4590288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9895" y="466344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7407" y="460857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南北比较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为何写北国也提南国？反衬北国秋味更浓。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赏不出悲凉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悲凉也是一种深美：寂寥里藏着对故都的眷恋。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9298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只见散不见聚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五幅看似散，都服务「悲凉」——这就是神聚。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8396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忽略细微处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落蕊无声、蝉声残弱，细处才见味，慢读。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11535" cy="50292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379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37944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32304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432304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清 · 静 · 悲凉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53512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54096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五幅画面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054096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庭院破屋 / 槐树落蕊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75304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8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五幅画面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675888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秋蝉残声 / 秋雨话凉 / 秋果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97096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97680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解码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297680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落蕊=静 蝉=悲凉 破屋=清闲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18888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19472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形散神聚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919472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散(五画) → 聚(悲凉)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541264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541264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南国(淡) ↔ 北国(浓)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基础·必做：列出文中五幅秋景画面；用原文词语说明「清/静/悲凉」各一例。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提升·选做：写160字「我眼里的清静悲凉」：仿五幅式选身边一景，用一情感词统摄，贴细处描写。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拓展 · 衔接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拓展·衔接：下节课《荷塘月色》同是写景抒情——比较两文「景与情」怎么贴合。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单元小结与反思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10911535" cy="429768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331720"/>
            <a:ext cx="54864" cy="3810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99971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第七单元 · 自然情怀 · 收束引导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9814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第七单元讲「自然情怀」。《故都的秋》教我们读散文：先抓文眼「清静悲凉」。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五幅寻常小景，神却都聚在悲凉——这叫形散神聚。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回头看身边：有没有一处风景，也藏着你的某种心情？下一课，去朱自清的荷塘。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