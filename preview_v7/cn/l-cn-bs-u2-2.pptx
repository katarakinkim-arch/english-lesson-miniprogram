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hang_binggui.jpg"/>
          <p:cNvPicPr>
            <a:picLocks noChangeAspect="1"/>
          </p:cNvPicPr>
          <p:nvPr/>
        </p:nvPicPr>
        <p:blipFill>
          <a:blip r:embed="rId2"/>
          <a:srcRect t="26516" b="265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第二单元 · 劳动光荣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心有一团火</a:t>
            </a:r>
          </a:p>
          <a:p>
            <a:pPr algn="l">
              <a:spcBef>
                <a:spcPts val="800"/>
              </a:spcBef>
            </a:pPr>
            <a:r>
              <a:rPr sz="50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「探界者」钟扬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两篇人物通讯 · 群文比较阅读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平凡柜台的坚守，与高原上的追寻——劳动光荣，不分工种。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概括两篇通讯的核心事件与人物精神，说出选材的典型性差异。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理解「平凡岗位坚守」与「科学探索执着」都是劳动精神的不同呈现。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比较两篇通讯的选材角度、描写手法与情感基调，培养归纳能力。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掌握「同主题·异选材·比手法」的群文路径，能迁移到其他实用文。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知人论世 · 两双劳动的手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hang_binggui.jpg"/>
          <p:cNvPicPr>
            <a:picLocks noChangeAspect="1"/>
          </p:cNvPicPr>
          <p:nvPr/>
        </p:nvPicPr>
        <p:blipFill>
          <a:blip r:embed="rId2"/>
          <a:srcRect t="31848" b="31848"/>
          <a:stretch>
            <a:fillRect/>
          </a:stretch>
        </p:blipFill>
        <p:spPr>
          <a:xfrm>
            <a:off x="640080" y="1828800"/>
            <a:ext cx="52578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9768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张秉贵（1963年，北京）· 新华社资料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257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张秉贵（1918—1987）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1955年36岁入王府井百货糖果柜台，一站32年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练就「一抓准」「一口清」，待客近400万人次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发明「接一问二联三」，柜台被誉为「燕京第九景」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1979年全国劳模，著有《张秉贵柜台服务艺术》</a:t>
            </a:r>
          </a:p>
        </p:txBody>
      </p:sp>
      <p:pic>
        <p:nvPicPr>
          <p:cNvPr id="8" name="Picture 7" descr="tibet.jpg"/>
          <p:cNvPicPr>
            <a:picLocks noChangeAspect="1"/>
          </p:cNvPicPr>
          <p:nvPr/>
        </p:nvPicPr>
        <p:blipFill>
          <a:blip r:embed="rId3"/>
          <a:srcRect t="20918" b="20918"/>
          <a:stretch>
            <a:fillRect/>
          </a:stretch>
        </p:blipFill>
        <p:spPr>
          <a:xfrm>
            <a:off x="6355080" y="1828800"/>
            <a:ext cx="52578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29768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西藏高原 · 钟扬16年采种之地（环境照）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709160"/>
            <a:ext cx="5257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钟扬（1964—2017）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中科大少年班→复旦教授，2001年起援藏16年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采得4000余万颗种子（近西藏植物1/5）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海拔6200米采到鼠曲雪兔子（人类采样最高点）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2017.9.25赴鄂尔多斯讲课途中车祸殉职，「时代楷模」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两篇通讯的核心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27167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78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《心有一团火》· 张秉贵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一抓准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要几斤几两，一把抓来分毫不差——缩短排队时间。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一口清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称包同时心算报价，分毫不差。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一团火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32年温暖每一位顾客，把售货做成服务艺术。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→ 平凡岗位的精益求精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20240"/>
            <a:ext cx="5227167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48840"/>
            <a:ext cx="4678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《"探界者"钟扬》· 钟扬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88036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16年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扎根西藏，跋涉50多万公里盘点植物「家底」。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4000万颗种子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为未来建一艘种子的「诺亚方舟」。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探界者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跨界（平原→高原·植物学→教育）的执着奉献。</a:t>
            </a:r>
          </a:p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→ 知识分子的跨界奉献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「一团火」的时代隔阂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电商时代难体会柜台服务的分量。→ 用1960年代百货长队场景与老顾客回忆，搭背景支架。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钟扬「探界」的三重义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不止地理跨界，还有学科跨界（植物学+教育）与生命境界的超越。→ 画「探界层次图」。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比较易「并列」难「归纳」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习惯逐篇罗列，不善跨文本提炼共性。→ 用四维框架（人物/场景/精神/手法）收口。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探究 · 从真问题出发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同学常问的两个「为什么」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051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问：钟扬「胁迫」领结婚证这种生活小事，为什么也写进课文？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911535" cy="1051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问：张秉贵的「接一问二联三」那么绝，课文为何一笔带过？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911535" cy="2194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63440"/>
            <a:ext cx="1027145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通讯选材的窍门：不贪多，只选最能凸显人物精神的典型事件。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写钟扬领结婚证——见出他「把科普当逗乐」的赤子性情；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略写售货法——因为通讯要突出的是「一团火」的服务心，不是技术手册；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课内外比对：课外写科考艰苦（吃苦耐劳），课文写高原反应仍坚持（责任与拼命）——同一人，不同侧面，皆为真。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 · 群文比较表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566928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比较维度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2024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《心有一团火》张秉贵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92024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《探界者》钟扬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599"/>
            <a:ext cx="10911535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59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人物身份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5175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售货员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65175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大学教授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19"/>
            <a:ext cx="10911535" cy="65836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79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劳动场景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8327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王府井糖果柜台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38327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西藏高原采种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0911535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799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精神品质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1479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精益求精·坚守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411479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跨界奉献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59"/>
            <a:ext cx="10911535" cy="65836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19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选材手法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84631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细节反复（一抓准）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84631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数据跨度（16年/4000万颗）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77839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劳动光荣 ＝ 坚守（张秉贵）＋ 创新（袁隆平）＋ 奉献（钟扬）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完成两篇通讯比较表（人物｜场景｜精神｜选材手法），各维度用一句话概括；并从每篇找1个最打动你的细节写50字赏析。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写200字短评「劳动光荣不分工种——从三篇通讯看劳动精神的多元呈现」，要求引用≥2篇细节、点明共性、联系当代职业观。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用「同主题·异选材·比手法」，假设三篇通讯的选材手法互换会怎样？体会典型选材的力量。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总结 · 劳动光荣不分工种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三双手，同一种光荣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坚守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张秉贵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柜台前的一抓准，是把平凡做到极致的执着。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286000"/>
            <a:ext cx="3393338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15468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袁隆平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65760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稻田里的14万株筛选，是用实践质疑权威的勇气。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286000"/>
            <a:ext cx="3393338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奉献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15468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钟扬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365760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高原上的4000万颗种子，是把生命写进未来的胸怀。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10911535" cy="1737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98348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37760"/>
            <a:ext cx="101800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群文比较口诀：同主题 · 异选材 · 比手法。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下节课从「记人」（通讯）转向「说理」（评论）——《以工匠精神雕琢时代品质》。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