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第2单元 劳动光荣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实用文本阅读（下）——心有一团火·"探界者"钟扬 群文比较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群文阅读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语言能力：能概括两篇通讯的核心事件和人物精神，说出通讯选材的典型性差异。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文化意识：理解「平凡岗位的坚守」与「科学探索的执着」都是劳动精神的不同呈现，感受劳动的多元价值。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思维品质：通过群文比较两篇通讯的选材角度、描写手法和情感基调，培养比较归纳的思维能力。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学习能力：掌握「同主题·异选材·比手法」的群文比较阅读路径，能迁移到其他实用文比较。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二单元第二课时，群文比较阅读两篇人物通讯。《心有一团火，温暖众人心》写北京王府井百货糖果柜售货员张秉贵，以「一抓准」「一口清」的绝活和「一团火」般的服务态度感动无数顾客——平凡岗位上的劳动之美。《"探界者"钟扬》写复旦大学教授钟扬16年扎根西藏采集种子、在高原与平原间「探界」的科教人生——知识分子的劳动之崇高。两篇通讯一写普通售货员一写高校教授，一写城市柜组一写高原田野，构成「劳动光荣」在不同人物身上的多元呈现，适合群文比较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《心有一团火》核心：张秉贵「一抓准」（称糖一抓即准）、「一口清」（心算价钱一口报出）、「一团火」（服务态度温暖如火）——平凡岗位的精益求精。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《"探界者"钟扬》核心：16年西藏采种、收集4000万颗种子、援藏教育——知识分子的跨界探索与奉献。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群文比较维度：人物身份（售货员/教授）·劳动场景（柜组/高原）·精神共性（坚守·奉献）·选材手法（细节反复/时间跨度）。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《心有一团火》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《"探界者"钟扬》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群文比较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归纳提升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「一团火」精神的时代理解。原因：学生生活在电商时代，对柜台售货员的服务场景缺乏体验，需补充时代背景。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钟扬「探界」的多重含义。原因：「探界」不只是地理上的跨界（平原到高原），也是学科跨界（植物学+教育学）+生命境界的超越，学生易停留字面。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群文比较的归纳提升。原因：学生习惯逐篇分析，不善于跨文本提炼共性，需提供比较框架。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群文比较:两双劳动的手 ──┐
│ │
│ 左手:张秉贵 右手:钟扬 │
│ 一抓准 16年采种 │
│ 一口清 4000万颗 │
│ 一团火 探界者 │
│ →精益求精 →跨界奉献 │
│ │
│ 【比较表】 │
│ 人物:售货员 | 教授 │
│ 场景:柜台 | 高原 │
│ 精神:坚守 | 奉献 │
│ 手法:细节反复| 数据跨度 │
│ │
│ 【劳动光荣=】 │
│ 坚守+创新+奉献 │
│ (张秉贵)(袁隆平)(钟扬) │
│ │
│ 群文比较:同主题·异选材· │
│ 比手法 │
└────────────────────────────┘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完成两篇通讯的比较表（人物|场景|精神|选材手法），各维度用一句话概括。2. 从每篇通讯中找出1个最打动你的细节，各写50字赏析。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【提高作业】写一段200字短评，主题为「劳动光荣不分工种——从三篇通讯看劳动精神的多元呈现」。要求：①引用至少2篇通讯的细节；②点明共性；③联系当代社会职业观念。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本单元主题：劳动光荣。把今天学到的方法带进下一篇——自己读、自己想、自己写。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