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必修上册 · 第8单元 词语积累与词语解释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单元活动——「我的词语本」积累分享会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单元活动  ·  第8课时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学习任务群：语言积累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语言能力：展示并讲解自己的词语本（家族网/词义卡/辨析表/文化卡），做到准确有条理。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文化意识：在分享中固化「网络化、文化化」积累习惯。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思维品质：填单元反思单，梳理积累—解释—运用路径，培养元认知。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学习能力：整合本单元方法为个人词语本体系。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本课为第八单元收官，举办「我的词语本」分享会：展示家族词网、词义三层卡、近义辨析表、成语文化卡；互评「最有料词语本」；填单元反思单，回顾「积累—解释—运用」路径，建立长期网络化积累习惯。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展示四件：家族网/词义卡/辨析表/文化卡。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互评：最有料词语本。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反思单：路径——积累→解释→运用。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分享框架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展示（上）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参观+便签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反思单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总结+习惯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展示条理。原因：易念本无重点，需框架。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参与面。原因：时间有限，需分组。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习惯固化。原因：Reflection空话，需具体承诺。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词语本·分享 ──┐
│ 【四件】 │
│ 家族网/词义卡 │
│ 辨析表/文化卡 │
│ │
│ 互评:最有料本 │
│ │
│ 【反思三问】 │
│ ①学会__ │
│ ②提升__ │
│ ③疑问__ │
│ │
│ 路径: │
│ 积累→解释→运用 │
│ →习惯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提交词语本（四件齐全）+互评语。2. 填单元反思单三行。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【提高作业】写150字「我的积累习惯计划」，要求：①点明方法；②说每周怎么做；③列想建的2个词族。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本单元主题：词语积累与词语解释。把今天学到的方法带进下一篇——自己读、自己想、自己写。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