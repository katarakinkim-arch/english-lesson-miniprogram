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单元活动——「我的词语本」积累分享会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把读到的、写到的，汇成一本自己的词语本。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第8课时 · 单元活动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单元：词语积累与词语解释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展示并讲解自己的词语本（家族网/词义卡/辨析表/文化卡），做到准确有条理。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在分享中固化「网络化、文化化」积累习惯。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填单元反思单，梳理积累—解释—运用路径，培养元认知。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整合本单元方法为个人词语本体系。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本课为第八单元收官，举办「我的词语本」分享会：展示家族词网、词义三层卡、近义辨析表、成语文化卡；互评「最有料词语本」；填单元反思单，回顾「积累—解释—运用」路径，建立长期网络化积累习惯。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统编教材高中语文必修上第八单元学习任务设计（搜狐教育，2021）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21世纪教育网《第八单元·丰富词语积累》教学设计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展示四件：家族网/词义卡/辨析表/文化卡。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互评：最有料词语本。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反思单：路径——积累→解释→运用。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展览法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词语本墙。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讲解工作坊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四件框架。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反思单法。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展示条理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破解：易念本无重点，需框架。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参与面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破解：时间有限，需分组。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习惯固化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破解：Reflection空话，需具体承诺。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【四件】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家族网/词义卡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辨析表/文化卡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互评:最有料本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【反思三问】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①学会__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②提升__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③疑问__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路径: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积累→解释→运用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→习惯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提交词语本（四件齐全）+互评语。2. 填单元反思单三行。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写150字「我的积累习惯计划」，要求：①点明方法；②说每周怎么做；③列想建的2个词族。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本单元「词语积累与词语解释」：分类、联想、语境三法并用，把零散词语汇成一本属于自己的词语本。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你打算按什么线索来整理自己的词语本？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分享一个你最近记下的好词，说说为什么收它。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哪种积累法（分类／联想／语境）你最想试？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