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第5单元 实用性阅读与交流（演说与书信）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写作实践与讲评——演说/说理文修改与提升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语言能力：据讲评改终稿，做到有对象感、层次清晰、语言适配场合。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文化意识：在讲评中体会实用言说的表达自觉。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思维品质：通过三典型诊断，培养评价与自我修订能力。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学习能力：内化「好演说/说理文」标准。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本课为演说/说理文讲评，选取三典型：①无对象（无称呼/无听众）；②无层次（论点论据乱）；③语言错位（演讲掉书袋/说理喊口号）。通过对比讲评提升。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三典型：无对象/无层次/语言错位。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修改：加称呼/定层次/调语体。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好标准：对象感+层次清+场合语。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回顾三标准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现场改稿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加对象。原因：无称呼，需给。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定层次。原因：乱，需提纲。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调语体。原因：错位，需适配。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演说讲评 ──┐
│ 【三标准】 │
│ 对象感·层次清· │
│ 场合语 │
│ │
│ A:加对象 │
│ B:定层次 │
│ C:调语体 │
│ │
│ 改三方向: │
│ 称/纲/体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提交终稿（改后）+互签评语。2. 写50字自评：我改了什么、为什么。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【提高作业】将演讲稿加一处更强鼓动句，或说理文加一层类比论据。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本单元主题：实用性阅读与交流（演说与书信）。把今天学到的方法带进下一篇——自己读、自己想、自己写。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