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第5单元《实用性阅读与交流（演说与书信）》· 第7课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372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写作实践与讲评——演说/说理文修改与提升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把一篇初稿，改成一则站得住的演说或说理文。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据讲评改终稿，做到有对象感、层次清晰、语言适配场合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在讲评中体会实用言说的表达自觉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通过三典型诊断，培养评价与自我修订能力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内化「好演说/说理文」标准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本课为演说/说理文讲评，选取三典型：①无对象（无称呼/无听众）。②无层次（论点论据乱）。③语言错位（演讲掉书袋/说理喊口号）。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本单元《实用性阅读与交流（演说与书信）》：文学阅读与写作（小说）/ 实用性阅读与交流。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21世纪教育网《统编教材必修下册第五单元写作导引》：对象意识 / 场合意识 / 结构逻辑 / 修辞意识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21世纪教育网《第五单元写作教学〈演讲稿的写作〉》：传声性、鼓动性、对象意识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《学会鼓动和说服——例谈实用性阅读与交流任务群的实践》：演讲展示含撰写—排练—演讲—评价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三典型：无对象/无层次/语言错位。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修改：加称呼/定层次/调语体。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好标准：对象感+层次清+场合语。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① 典型讲评法。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对比修改法。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③ 同伴互改法。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④ 现场改稿示范。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加对象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破解：无称呼，需给。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定层次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破解：乱，需提纲。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调语体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破解：错位，需适配。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演说讲评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【三标准】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对象感·层次清·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场合语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A:加对象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B:定层次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C:调语体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改三方向: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称/纲/体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提交终稿（改后）+互签评语。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写50字自评：我改了什么、为什么。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将演讲稿加一处更强鼓动句，或说理文加一层类比论据。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回望《实用性阅读与交流（演说与书信）》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好演说、好说理文，靠对象感、层次与适配场合的语言——三标准缺一不可。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翻出自己的一篇初稿，圈出最该补「对象感」的一处。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用一句话说清：这篇演说想让听众改变什么。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三个词概括你眼中「好演说」的样子。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