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必修下册 · 第四单元 · 第三课时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12471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善用多媒介——信息传播的媒介策略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12801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选对媒介，内容才传得动——为传播目标配上合适策略。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跨媒介阅读与交流（信息时代的语文生活）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82813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2813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为一个具体传播目标设计媒介组合方案，说明选每种媒介的理由。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02137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2137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8859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理解「媒介为内容服务」的传播伦理，避免滥用。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21461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21461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通过分析受众与目的，培养适配决策思维。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40785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40785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507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掌握「定目标→看受众→选媒介→组合」的传播策略。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227167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本课学「善用媒介」：根据目标受众与信息性质选择并组合媒介，让传播更有效。例：校内活动通知用「群+海报」，深度解读用公众号，吸引同龄用短视频。核心是「适配」——媒介为内容服务。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4447" y="1783080"/>
            <a:ext cx="5227167" cy="42976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98767" y="19659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8767" y="2514599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来源：人民教育出版社 《信息时代的语文生活》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来源：人民教育出版社用书 跨媒介阅读与交流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本课件未使用无关配图（学科色块兜底）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重点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适配：媒介为内容/受众服务。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7778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3578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决策链：目标→受众→媒介→组合。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6876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2676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例：活动=群+海报；深度=公众号；吸同龄=短视频。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决策链法。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8003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8003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3803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案例模拟法。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07327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93127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方案设计法。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26651" y="2450592"/>
            <a:ext cx="548640" cy="54864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651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451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互评法。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0936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以上读法 / 写法可迁移到同类知识性文本。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适配意识。原因：凭习惯选，需点「为何」。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7778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3578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决策链。原因：跳步，需顺序。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6876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2676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组合。原因：单薄，需多媒介协。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10911535" cy="502920"/>
          </a:xfrm>
          <a:prstGeom prst="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5564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善用多媒介——信息传播的媒介策略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1027145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善用多媒介 媒介为内容服务 决策链: 目标→受众→媒介 →组合 案例: 讲座:群+海报 解读:公众号 招新:短视频+群 组合讲互补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24447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写出决策链四步。2. 为一「校内讲座」设计媒介组合（至少2种）并各说用途。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【提高作业】为「推广读书节」写120字方案，要求：①定目标受众；②选≥3媒介；③说每媒介用途与互补。
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围绕单元，做一次反思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0911535" cy="777240"/>
          </a:xfrm>
          <a:prstGeom prst="round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103628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所属单元：第四单元 · 跨媒介阅读与交流（信息时代的语文生活）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反思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回顾本课，你最能向他人讲清哪一个要点？（如：① 适配：媒介为内容/受众服务。）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反思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把本单元几篇课文放在一起，它们共同教给我们怎样的读法？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反思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6876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能否用今天学到的方法，去读懂一篇课外的知识性文章？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