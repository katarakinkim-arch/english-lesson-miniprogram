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第4单元 跨媒介阅读与交流（信息时代的语文生活）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善用多媒介——信息传播的媒介策略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善用媒介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学习任务群：跨媒介阅读与交流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语言能力：为一个具体传播目标设计媒介组合方案，说明选每种媒介的理由。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文化意识：理解「媒介为内容服务」的传播伦理，避免滥用。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思维品质：通过分析受众与目的，培养适配决策思维。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学习能力：掌握「定目标→看受众→选媒介→组合」的传播策略。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本课学「善用媒介」：根据目标受众与信息性质选择并组合媒介，让传播更有效。例：校内活动通知用「群+海报」，深度解读用公众号，吸引同龄用短视频。核心是「适配」——媒介为内容服务。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适配：媒介为内容/受众服务。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决策链：目标→受众→媒介→组合。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例：活动=群+海报；深度=公众号；吸同龄=短视频。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适配原则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决策链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案例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方案设计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互评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适配意识。原因：凭习惯选，需点「为何」。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决策链。原因：跳步，需顺序。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组合。原因：单薄，需多媒介协。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善用多媒介 ──┐
│ 媒介为内容服务 │
│ │
│ 决策链: │
│ 目标→受众→媒介 │
│ →组合 │
│ │
│ 案例: │
│ 讲座:群+海报 │
│ 解读:公众号 │
│ 招新:短视频+群 │
│ │
│ 组合讲互补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写出决策链四步。2. 为一「校内讲座」设计媒介组合（至少2种）并各说用途。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【提高作业】为「推广读书节」写120字方案，要求：①定目标受众；②选≥3媒介；③说每媒介用途与互补。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本单元主题：跨媒介阅读与交流（信息时代的语文生活）。把今天学到的方法带进下一篇——自己读、自己想、自己写。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