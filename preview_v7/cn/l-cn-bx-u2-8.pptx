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第2单元 文学阅读与写作（戏剧）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单元活动——课本剧展演与戏剧论坛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单元活动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学习任务群：文学阅读与写作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语言能力：参与展演或论坛发言，做到用戏剧术语（冲突/潜词）评戏。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文化意识：在展演中体会戏剧「以冲突显人性」的艺术力量。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思维品质：填单元反思单，梳理路径，培养元认知。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学习能力：整合三剧为单元成果。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本课为第二单元收官：课本剧展演（优秀剧本片段表演）+戏剧论坛（谈「悲剧为何动人」）。含三环节：①片段展演；②观后谈（冲突/潜词）；③单元反思单（回顾「精读—群文—写作」路径与戏剧之美）。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展演：剧本片段表演。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论坛：悲剧为何动人（毁灭显不公/异化）。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反思单：路径——精读→群文→写作。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展演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观后谈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论坛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反思单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参演条理。原因：易笑场无重点，需框架。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论坛深度。原因：易口号，需术语。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元认知。原因：Reflection空话，需具体。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戏剧展演论坛 ──┐
│ 【展演框架】 │
│ 冲突显心·潜词有味│
│ │
│ 【论坛】 │
│ 悲剧动人: │
│ 毁灭显真(不公/异)│
│ │
│ 【反思三问】 │
│ ①学会__②提升__ │
│ ③疑问__ │
│ │
│ 路径: │
│ 精读→群文→写作 │
│ │
│ 读戏→见人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提交单元反思单（三行完整）。2. 将最满意剧本/评论归档。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【提高作业】写150字「单元总结」，要求：①点明最重要方法；②举一剧说明；③说想提升的方面。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本单元主题：文学阅读与写作（戏剧）。把今天学到的方法带进下一篇——自己读、自己想、自己写。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