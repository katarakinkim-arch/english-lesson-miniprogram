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必修下册 · 第2单元 · 文学阅读与写作（戏剧）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单元活动——课本剧展演与戏剧论坛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4612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456432"/>
            <a:ext cx="10607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用展演与论坛，为单元收官。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学生课堂版 · 第8课时 · 单元活动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25856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1343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27685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参与展演或论坛发言，做到用戏剧术语（冲突/潜词）评戏。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205740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07327" y="2258568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7327" y="231343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1687" y="227685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在展演中体会戏剧「以冲突显人性」的艺术力量。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3484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636008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69087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65429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25780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填单元反思单，梳理路径，培养元认知。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727" y="443484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07327" y="4636008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469087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1687" y="465429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3047" y="525780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整合三剧为单元成果。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课文背景与研读来源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本课为第二单元收官：课本剧展演（优秀剧本片段表演）+戏剧论坛（谈「悲剧为何动人」）。含三环节：①片段展演；②观后谈（冲突/潜词）；③单元反思单（回顾「精读—群文—写作」路径与戏剧之美）。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011680"/>
            <a:ext cx="5227167" cy="4572000"/>
          </a:xfrm>
          <a:prstGeom prst="roundRect">
            <a:avLst/>
          </a:prstGeom>
          <a:solidFill>
            <a:srgbClr val="1C2A33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212848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研读来源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743200"/>
            <a:ext cx="46785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来源：统编教材第二单元教学设计「演绎悲悯 感悟良知」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3657600"/>
            <a:ext cx="46785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来源：21cnjy 第二单元教学设计（课本剧展演与戏剧论坛）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447" y="644652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本课件未使用无关配图（无契合照片，学科色块兜底）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展演：剧本片段表演。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27778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7778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论坛：悲剧为何动人（毁灭显不公/异化）。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6876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6876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反思单：路径——精读→群文→写作。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学习路径与方法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39572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展演工作坊。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展演工作坊。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60571" y="2395728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0571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5435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论坛法。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5435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论坛法。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9895" y="2395728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9895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4759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反思单法。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4759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反思单法。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99219" y="2395728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9219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083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单元总结法。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083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单元总结法。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学习难点与突破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参演条理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突破：易笑场无重点，需框架。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858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论坛深度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突破：易口号，需术语。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6956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元认知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突破：Reflection空话，需具体。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戏剧展演论坛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78608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【展演框架】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54096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冲突显心·潜词有味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29584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【论坛】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05072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悲剧动人: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毁灭显真(不公/异)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210312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【反思三问】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7" y="2578608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①学会__②提升__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3054096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③疑问__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0167" y="3529584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路径: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167" y="4005072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精读→群文→写作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448056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读戏→见人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基础作业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提交单元反思单（三行完整）。2. 将最满意剧本/评论归档。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提高作业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写150字「单元总结」，要求：①点明最重要方法；②举一剧说明；③说想提升的方面。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回望 · 第2单元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11535" cy="731520"/>
          </a:xfrm>
          <a:prstGeom prst="roundRect">
            <a:avLst/>
          </a:prstGeom>
          <a:solidFill>
            <a:srgbClr val="1C2A33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103628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文学阅读与写作（戏剧）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我读到了什么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本单元围绕「文学阅读与写作（戏剧）」展开；本课抓住：展演：剧本片段表演。。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我留下什么疑问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哪一处最想再细读？写下你的一个问题，带着它走向课外阅读。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我怎样去运用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把「展演工作坊。」用到一部剧或一篇科普的观赏与阅读中。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