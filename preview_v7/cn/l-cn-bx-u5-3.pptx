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必修下册 · 第五单元 · 第三课时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群文阅读——演说的力量：鼓动与哀悼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2801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鼓动与哀悼——在两类演说中读出说服的力量。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实用性阅读与交流（演说与书信）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2813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2813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用双栏比较两文（体裁/目的/结构/语言/力量来源），说出实用言说的表达差异。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02137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137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8859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体会不同场合言说的社会责任与情感重量。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21461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1461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通过比较培养同中求异、提炼范式思维。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0785" y="2670048"/>
            <a:ext cx="768096" cy="76809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785" y="2834640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507" y="4297680"/>
            <a:ext cx="2014651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掌握实用类言说群文双栏比较法。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群文比较《人民报演说》与《墓前讲话》——同出马恩、同具力量，但体裁异：一为政治演说（鼓动预言、短密），一为悼词（哀而评价、情理交融）。比较提炼「实用类言说」的不同表达策略。</a:t>
            </a:r>
          </a:p>
        </p:txBody>
      </p:sp>
      <p:pic>
        <p:nvPicPr>
          <p:cNvPr id="6" name="Picture 5" descr="mic.jpg"/>
          <p:cNvPicPr>
            <a:picLocks noChangeAspect="1"/>
          </p:cNvPicPr>
          <p:nvPr/>
        </p:nvPicPr>
        <p:blipFill>
          <a:blip r:embed="rId2"/>
          <a:srcRect l="9426" r="9426"/>
          <a:stretch>
            <a:fillRect/>
          </a:stretch>
        </p:blipFill>
        <p:spPr>
          <a:xfrm>
            <a:off x="6324447" y="1783080"/>
            <a:ext cx="5227167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24447" y="1783080"/>
            <a:ext cx="5227167" cy="4297680"/>
          </a:xfrm>
          <a:prstGeom prst="rect">
            <a:avLst/>
          </a:prstGeom>
          <a:solidFill>
            <a:srgbClr val="1C2A33">
              <a:alpha val="55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6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来源：人民教育出版社 统编教材必修下第五单元（演说群文：鼓动与哀悼）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来源：统编教材用书 第五单元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配图：mic.jpg（Wikimedia Commons，自由授权）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人民报：演说/鼓动预言/短密/逻辑燃。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墓前：悼词/哀而评价/三段/情理融。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共性：皆以真知与信念动人。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双栏比较法。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8003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03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范式命名法。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07327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127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归纳法。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651" y="2450592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651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451" y="2468880"/>
            <a:ext cx="135628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迁移法。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以上读法 / 写法可迁移到同类知识性文本。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体裁区分。原因：学生混，需点。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7778" y="2450592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3578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双栏填。原因：维度不清，需框架。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2450592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5146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676" y="2468880"/>
            <a:ext cx="22960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共性提炼。原因：易停异，需归纳。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群文阅读——演说的力量：鼓动与哀悼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27145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演说群文 同:力量 异:场合 【双栏】 体裁:演说 / 悼词 目的:鼓动 / 哀评 结构:溯因 / 三段 语言:犀利 / 沉郁 力量:燃 / 融 范式: 鼓动型 / 哀评型 共性:真知+信念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4447" y="1737360"/>
            <a:ext cx="5227167" cy="4389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完成双栏（体裁/目的/结构/语言/力量）。2. 用一句话说两文范式差异。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4688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【提高作业】写180字比较短文，要求：①同维度；②各引一句；③提炼范式差异。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围绕单元，做一次反思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77240"/>
          </a:xfrm>
          <a:prstGeom prst="round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所属单元：第五单元 · 实用性阅读与交流（演说与书信）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反思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回顾本课，你最能向他人讲清哪一个要点？（如：① 人民报：演说/鼓动预言/短密/逻辑燃。）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把本单元几篇课文放在一起，它们共同教给我们怎样的读法？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200400"/>
            <a:ext cx="3393338" cy="2743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4747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069080"/>
            <a:ext cx="29361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能否用今天学到的方法，去读懂一篇课外的知识性文章？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