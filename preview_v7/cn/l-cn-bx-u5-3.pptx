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第5单元 实用性阅读与交流（演说与书信）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群文阅读——演说的力量：鼓动与哀悼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语言能力：用双栏比较两文（体裁/目的/结构/语言/力量来源），说出实用言说的表达差异。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文化意识：体会不同场合言说的社会责任与情感重量。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思维品质：通过比较培养同中求异、提炼范式思维。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学习能力：掌握实用类言说群文双栏比较法。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群文比较《人民报演说》与《墓前讲话》——同出马恩、同具力量，但体裁异：一为政治演说（鼓动预言、短密），一为悼词（哀而评价、情理交融）。比较提炼「实用类言说」的不同表达策略。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人民报：演说/鼓动预言/短密/逻辑燃。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墓前：悼词/哀而评价/三段/情理融。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共性：皆以真知与信念动人。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迁移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体裁区分。原因：学生混，需点。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双栏填。原因：维度不清，需框架。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共性提炼。原因：易停异，需归纳。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演说群文 ──┐
│ 同:力量·异:场合│
│ │
│ 【双栏】 │
│ 体裁:演说↔悼词 │
│ 目的:鼓动↔哀评 │
│ 结构:溯因↔三段 │
│ 语言:犀利↔沉郁 │
│ 力量:燃↔融 │
│ │
│ 范式: │
│ 鼓动型↔哀评型 │
│ 共性:真知+信念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完成双栏（体裁/目的/结构/语言/力量）。2. 用一句话说两文范式差异。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【提高作业】写180字比较短文，要求：①同维度；②各引一句；③提炼范式差异。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本单元主题：实用性阅读与交流（演说与书信）。把今天学到的方法带进下一篇——自己读、自己想、自己写。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