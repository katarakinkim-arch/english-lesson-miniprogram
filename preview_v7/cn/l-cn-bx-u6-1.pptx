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第6单元 文学阅读与写作（小说）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祝福 精读——祥林嫂的悲剧与鲁镇环境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语言能力：梳理祥林嫂命运轨迹，说出鲁镇环境（祝福氛围/众人态度）对人物的作用。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文化意识：理解《祝福》对封建礼教与冷漠世风的批判。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思维品质：通过分析环境与人物关系，培养「典型环境造典型性格」的思维。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学习能力：掌握「抓命运、析环境、明批判」的小说读法。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祝福》是鲁迅小说，写祥林嫂两次到鲁镇做工、屡遭不幸（丧夫失子、被厌弃），终在祝福夜凄死。鲁迅以「我」的视角，用白描与环境（祝福的热闹反衬其死）写封建礼教「吃人」。是认识中国现代小说与批判现实的范本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命运：丧夫→出逃做工→被卖改嫁→丧子→被厌弃→凄死。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环境：祝福热闹反衬其死；鲁镇人冷漠(看客)。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批判：礼教「吃人」+世风麻木。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命运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看客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批判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环境作用。原因：易当背景，需点反衬。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看客。原因：易略，需点冷漠。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批判深。原因：易归个人，需指社会。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祝福·鲁 ──┐
│ 热闹↔死 │
│ │
│ 命运轨迹: │
│ 丧夫→出逃→被卖│
│ →丧子→被厌→死 │
│ │
│ 环境=软刀: │
│ 祝福反衬/鲁镇冷│
│ 看客:冷漠吃人 │
│ 批判:礼教+麻木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写出祥林嫂命运的两三个关键转折。2. 说鲁镇环境对人物的一处作用。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【提高作业】写150字「我眼中的祥林嫂」，要求：①联命运一处；②说环境作用；③不脸谱化。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本单元主题：文学阅读与写作（小说）。把今天学到的方法带进下一篇——自己读、自己想、自己写。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