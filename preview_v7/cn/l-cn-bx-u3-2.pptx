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第3单元 实用性阅读与交流（知识性读物）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一名物理学家的教育历程 精读——科学志趣与自述笔法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课文精读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学习任务群：实用性阅读与交流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语言能力：梳理作者三阶段成长（童年/少年/青年），说出推动他成为物理学家的核心动力。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文化意识：体会科学探索源于好奇心与持久热爱的人文底色。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思维品质：通过分析自述结构，培养「以经历证观点」的说理思维。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学习能力：掌握自述体知识读物的「抓阶段、明动力、辨笔法」读法。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一名物理学家的教育历程》是日裔美籍物理学家加来道雄的自述，回顾童年（看池塘鲤鱼想「更高维」）、少年（读爱因斯坦著作）、青年（建粒子加速器）三阶段如何走上物理路。以亲身经历讲科学志趣与方法，是自述体科普范文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三阶段：童年(鲤鱼想象高维)→少年(读爱因斯坦)→青年(建加速器)。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动力：好奇心+持久热爱+质疑。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笔法：第一人称自述，叙事中说理。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时间轴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动力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高维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笔法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阶段逻辑。原因：易当流水账，需主线（科学素养养成）。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高维概念。原因：抽象，需比喻。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自述笔法。原因：易当小说，需辨「我」说理。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物理学家历程 ──┐
│ 鲤鱼→高维:好奇 │
│ │
│ 三阶段: │
│ 童年(想高维) │
│ 少年(读爱翁) │
│ 青年(建加速) │
│ │
│ 动力: │
│ 好奇·热爱·质疑 │
│ 笔法:我叙+说理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写出作者成长三阶段。2. 说推动他成为物理学家的两个动力。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【提高作业】写150字「我的好奇种子」，要求：①回忆一童年/少年好奇；②说它像文中哪种动力；③不空洞。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本单元主题：实用性阅读与交流（知识性读物）。把今天学到的方法带进下一篇——自己读、自己想、自己写。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