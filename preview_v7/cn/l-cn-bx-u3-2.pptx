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第3单元 · 实用性阅读与交流（知识性读物）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一名物理学家的教育历程 精读——科学志趣与自述笔法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56432"/>
            <a:ext cx="10607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一条鲤鱼，如何引出对高维宇宙的遐想？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第2课时 · 课文精读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25856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梳理作者三阶段成长（童年/少年/青年），说出推动他成为物理学家的核心动力。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7327" y="225856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体会科学探索源于好奇心与持久热爱的人文底色。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3600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通过分析自述结构，培养「以经历证观点」的说理思维。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7327" y="463600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掌握自述体知识读物的「抓阶段、明动力、辨笔法」读法。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课文背景与研读来源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一名物理学家的教育历程》是日裔美籍物理学家加来道雄的自述，回顾童年（看池塘鲤鱼想「更高维」）、少年（读爱因斯坦著作）、青年（建粒子加速器）三阶段如何走上物理路。以亲身经历讲科学志趣与方法，是自述体科普范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57200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研读来源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来源：维基百科 / 百度百科 加来道雄（Michio Kaku）——理论物理学家、超弦理论奠基人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36576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来源：人教版课文《一名物理学家的教育历程》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44652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本课件未使用无关配图（无契合照片，学科色块兜底）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三阶段：童年(鲤鱼想象高维)→少年(读爱因斯坦)→青年(建加速器)。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动力：好奇心+持久热爱+质疑。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6876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876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笔法：第一人称自述，叙事中说理。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时间轴法。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时间轴法。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39572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5435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动力溯源法。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5435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动力溯源法。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39572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4759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概念降维法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4759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高维比喻。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39572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083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笔法辨读法。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083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笔法辨读法。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学习难点与突破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阶段逻辑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突破：易当流水账，需主线（科学素养养成）。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高维概念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突破：抽象，需比喻。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自述笔法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突破：易当小说，需辨「我」说理。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物理学家历程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鲤鱼→高维:好奇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三阶段: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童年(想高维)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少年(读爱翁)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青年(建加速)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动力: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好奇·热爱·质疑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笔法:我叙+说理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写出作者成长三阶段。2. 说推动他成为物理学家的两个动力。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写150字「我的好奇种子」，要求：①回忆一童年/少年好奇；②说它像文中哪种动力；③不空洞。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 · 第3单元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73152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103628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实用性阅读与交流（知识性读物）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我读到了什么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本单元围绕「实用性阅读与交流（知识性读物）」展开；本课抓住：三阶段：童年(鲤鱼想象高维)→少年(读爱因斯坦)→青年(建加速器)。。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我留下什么疑问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哪一处最想再细读？写下你的一个问题，带着它走向课外阅读。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我怎样去运用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把「时间轴法。」用到一部剧或一篇科普的观赏与阅读中。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