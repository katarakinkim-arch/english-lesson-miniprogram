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第六单元 · 学习之道 · 第一课时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劝学 精读——学习的意义、方法与积累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荀子开篇即言「学不可以已」——学习是一辈子的事。本课读作者的比喻，看清每一喻在证明什么。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语言能力：朗读背诵全文，解释「劝、已、假、跂、锲」等关键词，说出文中比喻的论证指向。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文化意识：理解荀子「学不可以已」的终身学习观与「积善成德」的修养论。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思维品质：通过分析比喻如何支撑论点，培养「论证意识」而非仅修辞欣赏。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61772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学习能力：掌握「抓中心句→理比喻层→明论证逻辑」的文言议论文读法。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劝学》是荀子代表作，开篇「君子曰：学不可以已」立中心论点。全篇用比喻论证，从「学习的意义—学习的作用—学习的方法态度」三层展开：青出于蓝、冰寒于水讲改变提升；假舆马、假舟楫讲善用外物；积土成山、锲而不舍讲积累与坚持。是学习文言议论文比喻论证的范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057400"/>
            <a:ext cx="5227167" cy="42062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21世纪教育网《劝学》教学设计（统编版必修上）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第一范文网《劝学》教学设计（部编人教版必修上）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中心论点——「学不可以已」，一句贯穿全篇。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三层比喻——意义（青/冰/木）、作用（假舆马）、方法（积/恒/一）。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论证方式——通篇用比喻，由浅入深，以事说理。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先听朗读示范，自己练读，最后背诵全文。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407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比喻解码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读每个比喻都问一句：它在证明哪一个观点？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9028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结构图示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用三层框架梳理论证：意义→作用→方法。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9895" y="459028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随文释义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结合语境理解「劝/已/假/跂/锲」等关键词。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比喻不只是修辞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读时问自己：这个比喻在证明什么观点？把「好看」读成「说理」。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298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文言词义僻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「假」是借、「已」是停；放语境里猜，再查注确认，不孤立背。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396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三层看不出递进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用框架标出：意义→作用→方法，看清由「为何学」到「怎么学」。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379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中心论点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3230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学不可以已（终身·不止）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三层·意义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540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青/冰/木直 → 知明行无过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三层·作用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7588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假舆马/舟 → 善假于物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三层·方法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积（积累）·恒（坚持）·一（专一）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947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关键词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1947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劝=勉 已=停 假=借 跂=踮 锲=刻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4126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论证方式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通篇比喻论证（形象·吻合）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基础·必做：背诵全文；解释「劝、已、假舆马、锲而不舍」四个词语的意思。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提升·选做：写180字，选文中的一个比喻，说明它「论证」了学习的哪一点（引原句、说喻体与点、联自身学习）。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拓展·衔接：下节课读《师说》，比较两文如何论证「学」——可先想想：韩愈会怎么谈「从师」。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单元小结与反思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11535" cy="42976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第六单元 · 学习之道 · 收束引导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8142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本单元围绕「学习之道」展开。本课先立住一句话：学不可以已。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读《劝学》，试着把每个比喻翻译成一个论点——青出于蓝讲改变，假舆马讲借力，锲而不舍讲坚持。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回头问自己：我当下的学习，最缺「积」「恒」「一」里的哪一个？下一课，看韩愈怎么谈「从师」。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