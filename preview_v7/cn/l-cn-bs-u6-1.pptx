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第6单元 学习之道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劝学 精读——学习的意义、方法与积累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语言能力：朗读背诵全文，解释「劝、已、假、跂、锲」等关键词，说出文中比喻的论证指向。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文化意识：理解荀子「学不可以已」的终身学习观与「积善成德」的修养论。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思维品质：通过分析比喻如何支撑论点，培养「论证意识」而非仅修辞欣赏。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学习能力：掌握「抓中心句→理比喻层→明论证逻辑」的文言议论文读法。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劝学》是荀子代表作，开篇「君子曰：学不可以已」立中心论点，通篇用比喻论证（青出于蓝、冰寒于水、积土成山、积水成渊、驽马十驾、锲而不舍等）从「学习的意义（知明行无过）—学习的作用（善假于物）—学习的方法态度（积累/坚持/专一）」三层展开。是学习文言议论文比喻论证的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中心论点：学不可以已（贯穿全篇）。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三层比喻：意义（青/冰/木直→知明行无过）、作用（假舆马/舟→善假于物）、方法（积/恒/一）。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论证特点：全篇比喻，由浅入深，不空发议论。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诵读+关键词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比喻解码（意义层）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比喻解码（作用+方法层）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结构+论证特点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比喻的论证功能。原因：学生赏修辞不论证，需点明「每个比喻在证明哪一点」。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文言实词。原因：词多义僻，需随文释义+语境。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三层结构。原因：学生看不出「意义/作用/方法」递进，需框示。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劝学 荀子 ──┐
│ 学不可以已 │
│ (终身·停止) │
│ │
│ 【三层比喻】 │
│ 意义:青/冰/木 │
│ →提升自我 │
│ 作用:假舆马 │
│ →善假于物 │
│ 方法:积/恒/一 │
│ →积善成德 │
│ │
│ 关键词: │
│ 劝=勉 已=停 │
│ 假=借 跂=踮 │
│ 锲=刻 │
│ │
│ 比喻论证 │
│ (形象·吻合)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背诵全文。2. 解释：①劝 ②已 ③假舆马 ④锲而不舍。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【提高作业】写180字，选文中一个比喻说明它「论证」了学习的哪一点，要求：①引原句；②说喻体与点；③联自身学习。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本单元主题：学习之道。把今天学到的方法带进下一篇——自己读、自己想、自己写。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