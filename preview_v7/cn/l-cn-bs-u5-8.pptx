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第5单元 乡土中国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单元活动——「乡土中国」研讨会与阅读总结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单元活动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学习任务群：整本书阅读与研讨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语言能力：宣读学术札记或参与研讨发言，做到概念清晰、有据、有条理。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文化意识：在研讨会中形成对「乡土中国」的整体理解与当代关怀。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思维品质：填单元反思单，梳理「读物—方法—收获」，培养元认知。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学习能力：整合全书概念卡为个人「乡土中国」知识网。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五单元收官：举办「乡土中国」研讨会——宣读优秀学术札记、围绕「乡土现代命运」小型辩论；展示概念卡全集；填单元反思单（读了什么/怎么读/留下什么），完成整本书阅读闭环，固化学术阅读方法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宣读：优秀札记（引/释/联/评）。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辩论：乡土现代命运（留存/松动/转化）。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反思单：读了什么/怎么读/留下什么。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概念卡墙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札记宣读（上）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小型辩论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反思单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总结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宣读条理。原因：易念稿无重点，需框架。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辩论深度。原因：易口号，需概念支撑。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元认知。原因：Reflection空话，需具体。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乡土中国·研讨会 ──┐
│ 概念卡墙:四概念网 │
│ 本色/差序/礼治/血缘│
│ │
│ 【宣读框架】 │
│ 引/释/联/评 │
│ │
│ 【辩论】 │
│ 守(家庭/信任) │
│ ↔转(差序/礼治 │
│ 需调和法治) │
│ │
│ 【反思三问】 │
│ ①读了__ ②怎么读__│
│ ③留下__ │
│ │
│ 读→网:整本能力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提交单元反思单（三行完整）+概念卡全集归档。2. 将最满意札记誊清。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【提高作业】写150字「整本书阅读总结」，要求：①点明最关键方法；②举一篇/一概念说明；③说一个想读的下本书。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本单元主题：乡土中国。把今天学到的方法带进下一篇——自己读、自己想、自己写。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