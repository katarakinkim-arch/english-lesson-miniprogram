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必修上册 · 第5单元《乡土中国》· 第8课时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单元活动——「乡土中国」研讨会与阅读总结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把读到的经典，变成自己的眼光与方法。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宣读学术札记或参与研讨发言，做到概念清晰、有据、有条理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在研讨会中形成对「乡土中国」的整体理解与当代关怀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填单元反思单，梳理「读物—方法—收获」，培养元认知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整合全书概念卡为个人「乡土中国」知识网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五单元收官：举办「乡土中国」研讨会——宣读优秀学术札记、围绕「乡土现代命运」小型辩论。展示概念卡全集。填单元反思单（读了什么/怎么读/留下什么），完成整本书阅读闭环，固化学术阅读方法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本单元《乡土中国》：整本书阅读与研讨 / 中华传统文化经典。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1. 中国教育报：读《乡土中国》的「三把钥匙」（概念卡墙、单元反思）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2. 费孝通《乡土中国》：十四篇构成整本书阅读脉络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宣读：优秀札记（引/释/联/评）。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辩论：乡土现代命运（留存/松动/转化）。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反思单：读了什么/怎么读/留下什么。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① 宣读工作坊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63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小型辩论法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③ 概念卡墙法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011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④ 反思单法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宣读条理。原因：易念稿无重点，需框架。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辩论深度。原因：易口号，需概念支撑。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元认知。原因：Reflection空话，需具体。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乡土中国·研讨会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概念卡墙:四概念网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本色/差序/礼治/血缘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【宣读框架】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引/释/联/评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【辩论】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守(家庭/信任)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↔转(差序/礼治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需调和法治)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【反思三问】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①读了__ ②怎么读__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③留下__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提交单元反思单（三行完整）+概念卡全集归档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将最满意札记誊清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写150字「整本书阅读总结」，要求：①点明最关键方法；②举一篇/一概念说明；③说一个想读的下本书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回望《乡土中国》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本课要点回顾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宣读：优秀札记（引/释/联/评）。；② 辩论：乡土现代命运（留存/松动/转化）。；③ 反思单：读了什么/怎么读/留下什么。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哪一个概念或人物最触动你？用一句话写下来。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27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把本课学到的方法，套用到下一篇阅读或写作里，会怎样？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用三个词概括你对本单元的新认识。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