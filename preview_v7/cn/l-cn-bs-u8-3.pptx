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古今词义的联系与区别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古今词义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学习任务群：语言积累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语言能力：说出古今词义演变四类（扩大/缩小/转移/色彩变），举例（江/臭/走/卑鄙），读古文不套今义。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文化意识：理解词义随社会变迁而变，体会语言的时代性。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思维品质：通过归类演变类型，培养词义演变的规律思维。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学习能力：掌握「古文遇熟词先疑」的读古法。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探古今词义演变：有的词义基本不变（山/水），有的扩大（江/河原专指长江黄河，今泛指）、缩小（臭原指气味今专指难闻）、转移（走原指跑今指步行）、感情色彩变（卑鄙原中性今贬义）。读懂古今异义，方能准确读古文、用今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扩大：江/河（专→泛）。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缩小：臭（气味→难闻）。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转移：走（跑→步行）。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色彩变：卑鄙（中→贬）。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四类对比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古文语境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色彩变深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练习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四类区分。原因：学生混扩大缩小，需给判据。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古文套今。原因：习惯现代义，需「遇熟词先疑」。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色彩变。原因：卑鄙等易忽略感情变化，需点明。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古今词义 ──┐
│ 江:专→泛(扩大) │
│ 臭:气味→难闻(缩)│
│ 走:跑→步行(转移)│
│ 卑鄙:中→贬(色) │
│ │
│ 【四类型】 │
│ 扩大/缩小/转移/ │
│ 色彩变 │
│ │
│ 读古法: │
│ 遇熟词先疑 │
│ 不套今义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写出古今演变四类各一例。2. 解释古文「走」「去」「卑鄙」的古义。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【提高作业】写150字「我读古文的一次误判」，要求：①举一词；②说古义今义；③归类型。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本单元主题：词语积累与词语解释。把今天学到的方法带进下一篇——自己读、自己想、自己写。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