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古今词义的联系与区别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江可专指长江，走曾是跑——读古文，遇熟词先疑。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第3课时 · 古今词义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单元：词语积累与词语解释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说出古今词义演变四类（扩大/缩小/转移/色彩变），举例（江/臭/走/卑鄙），读古文不套今义。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理解词义随社会变迁而变，体会语言的时代性。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通过归类演变类型，培养词义演变的规律思维。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掌握「古文遇熟词先疑」的读古法。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探古今词义演变：有的词义基本不变（山/水），有的扩大（江/河原专指长江黄河，今泛指）、缩小（臭原指气味今专指难闻）、转移（走原指跑今指步行）、感情色彩变（卑鄙原中性今贬义）。读懂古今异义，方能准确读古文、用今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王力《汉语史稿》：古今词义演变（扩大 / 缩小 / 转移 / 色彩变）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《现代汉语词典》：古今异义辨析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扩大：江/河（专→泛）。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缩小：臭（气味→难闻）。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转移：走（跑→步行）。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色彩变：卑鄙（中→贬）。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古义vs今义表。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四类型。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古文语境法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用例句。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警示法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常见坑。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四类区分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破解：学生混扩大缩小，需给判据。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古文套今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破解：习惯现代义，需「遇熟词先疑」。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色彩变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破解：卑鄙等易忽略感情变化，需点明。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江:专→泛(扩大)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臭:气味→难闻(缩)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走:跑→步行(转移)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卑鄙:中→贬(色)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【四类型】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扩大/缩小/转移/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色彩变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读古法: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遇熟词先疑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不套今义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写出古今演变四类各一例。2. 解释古文「走」「去」「卑鄙」的古义。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写150字「我读古文的一次误判」，要求：①举一词；②说古义今义；③归类型。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本单元「词语积累与词语解释」：古今词义有扩大、缩小、转移、色彩变四类，读古不套今义。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你读古文时，有没有把今义套到古字上的误判？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四类演变里，哪一类最容易让你读错？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下一回遇见熟词，你会先「疑」一下它的古义吗？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