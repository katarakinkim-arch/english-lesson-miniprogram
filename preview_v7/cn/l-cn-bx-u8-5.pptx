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必修下册 · 第8单元 思辨性阅读与表达（古代说理文）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六国论 精读——借古论今与中心论点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《六国论》是苏洵史论，中心论点「六国破灭，非兵不利，战不善，弊在赂秦」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第5课时 · 课文精读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册次：必修下册　单元：思辨性阅读与表达（古代说理文）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说出文章中心论点，梳理「赂秦—不赂者失援」的分层论证。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理解苏洵借六国警宋的忧患与「以史论政」传统。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通过分析论点统领，培养「观点—论据」的思辨结构。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掌握「抓论点、理分层、品警策」的史论读法。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《六国论》是苏洵史论，中心论点「六国破灭，非兵不利，战不善，弊在赂秦」。后以韩魏楚赂秦、齐燕赵失援分层论证，末借古警宋（勿赂契丹西夏）。开门见山、分层严密，是「论点统领」范本。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来源：古诗文网《六国论》赏析（m.gushiwen.org）——苏洵开篇「六国破灭，非兵不利，战不善，弊在赂秦」，借古讽今抨击北宋对辽、西夏「岁币求和」，告诫统治者勿重蹈覆辙。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来源：人民教育出版社配套教案（瑞文网 ruiwen.com）——论证结构总分总：分论点「赂秦而力亏」「不赂者以赂者丧」，以「抱薪救火」比喻赂秦，破立结合，为唐宋八大家政论典范。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论点：弊在赂秦(非兵战)。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分层：赂秦者(韩魏楚)亡、不赂者(齐燕赵)失援亦亡。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警宋：勿赂契丹西夏。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论点统领法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首句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分层图解法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警策联今法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与阿房宫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论点统领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破解：易读断，需点首句。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破解：易混，需画图。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警宋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破解：易当史论，需联宋。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弊在赂秦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赂秦者(韩魏楚)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不赂者(齐燕赵)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失援亦亡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论证:对比/假设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警宋:勿赂敌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写出文章中心论点。2. 说出分层论证的两面（赂秦者/不赂者）。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写150字「我眼中的苏洵」，要求：①联论点或分层；②说借古警宋；③不肤浅。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本单元「思辨性阅读与表达（古代说理文）」：首句立论（弊在赂秦）让史论结构清，B班也懂；分层（赂/不赂两面）显夹击；警宋联阿房宫「不鉴」收束，三体贯通。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首句立论（弊在赂秦）让史论结构清，B班也懂；分层（赂/不赂两面）显夹击；警宋联阿房宫「不鉴」收束，三体贯通。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B班对北宋赂契丹背景仍薄，部分不知讽谁；下次加1分钟背景。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下节课方法指导，学写议论文。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