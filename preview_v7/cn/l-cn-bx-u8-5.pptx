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第8单元 思辨性阅读与表达（古代说理文）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六国论 精读——借古论今与中心论点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语言能力：说出文章中心论点，梳理「赂秦—不赂者失援」的分层论证。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文化意识：理解苏洵借六国警宋的忧患与「以史论政」传统。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思维品质：通过分析论点统领，培养「观点—论据」的思辨结构。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学习能力：掌握「抓论点、理分层、品警策」的史论读法。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《六国论》是苏洵史论，中心论点「六国破灭，非兵不利，战不善，弊在赂秦」。后以韩魏楚赂秦、齐燕赵失援分层论证，末借古警宋（勿赂契丹西夏）。开门见山、分层严密，是「论点统领」范本。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论点：弊在赂秦(非兵战)。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分层：赂秦者(韩魏楚)亡、不赂者(齐燕赵)失援亦亡。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警宋：勿赂契丹西夏。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论点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分层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论证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警宋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论点统领。原因：易读断，需点首句。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分层。原因：易混，需画图。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警宋。原因：易当史论，需联宋。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六国论·苏 ──┐
│ 弊在赂秦 │
│ │
│ 分层: │
│ 赂秦者(韩魏楚) │
│ 亡 │
│ 不赂者(齐燕赵) │
│ 失援亦亡 │
│ │
│ 论证:对比/假设 │
│ 警宋:勿赂敌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写出文章中心论点。2. 说出分层论证的两面（赂秦者/不赂者）。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【提高作业】写150字「我眼中的苏洵」，要求：①联论点或分层；②说借古警宋；③不肤浅。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本单元主题：思辨性阅读与表达（古代说理文）。把今天学到的方法带进下一篇——自己读、自己想、自己写。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