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阅读方法指导——如何读学术著作与做概念卡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方法指导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语言能力：用预览—批注—概念卡—导图四步读学术篇，以「乡土本色」为样例做出一张合格概念卡。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文化意识：体会「把书读薄（概念）再读厚（理解）」的学术阅读智慧。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思维品质：通过概念卡与导图，培养抽象提炼与关系建构思维。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学习能力：掌握学术著作四步读法，能独立迁移全书。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教读学术著作的方法：①预览（看目录/小标题/首尾段抓框架）；②批注（概念、论点、疑点）；③概念卡（一词一卡：定义+原文+我的理解+例子）；④思维导图（篇间关系）。以「乡土本色」篇为样例走一遍，把方法落到实操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四步：预览框架→批注（概念/论点/疑）→概念卡→导图。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概念卡要素：词+定义+原文+我的例。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样例：乡土本色（土气/不流动/熟人）。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四步导入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预览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批注+概念卡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导图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预览抓框架。原因：学生直读不预览，需教看目录首尾。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概念卡写法。原因：易抄定义不消化，需「我的例」。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论点vs概念。原因：混，需区分。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学术阅读四步 ──┐
│ 预览→批注→卡→图│
│ │
│ 批注符号: │
│ △概念 ★论点 ?疑│
│ │
│ 概念卡模板: │
│ 词+定义+原文 │
│ +我的例 │
│ │
│ 样例:土气 │
│ 定:依赖土地 │
│ 原:安土重迁 │
│ 例:老家种地不离 │
│ │
│ 导图:显关系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写出学术阅读四步。2. 就「乡土本色」做1张概念卡（土气：定义+原文+我的例）。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【提高作业】读「差序格局」篇做2张概念卡（差序格局/团体格局），要求各含定义+原文+我的例。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本单元主题：乡土中国。把今天学到的方法带进下一篇——自己读、自己想、自己写。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