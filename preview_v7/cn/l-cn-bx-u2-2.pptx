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必修下册 · 第2单元 · 文学阅读与写作（戏剧）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雷雨（节选）精读——周鲁冲突与人性的暗涌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24612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456432"/>
            <a:ext cx="106070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一天之内，旧事为何集中爆发？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学生课堂版 · 第2课时 · 课文精读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5272887" cy="2103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258568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1343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7685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472424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理清节选人物关系（周朴园/侍萍/周萍/四凤），解释关键台词，说出核心冲突。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2057400"/>
            <a:ext cx="5272887" cy="2103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07327" y="2258568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7327" y="231343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1687" y="227685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047" y="2880360"/>
            <a:ext cx="472424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理解《雷雨》对封建家族压迫与人性异化的深刻揭示。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34840"/>
            <a:ext cx="5272887" cy="2103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4636008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69087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65429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472424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通过分析人物关系与潜台词，培养戏剧细读与因果思维。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8727" y="4434840"/>
            <a:ext cx="5272887" cy="2103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07327" y="4636008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7327" y="469087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01687" y="465429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3047" y="5257800"/>
            <a:ext cx="472424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掌握「理关系→抓潜台词→明冲突」的话剧读法。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课文背景与研读来源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227167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6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《雷雨》是曹禺1934年话剧。节选聚焦周公馆客厅：三十年后鲁侍萍重遇周朴园，周萍与鲁四凤（实为兄妹）的情感暗线，最终悲剧爆发。曹禺以密闭空间、紧张对话写人性扭曲与命运轮回，是中国现代话剧里程碑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2011680"/>
            <a:ext cx="5227167" cy="4572000"/>
          </a:xfrm>
          <a:prstGeom prst="roundRect">
            <a:avLst/>
          </a:prstGeom>
          <a:solidFill>
            <a:srgbClr val="1C2A33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2212848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研读来源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743200"/>
            <a:ext cx="467852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来源：维基百科 /《中国大百科全书》《雷雨》——曹禺 1934 年发表于《文学季刊》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3657600"/>
            <a:ext cx="467852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来源：人民教育出版社《普通高中教科书·语文必修下册》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447" y="6446520"/>
            <a:ext cx="52271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本课件未使用无关配图（无契合照片，学科色块兜底）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2936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293613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关系：周朴园(主)曾弃侍萍；侍萍(鲁妈)是其旧爱；周萍/四凤为其子女（兄妹）。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27778" y="2423160"/>
            <a:ext cx="2936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7778" y="3063240"/>
            <a:ext cx="293613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冲突：阶级(主仆)+伦理(乱伦暗线)+人性(冷酷vs温情)。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6876" y="2423160"/>
            <a:ext cx="2936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6876" y="3063240"/>
            <a:ext cx="293613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潜台词：对话下的暗涌。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学习路径与方法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2395728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441448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944368"/>
            <a:ext cx="19963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关系图法。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977640"/>
            <a:ext cx="199636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关系图法。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60571" y="2395728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0571" y="2441448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5435" y="2944368"/>
            <a:ext cx="19963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性格辩证法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5435" y="3977640"/>
            <a:ext cx="199636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周朴园。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79895" y="2395728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9895" y="2441448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4759" y="2944368"/>
            <a:ext cx="19963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潜台词品读法。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4759" y="3977640"/>
            <a:ext cx="199636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潜台词品读法。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99219" y="2395728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9219" y="2441448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54083" y="2944368"/>
            <a:ext cx="19963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对比法（与窦娥）。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4083" y="3977640"/>
            <a:ext cx="199636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对比法（与窦娥）。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学习难点与突破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02920" cy="50292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450592"/>
            <a:ext cx="2341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人物关系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84469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突破：三十年跨度+改名，易乱，需关系图。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87168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67858" y="2450592"/>
            <a:ext cx="2341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周朴园复杂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00400"/>
            <a:ext cx="284469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突破：易脸谱，需辨怀旧与冷酷。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02920" cy="50292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87168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6956" y="2450592"/>
            <a:ext cx="2341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潜台词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00400"/>
            <a:ext cx="284469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突破：对话藏意，需细品。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雷雨·曹禺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78608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一天·旧事爆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54096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关系网: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29584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周(主)弃侍萍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05072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侍萍→四凤(女)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周萍×四凤(兄妹)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2103120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周朴园: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0167" y="2578608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怀旧↔冷酷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3054096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潜台词:言外暗涌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0167" y="3529584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冲突:阶级/伦理/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167" y="4005072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人性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基础作业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画出节选人物关系（周朴园/侍萍/周萍/四凤）。2. 说周朴园性格的一个矛盾点。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提高作业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写150字「我眼中的周朴园」，要求：①用一台词支撑；②辨怀旧与冷酷；③不脸谱。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回望 · 第2单元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0911535" cy="731520"/>
          </a:xfrm>
          <a:prstGeom prst="roundRect">
            <a:avLst/>
          </a:prstGeom>
          <a:solidFill>
            <a:srgbClr val="1C2A33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21408"/>
            <a:ext cx="103628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文学阅读与写作（戏剧）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17520"/>
            <a:ext cx="3393338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24612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我读到了什么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40480"/>
            <a:ext cx="2936138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本单元围绕「文学阅读与写作（戏剧）」展开；本课抓住：关系：周朴园(主)曾弃侍萍；侍萍(鲁妈)是其旧爱；周萍/四凤为其子女（兄妹）。。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3017520"/>
            <a:ext cx="3393338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7778" y="324612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我留下什么疑问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7778" y="3840480"/>
            <a:ext cx="2936138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哪一处最想再细读？写下你的一个问题，带着它走向课外阅读。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3017520"/>
            <a:ext cx="3393338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6876" y="324612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我怎样去运用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6876" y="3840480"/>
            <a:ext cx="2936138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把「关系图法。」用到一部剧或一篇科普的观赏与阅读中。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