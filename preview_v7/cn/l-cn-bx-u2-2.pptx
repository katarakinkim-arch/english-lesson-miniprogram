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第2单元 文学阅读与写作（戏剧）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雷雨（节选）精读——周鲁冲突与人性的暗涌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语言能力：理清节选人物关系（周朴园/侍萍/周萍/四凤），解释关键台词，说出核心冲突。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文化意识：理解《雷雨》对封建家族压迫与人性异化的深刻揭示。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思维品质：通过分析人物关系与潜台词，培养戏剧细读与因果思维。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学习能力：掌握「理关系→抓潜台词→明冲突」的话剧读法。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雷雨》是曹禺1934年话剧。节选聚焦周公馆客厅：三十年后鲁侍萍重遇周朴园，周萍与鲁四凤（实为兄妹）的情感暗线，最终悲剧爆发。曹禺以密闭空间、紧张对话写人性扭曲与命运轮回，是中国现代话剧里程碑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关系：周朴园(主)曾弃侍萍；侍萍(鲁妈)是其旧爱；周萍/四凤为其子女（兄妹）。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冲突：阶级(主仆)+伦理(乱伦暗线)+人性(冷酷vs温情)。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潜台词：对话下的暗涌。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关系图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周朴园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潜台词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冲突三层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人物关系。原因：三十年跨度+改名，易乱，需关系图。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周朴园复杂。原因：易脸谱，需辨怀旧与冷酷。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潜台词。原因：对话藏意，需细品。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雷雨·曹禺 ──┐
│ 一天·旧事爆 │
│ │
│ 关系网: │
│ 周(主)弃侍萍 │
│ 侍萍→四凤(女) │
│ 周萍×四凤(兄妹)│
│ │
│ 周朴园: │
│ 怀旧↔冷酷 │
│ │
│ 潜台词:言外暗涌│
│ 冲突:阶级/伦理/│
│ 人性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画出节选人物关系（周朴园/侍萍/周萍/四凤）。2. 说周朴园性格的一个矛盾点。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【提高作业】写150字「我眼中的周朴园」，要求：①用一台词支撑；②辨怀旧与冷酷；③不脸谱。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本单元主题：文学阅读与写作（戏剧）。把今天学到的方法带进下一篇——自己读、自己想、自己写。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