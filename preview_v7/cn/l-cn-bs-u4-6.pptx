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第4单元 家乡文化生活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写作指导——学写倡议书（参与家乡文化建设）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写作指导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学习任务群：当代文化参与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语言能力：能写1篇格式规范的倡议书，含背景、问题、具体倡议、号召四部分。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文化意识：通过倡议参与家乡文化建设，培养「文化主人翁」意识与行动力。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思维品质：在「调查问题→具体倡议」中培养问题意识与方案思维。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学习能力：掌握倡议书格式与写法，能独立产出可发布的倡议。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学写倡议书——本单元「参与家乡文化建设」的行动落点。倡议书是公开提议大家做某事的实用文体，结构：标题（关于…的倡议）+称呼+正文（背景/问题/具体倡议/号召）+落款。教材提供范例。重点：问题要真（来自调查）、倡议要具体可行、语气要恳切有号召力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格式四块：标题（关于xx的倡议）+称呼+正文+落款（倡议者/日期）。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正文四层：背景（为何提）→问题（调查发现的真问题）→倡议（3-5条具体行动）→号召。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三要领：问题真（来自调查）、倡议实（可操作）、语气恳切有号召力。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格式导入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正文四层+范例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问题要真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倡议条目句式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语气+互评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问题真实。原因：学生编问题，需强调「用前几课调查素材」。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倡议具体。原因：写「保护文化」空话，需拆成行动项（立牌/办展/采访）。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语气分寸。原因：太强硬像命令，太软没号召力，需示范。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学写倡议书 ──┐
│ 【格式四块】 │
│ 标题(关于xx) │
│ 称呼 │
│ 正文 │
│ 落款 │
│ │
│ 【正文四层】 │
│ 背景→问题→ │
│ 倡议→号召 │
│ │
│ 问题真=有调查 │
│ 倡议实=可操作 │
│ 语气:恳切号召 │
│ │
│ 条目:1动作/条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写1篇倡议书（格式全+正文四层），倡议基于本组调查素材。2. 列出3条具体倡议动作。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【提高作业】为你写的一条倡议设计「落地步骤」（谁来做/何时做/怎么验证），证明它可行。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本单元主题：家乡文化生活。把今天学到的方法带进下一篇——自己读、自己想、自己写。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