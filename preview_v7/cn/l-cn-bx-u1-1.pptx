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第1单元《中华传统文化经典》· 第1课时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子路、曾皙、冉有、公西华侍坐 精读——孔门言志与「吾与点也」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把读到的经典，变成自己的眼光与方法。</a:t>
            </a:r>
          </a:p>
          <a:p>
            <a:pPr algn="l"/>
            <a:r>
              <a:rPr sz="12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朗读背诵，解释「摄、比、方、希、作」等词，说出四弟子各自的「志」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理解孔子「吾与点也」背后的礼乐理想与超越功利的洒落人格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通过分析四子言志的层次，培养对理想人格的辨析思维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31720"/>
            <a:ext cx="2453563" cy="3474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97680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掌握「抓言志→比层次→明夫子叹」的语录读法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侍坐》是《论语·先进》篇，记孔子让四弟子言志：子路（勇治千乘）、冉有（富小康）、公西华（司仪）、曾皙（暮春浴沂风雩咏而归）。孔子独叹「吾与点也」——赞曾皙超越功利、与天地优游的生命境界。是理解孔子理想人格与儒家「礼乐」精神的入口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本单元《中华传统文化经典》：整本书阅读与研讨 / 中华传统文化经典。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1. 百度百科《子路、曾皙、冉有、公西华侍坐》——《论语·先进》篇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2. 21世纪教育网：必修下《侍坐》教材深度解读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四子志：子路(勇)/冉有(富)/公西华(礼)/曾皙(游)。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夫子叹：吾与点也——许曾皙之洒落。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深意：超越功利、与物同春的礼乐境界。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① 诵读法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范读→背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363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② 言志解码法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3723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四子表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③ 比较法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三子务实vs曾皙超然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011" y="2414016"/>
            <a:ext cx="14477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④ 语境释义法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371" y="3200400"/>
            <a:ext cx="1904923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四子志辨。原因：学生混，需逐人标。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吾与点也。原因：难懂超越性，需解「暮春之游」象征。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文言词。原因：僻词多，需随文。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侍坐·论语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四子言志: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子路:勇(治武)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冉有:富(足民)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公西华:礼(小相)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曾皙:游(暮春)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吾与点也: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许曾皙之洒落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礼乐化成·人自在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关键词: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摄/比/方/希/作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读法: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背诵全文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写出四弟子各言何志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写160字「我理解吾与点也」，要求：①说曾皙之境；②说孔子为何许之；③联今日生活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回望《中华传统文化经典》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本课要点回顾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四子志：子路(勇)/冉有(富)/公西华(礼)/曾皙(游)。；② 夫子叹：吾与点也——许曾皙之洒落。；③ 深意：超越功利、与物同春的礼乐境界。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50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4048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哪一个概念或人物最触动你？用一句话写下来。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274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61772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把本课学到的方法，套用到下一篇阅读或写作里，会怎样？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046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39496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用三个词概括你对本单元的新认识。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