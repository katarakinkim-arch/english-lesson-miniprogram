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第1单元 中华传统文化经典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子路、曾皙、冉有、公西华侍坐 精读——孔门言志与「吾与点也」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语言能力：朗读背诵，解释「摄、比、方、希、作」等词，说出四弟子各自的「志」。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文化意识：理解孔子「吾与点也」背后的礼乐理想与超越功利的洒落人格。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思维品质：通过分析四子言志的层次，培养对理想人格的辨析思维。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学习能力：掌握「抓言志→比层次→明夫子叹」的语录读法。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侍坐》是《论语·先进》篇，记孔子让四弟子言志：子路（勇治千乘）、冉有（富小康）、公西华（司仪）、曾皙（暮春浴沂风雩咏而归）。孔子独叹「吾与点也」——赞曾皙超越功利、与天地优游的生命境界。是理解孔子理想人格与儒家「礼乐」精神的入口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四子志：子路(勇)/冉有(富)/公西华(礼)/曾皙(游)。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夫子叹：吾与点也——许曾皙之洒落。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深意：超越功利、与物同春的礼乐境界。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四子志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吾与点也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礼乐理想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四子志辨。原因：学生混，需逐人标。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吾与点也。原因：难懂超越性，需解「暮春之游」象征。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文言词。原因：僻词多，需随文。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侍坐·论语 ──┐
│ 四子言志: │
│ 子路:勇(治武) │
│ 冉有:富(足民) │
│ 公西华:礼(小相) │
│ 曾皙:游(暮春) │
│ │
│ 吾与点也: │
│ 许曾皙之洒落 │
│ 礼乐化成·人自在 │
│ │
│ 关键词: │
│ 摄/比/方/希/作 │
│ │
│ 读法: │
│ 言志→层次→与点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背诵全文。2. 写出四弟子各言何志。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【提高作业】写160字「我理解吾与点也」，要求：①说曾皙之境；②说孔子为何许之；③联今日生活。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本单元主题：中华传统文化经典。把今天学到的方法带进下一篇——自己读、自己想、自己写。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