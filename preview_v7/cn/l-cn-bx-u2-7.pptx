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第2单元 文学阅读与写作（戏剧）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写作实践与讲评——剧本/评论修改与提升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语言能力：据讲评改终稿，剧本做到对话显冲突+有潜词，评论做到术语+引例。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文化意识：在讲评中体会戏剧文体的表达自觉。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思维品质：通过三典型诊断，培养评价与自我修订能力。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学习能力：内化「好戏剧文」标准。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本课为戏剧写作讲评，选取三典型：①剧本写成小说（叙述多对话少）；②对话太直无潜词；③评论空评无术语。通过对比讲评提升，优秀剧本片段可进入展演。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三典型：小说体/对话直/评论空。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修改：转对话/加潜词/补术语。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好标准：剧本对话显冲突潜词；评论术语+例。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回顾三标准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现场改稿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转对话。原因：叙述惯性，需示范。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加潜词。原因：直白，需教藏意。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补术语。原因：空评，需三要素。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戏剧写作讲评 ──┐
│ 【三标准】 │
│ 剧本:对话显冲突 │
│ +潜词 │
│ 评论:术语+引例 │
│ │
│ A:转对话 │
│ B:加潜词 │
│ C:补术语 │
│ │
│ 改三方向: │
│ 叙→话/藏意/术语│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提交终稿（改后）+互签评语。2. 写50字自评：我改了什么、为什么。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【提高作业】将剧本片段扩为完整小场（加舞台说明与突转），或评论加「戏剧性」一层分析。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本单元主题：文学阅读与写作（戏剧）。把今天学到的方法带进下一篇——自己读、自己想、自己写。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