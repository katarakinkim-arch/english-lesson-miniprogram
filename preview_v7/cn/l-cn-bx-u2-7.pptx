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第2单元 · 文学阅读与写作（戏剧）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写作实践与讲评——剧本/评论修改与提升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好戏剧文，好在哪里、怎样改得更好？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第7课时 · 写作实践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据讲评改终稿，剧本做到对话显冲突+有潜词，评论做到术语+引例。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在讲评中体会戏剧文体的表达自觉。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通过三典型诊断，培养评价与自我修订能力。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内化「好戏剧文」标准。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本课为戏剧写作讲评，选取三典型：①剧本写成小说（叙述多对话少）；②对话太直无潜词；③评论空评无术语。通过对比讲评提升，优秀剧本片段可进入展演。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来源：「互评自改式」作文教学——同伴互评与自我修正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来源：湖北日报《换种方式改作文》——过程性评价与学生主体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三典型：小说体/对话直/评论空。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修改：转对话/加潜词/补术语。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好标准：剧本对话显冲突潜词；评论术语+例。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典型讲评法。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典型讲评法。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对比修改法。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对比修改法。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同伴互改法。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同伴互改法。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现场改稿。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现场改稿。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突破：叙述惯性，需示范。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加潜词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突破：直白，需教藏意。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补术语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突破：空评，需三要素。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戏剧写作讲评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【三标准】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剧本:对话显冲突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+潜词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评论:术语+引例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A:转对话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B:加潜词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C:补术语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改三方向: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叙→话/藏意/术语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提交终稿（改后）+互签评语。2. 写50字自评：我改了什么、为什么。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将剧本片段扩为完整小场（加舞台说明与突转），或评论加「戏剧性」一层分析。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第2单元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文学阅读与写作（戏剧）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本单元围绕「文学阅读与写作（戏剧）」展开；本课抓住：三典型：小说体/对话直/评论空。。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把「典型讲评法。」用到一部剧或一篇科普的观赏与阅读中。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