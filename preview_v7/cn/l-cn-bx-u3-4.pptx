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第三单元 · 第四课时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中国建筑的特征 精读——特征概括与说明艺术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建筑如语言——用『文法』与『词汇』读懂中国建筑的特征。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实用性阅读与交流（知识性读物）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说出中国建筑的几个主要特征，解释「文法/词汇」比喻指什么。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体会中国建筑蕴含的木构智慧与院落文化。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通过分析「具体特征→文法规律」，培养由个别到一般的概括思维。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掌握说明文「抓特征、理顺序、析比喻」读法。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中国建筑的特征》是梁思成写给外行的科普说明文，用「文法」「词汇」比喻，系统概括中国建筑的九大特征（框架结构、庭院布局等），再由个别到一般提出「文法」规律。逻辑清晰、比喻通俗，是「由具体到抽象」的说明典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来源：清华大学 梁思成（建筑史学家，1901–1972）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来源：统编教材用书 必修下第三单元《中国建筑的特征》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特征：框架木构/庭院布局/屋顶举折等九点。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比喻：文法=结构规律，词汇=构件（如斗拱）。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顺序：具体特征→抽象文法（个→般）。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特征归类法。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比喻解码法。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顺序显影法：个→般。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图文法（配图）。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特征多。原因：九点易乱，需归类（结构/布局/装饰）。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文法比喻。原因：抽象，需解。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说明顺序。原因：易平看，需点个→般。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中国建筑的特征 精读——特征概括与说明艺术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中国建筑 梁 建筑=语言 文法(法则)+词汇 九特征三类: 结构(木构) 布局(院落) 装饰(屋顶色彩) 顺序:个别→一般 语言:准+俗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说出中国建筑的三个特征（可归类答）。2. 解释「文法」「词汇」比喻各指什么。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【提高作业】写150字「我眼中的中国建筑」，要求：①用一特征；②说其文化意味；③用『文法/词汇』之一。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所属单元：第三单元 · 实用性阅读与交流（知识性读物）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特征：框架木构/庭院布局/屋顶举折等九点。）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