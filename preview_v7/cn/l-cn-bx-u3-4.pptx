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必修下册 · 第3单元 实用性阅读与交流（知识性读物）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中国建筑的特征 精读——特征概括与说明艺术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课文精读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学习任务群：实用性阅读与交流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语言能力：说出中国建筑的几个主要特征，解释「文法/词汇」比喻指什么。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文化意识：体会中国建筑蕴含的木构智慧与院落文化。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思维品质：通过分析「具体特征→文法规律」，培养由个别到一般的概括思维。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学习能力：掌握说明文「抓特征、理顺序、析比喻」读法。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中国建筑的特征》是梁思成写给外行的科普说明文，用「文法」「词汇」比喻，系统概括中国建筑的九大特征（框架结构、庭院布局等），再由个别到一般提出「文法」规律。逻辑清晰、比喻通俗，是「由具体到抽象」的说明典范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特征：框架木构/庭院布局/屋顶举折等九点。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比喻：文法=结构规律，词汇=构件（如斗拱）。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顺序：具体特征→抽象文法（个→般）。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特征归类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文法比喻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说明顺序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语言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特征多。原因：九点易乱，需归类（结构/布局/装饰）。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文法比喻。原因：抽象，需解。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说明顺序。原因：易平看，需点个→般。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中国建筑·梁 ──┐
│ 建筑=语言 │
│ 文法(法则)+词汇 │
│ │
│ 九特征三类: │
│ 结构(木构) │
│ 布局(院落) │
│ 装饰(屋顶色彩) │
│ │
│ 顺序:个别→一般 │
│ 语言:准+俗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说出中国建筑的三个特征（可归类答）。2. 解释「文法」「词汇」比喻各指什么。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【提高作业】写150字「我眼中的中国建筑」，要求：①用一特征；②说其文化意味；③用『文法/词汇』之一。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本单元主题：实用性阅读与交流（知识性读物）。把今天学到的方法带进下一篇——自己读、自己想、自己写。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