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第6单元 学习之道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单元活动——「我的学习观」论坛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单元活动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学习任务群：思辨性阅读与表达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语言能力：能清晰宣读一段议论段或分享学习观，做到观点显、有条理。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文化意识：在论坛中形成对「学习之道」的个性化理解。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思维品质：填单元反思单，梳理阅读—写作路径，培养元认知。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学习能力：整合经典名句/议论段为单元成果。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六单元收官，举办「我的学习观」论坛，整合本单元阅读与写作：经典引述展（劝学/师说/党八股/拿来名句）、议论段宣读、学习观分享。含三环节：①名句墙；②议论段宣读（精选）；③单元反思单（回顾「精读—群文—写作」路径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名句墙：四篇核心句展示。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议论段宣读：精选3-5段，限时3分钟。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反思单：回顾路径——精读→群文→写作。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名句墙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议论段宣读（上）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参观+便签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反思单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总结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宣读条理。原因：易念稿无重点，需三框架。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元认知。原因：习惯空话，需具体提示。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参与面。原因：时间有限，需分组并行。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我的学习观论坛 ──┐
│ 名句墙:四篇眼光 │
│ 学不可以已 │
│ 道存即师 │
│ 占有+挑选 │
│ 分析连接 │
│ │
│ 【宣读框架】 │
│ 观点/论据/分析 │
│ │
│ 【单元路径】 │
│ 精读→群文→ │
│ 写作 │
│ │
│ 【反思三问】 │
│ ①我学会了__ │
│ ②我需提升__ │
│ ③我的疑问__ │
│ │
│ 读→写:有理有据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提交单元反思单（三行完整）。2. 将最满意议论段誊清归档。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【提高作业】写150字「单元总结」，要求：①点明最重要的方法；②举一篇/一段说明；③说一个想提升的方面。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本单元主题：学习之道。把今天学到的方法带进下一篇——自己读、自己想、自己写。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