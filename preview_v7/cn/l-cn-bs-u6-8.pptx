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146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必修上 · 第六单元 · 学习之道 · 第八课时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12471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单元活动——「我的学习观」论坛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单元收官。把读到的名句、写好的议论段，汇成一场论坛：我怎么看「学习之道」。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语言能力：能清晰宣读一段议论段或分享学习观，做到观点显、有条理。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860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5292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文化意识：在论坛中形成对「学习之道」的个性化理解。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1772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61772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7608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思维品质：填单元反思单，梳理阅读—写作路径，培养元认知。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61772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61772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7091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27608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学习能力：整合经典名句/议论段为单元成果。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678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六单元收官，举办「我的学习观」论坛，整合本单元阅读与写作：经典引述展（劝学/师说/党八股/拿来名句）、议论段宣读、学习观分享。含三环节：①名句墙；②议论段宣读（精选）；③单元反思单（回顾「精读—群文—写作」路径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2057400"/>
            <a:ext cx="5227167" cy="42062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240280"/>
            <a:ext cx="4678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974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21世纪教育网《劝学》《师说》联读教学设计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统编版第六单元「学习之道」教学设计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100" b="0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名句墙——四篇核心句展示（学不可以已 / 道之所存师之所存 / 占有挑选 / 分析连接）。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议论段宣读——精选3—5段，限时3分钟，用「观点/论据/分析」框架。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反思单——回顾路径：精读 → 群文 → 写作。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6888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1401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名句墙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把四篇核心句贴成「学习之道名句墙」，标清篇名。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19456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9895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9895" y="246888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7407" y="241401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宣读框架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06324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用「我的观点 / 我的论据 / 我的分析」三句发言。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590288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6344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60857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反思单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三行：我学会了 / 我需提升 / 我的疑问。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38912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79895" y="4590288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9895" y="466344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7407" y="460857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单元总结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串起路径：从读《劝学》到写议论段。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宣读没重点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用三框架（观点/论据/分析），最出彩的是分析句。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298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反思写空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写具体「一个方法」，别写「学到很多」。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8396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参与面有限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分组并行，限时2—3分钟，让更多人上台。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11535" cy="50292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379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37944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32304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名句墙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432304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学不可以已 / 道存即师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53512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54096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名句墙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054096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占有+挑选 / 分析连接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75304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宣读框架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675888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观点 / 论据 / 分析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97096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97680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单元路径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297680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精读 → 群文 → 写作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18888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1947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反思三问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919472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①我学会了 ②我需提升 ③我的疑问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41264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收束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541264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读→写：有理有据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基础·必做：提交单元反思单（三行完整）；将最满意的议论段誊清归档。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提升·选做：写150字「单元总结」：点明最重要的方法，举一篇/一段说明，说一个想提升的方面。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衔接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拓展·衔接：下单元「自然情怀」转文学阅读与写作——从「论」到「美」，读法不同，先有准备。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单元小结与反思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10911535" cy="429768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331720"/>
            <a:ext cx="54864" cy="3810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99971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第六单元 · 学习之道 · 收束引导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9814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第六单元走完：从《劝学》读到《拿来主义》，再从群文比到写出议论段。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论坛是把这一切汇成自己的话：我的学习观是什么？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回头填反思单：我学会了哪一把「思辨的尺」？下单元，我们去读自然里的情怀。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