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精读——差序格局（中国社会的人际关系结构）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精读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语言能力：解释「差序格局」（波纹/以己为中心）与「团体格局」（柴捆/界限），说出差序格局下的道德与公私特点。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文化意识：理解差序格局是中国传统社会人际结构的根基，体会其对伦理观的影响。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思维品质：通过分析「结构→道德/公私」的推论，培养概念推演思维。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学习能力：用概念卡+推演图深读核心概念。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差序格局」是全书最核心概念：中国人际关系如水中石子泛起的波纹——以「己」为中心，愈推愈远愈薄（差序）；相对西方「团体格局」（如柴捆，界限分明、平等）。由此解释差序格局下的道德（克己）、公私观（伸缩）。是理解中国社会的钥匙概念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差序格局：波纹式，以己为中心，愈推愈薄（差+序）。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团体格局：柴捆式，界限分明、平等（西方）。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推论：道德重克己、公私有伸缩（看与己关系）。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对比团体格局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推论到道德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公私伸缩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联今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两格局对比。原因：学生只知差序不知团体，需对照。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推论到道德。原因：结构→道德跳跃，需示范。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公私伸缩。原因：抽象，需例（徇情vs秉公）。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差序格局 ──┐
│ 波纹(己中心) │
│ 差(亲疏)+序(推)│
│ │
│ 团体格局: │
│ 柴捆(界限·平等)│
│ │
│ 推论: │
│ 道德→克己 │
│ 公私→伸缩(圈内)│
│ │
│ 今:圈子文化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解释「差序格局」并对比「团体格局」。2. 写「差序格局」概念卡（定义+原文+我的例）。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【提高作业】写160字「差序格局下的公私」，要求：①说波纹结构；②推到公私伸缩；③举一个现实例（利或弊）。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本单元主题：乡土中国。把今天学到的方法带进下一篇——自己读、自己想、自己写。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