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第5单元 乡土中国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精读——差序格局（中国社会的人际关系结构）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一圈水波，照见中国人与人的远近。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第3课时 · 精读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单元：乡土中国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解释「差序格局」（波纹/以己为中心）与「团体格局」（柴捆/界限），说出差序格局下的道德与公私特点。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理解差序格局是中国传统社会人际结构的根基，体会其对伦理观的影响。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通过分析「结构→道德/公私」的推论，培养概念推演思维。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用概念卡+推演图深读核心概念。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差序格局」是全书最核心概念：中国人际关系如水中石子泛起的波纹——以「己」为中心，愈推愈远愈薄（差序）；相对西方「团体格局」（如柴捆，界限分明、平等）。由此解释差序格局下的道德（克己）、公私观（伸缩）。是理解中国社会的钥匙概念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爱思想 aisixiang.com 费孝通《乡土中国·差序格局》原文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光明日报《包路芳：费孝通与〈乡土中国〉》（差序格局专节）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差序格局：波纹式，以己为中心，愈推愈薄（差+序）。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团体格局：柴捆式，界限分明、平等（西方）。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推论：道德重克己、公私有伸缩（看与己关系）。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比喻解码法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波纹/柴捆。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差序vs团体。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推演图法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结构→道德/公私。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联今法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现实例。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两格局对比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破解：学生只知差序不知团体，需对照。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推论到道德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破解：结构→道德跳跃，需示范。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公私伸缩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破解：抽象，需例（徇情vs秉公）。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波纹(己中心)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差(亲疏)+序(推)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团体格局: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柴捆(界限·平等)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推论: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道德→克己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公私→伸缩(圈内)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今:圈子文化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解释「差序格局」并对比「团体格局」。2. 写「差序格局」概念卡（定义+原文+我的例）。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写160字「差序格局下的公私」，要求：①说波纹结构；②推到公私伸缩；③举一个现实例（利或弊）。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本单元「乡土中国」：差序格局像水波纹，以“己”为中心分出亲疏；团体格局像柴捆，界限清晰。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用一圈水波，画出你身边人际关系的远近。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公私在你生活里，会因圈子不同而“伸缩”吗？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差序格局和团体格局，你更熟悉哪一种？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