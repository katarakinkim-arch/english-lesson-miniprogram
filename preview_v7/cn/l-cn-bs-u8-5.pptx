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第8单元 词语积累与词语解释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成语探究——来源、结构与运用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成语是汉语浓缩的文化结晶，读得懂来源，才用得对。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第5课时 · 成语探究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科目：语文　册次：必修上册　单元：词语积累与词语解释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说出成语四类来源并举要例，指出常见误用（望文生义/对象错/色彩错），在语境中正确运用。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理解成语是中华文化浓缩载体，体会其凝练之美。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通过溯源与结构分析，培养成语的系统认知。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掌握「查来源→看结构→辨对象色彩」的成语运用法。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探成语：来源（神话/历史/寓言/诗文，如精卫填海/负荆请罪/守株待兔/学而不厌）、结构（四字为主、并列/主谓/动宾等）、运用（看对象/看色彩/不望文生义）。成语是汉语浓缩的文化结晶，用对增色，用错减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人民日报海外版《成语可以这样学》（2016-08-27）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人民教育出版社·统编版必修上第八单元课件（21世纪教育网）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来源四类：神话/历史/寓言/诗文。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结构：四字为主（并列/主谓/动宾）。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误用三型：望文生义/对象错/色彩错。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来源归类法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结构图法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误用例警示法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语境运用法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来源归类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破解：学生不知出处，需举例。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对象误用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破解：如汗牛充栋限书，需强警示。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色彩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破解：褒贬混，需点明。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来源四: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神话/史/寓/诗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结构:四字为主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并列/主谓/动宾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误用三型: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望文(不刊)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对象(汗牛→书)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色彩(倾巢贬)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运用三步: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源→构→辨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写出成语来源四类各一例。2. 解释「汗牛充栋」「美轮美奂」的适用对象。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写150字「我用错过的成语」，要求：①举一词；②说误用类型；③给正用句。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本单元「词语积累与词语解释」：成语大多有出处，读懂来源、看清结构，才能在语境里用得准、用得活。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你平时用成语，是先想来源还是先套意思？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找一个你常误用的成语，说说它真正的来源和意思。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试着用一个成语，写一句贴合语境的话。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