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第8单元 词语积累与词语解释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成语探究——来源、结构与运用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成语探究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学习任务群：语言积累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语言能力：说出成语四类来源并举要例，指出常见误用（望文生义/对象错/色彩错），在语境中正确运用。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文化意识：理解成语是中华文化浓缩载体，体会其凝练之美。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思维品质：通过溯源与结构分析，培养成语的系统认知。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学习能力：掌握「查来源→看结构→辨对象色彩」的成语运用法。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探成语：来源（神话/历史/寓言/诗文，如精卫填海/负荆请罪/守株待兔/学而不厌）、结构（四字为主、并列/主谓/动宾等）、运用（看对象/看色彩/不望文生义）。成语是汉语浓缩的文化结晶，用对增色，用错减分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来源四类：神话/历史/寓言/诗文。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结构：四字为主（并列/主谓/动宾）。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误用三型：望文生义/对象错/色彩错。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误用三型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运用三步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练习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来源归类。原因：学生不知出处，需举例。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对象误用。原因：如汗牛充栋限书，需强警示。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色彩。原因：褒贬混，需点明。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成语探究 ──┐
│ 来源四: │
│ 神话/史/寓/诗 │
│ │
│ 结构:四字为主 │
│ 并列/主谓/动宾 │
│ │
│ 误用三型: │
│ 望文(不刊) │
│ 对象(汗牛→书) │
│ 色彩(倾巢贬) │
│ │
│ 运用三步: │
│ 源→构→辨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写出成语来源四类各一例。2. 解释「汗牛充栋」「美轮美奂」的适用对象。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【提高作业】写150字「我用错过的成语」，要求：①举一词；②说误用类型；③给正用句。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本单元主题：词语积累与词语解释。把今天学到的方法带进下一篇——自己读、自己想、自己写。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