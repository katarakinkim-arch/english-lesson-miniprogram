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第2单元 文学阅读与写作（戏剧）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窦娥冤（节选）精读——悲剧冲突与「血溅白练」之誓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语言能力：复述节选情节，解释「三誓」内容，说出窦娥悲剧的根源。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文化意识：理解《窦娥冤》对黑暗吏治的控诉与底层女性的反抗精神。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思维品质：通过分析冲突（窦娥vs吏治/命运），培养悲剧审美与因果思维。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学习能力：掌握「抓冲突→析三誓→明悲剧根源」的戏剧读法。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窦娥冤》是关汉卿元杂剧代表作（全名《感天动地窦娥冤》）。节选写窦娥被诬杀夫、屈打成招、临刑发三誓（血溅白练、六月飞雪、亢旱三年）以证清白。悲剧根源在黑暗吏治与封建压迫；三誓是浪漫主义反抗，彰显冤屈感天。是认识中国古典悲剧的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冲突：窦娥(善)vs昏吏(恶)/命运(冤)。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三誓：血溅白练/六月飞雪/亢旱三年（证清白·感天）。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根源：吏治黑暗+封建压迫（社会悲剧）。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冲突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根源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诵读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三誓象征。原因：学生当奇谈，需解为「冤屈感天」。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悲剧根源。原因：易归个人，需指社会。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杂剧体制。原因：科白唱陌生，需简介。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窦娥冤·关 ──┐
│ 弱女奇冤 │
│ │
│ 冲突: │
│ 窦娥vs吏(桃杌) │
│ vs诬(张驴儿) │
│ vs命(无常) │
│ │
│ 三誓(证清白): │
│ 血溅白练 │
│ 六月飞雪 │
│ 亢旱三年 │
│ (浪漫反抗·感天) │
│ │
│ 根源: │
│ 吏治黑暗+封建压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写出窦娥临刑「三誓」内容。2. 说窦娥悲剧的一条根源。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【提高作业】写150字「我眼中的窦娥」，要求：①用一情节/誓支撑；②说其反抗精神；③不脸谱化。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本单元主题：文学阅读与写作（戏剧）。把今天学到的方法带进下一篇——自己读、自己想、自己写。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