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第2单元 · 文学阅读与写作（戏剧）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窦娥冤（节选）精读——悲剧冲突与「血溅白练」之誓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一个弱女子的奇冤，如何感天动地？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第1课时 · 课文精读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复述节选情节，解释「三誓」内容，说出窦娥悲剧的根源。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理解《窦娥冤》对黑暗吏治的控诉与底层女性的反抗精神。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通过分析冲突（窦娥vs吏治/命运），培养悲剧审美与因果思维。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掌握「抓冲突→析三誓→明悲剧根源」的戏剧读法。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窦娥冤》是关汉卿元杂剧代表作（全名《感天动地窦娥冤》）。节选写窦娥被诬杀夫、屈打成招、临刑发三誓（血溅白练、六月飞雪、亢旱三年）以证清白。悲剧根源在黑暗吏治与封建压迫；三誓是浪漫主义反抗，彰显冤屈感天。是认识中国古典悲剧的范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来源：维基百科《窦娥冤》——关汉卿与元杂剧（全名《感天动地窦娥冤》）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来源：人民教育出版社《普通高中教科书·语文必修下册》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冲突：窦娥(善)vs昏吏(恶)/命运(冤)。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三誓：血溅白练/六月飞雪/亢旱三年（证清白·感天）。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根源：吏治黑暗+封建压迫（社会悲剧）。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冲突图法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窦娥vs多方。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象征解码法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社会分析法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诵读法（发誓段）。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诵读法（发誓段）。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三誓象征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突破：容易当奇谈，可读作为「冤屈感天」。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悲剧根源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突破：易归个人，需指社会。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杂剧体制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突破：科白唱陌生，需简介。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窦娥冤·关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弱女奇冤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冲突: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窦娥vs吏(桃杌)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vs诬(张驴儿)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vs命(无常)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5604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三誓(证清白):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血溅白练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六月飞雪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亢旱三年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(浪漫反抗·感天)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根源: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吏治黑暗+封建压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写出窦娥临刑「三誓」内容。2. 说窦娥悲剧的一条根源。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写150字「我眼中的窦娥」，要求：①用一情节/誓支撑；②说其反抗精神；③不脸谱化。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第2单元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文学阅读与写作（戏剧）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本单元围绕「文学阅读与写作（戏剧）」展开；本课抓住：冲突：窦娥(善)vs昏吏(恶)/命运(冤)。。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把「冲突图法：窦娥vs多方。」用到一部剧或一篇科普的观赏与阅读中。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