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657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第3单元（生命的诗意）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第3课时 · 群文阅读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85855" y="320040"/>
            <a:ext cx="640080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115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登高 / 琵琶行 群文阅读——杜甫与白居易的人生况味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822960" cy="381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八首诗词，八种生命的姿态与回响。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背诵《登高》，概括《琵琶行》情节（送客→闻琴→听诉→共鸣），说出两诗核心意象。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3723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理解杜甫、白居易在漂泊失意中不同的生命姿态，体会古代士大夫的家国与自我之思。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比较两诗「悲」的不同内涵与抒情方式，培养 nuanced 的比较思维。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371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掌握「抓核心意象→析情感层次→比抒情方式」的群文读法。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课文定位与资料来源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本课群文阅读杜甫《登高》与白居易《琵琶行并序》。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《登高》写于大历二年（767）夔州，杜甫晚年漂泊，全诗八句四联，前两联写「景」（风急天高/渚清沙白/落木/长江），后两联写「情」（万里悲秋/百年多病/艰难苦恨/潦倒新停），被誉为「古今七律第一」。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《琵琶行》写白居易被贬江州，偶遇琵琶女，借「同是天涯沦落人」抒政治失意之悲。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两诗一诗一诗（长篇叙…。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资料来源（WebSearch 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697480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21世纪教育网《登高》《琵琶行》联读（zy.21cnjy.com/20756865）</a:t>
            </a:r>
          </a:p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白居易《琵琶行》教学设计·同是天涯沦落人（book118.com）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5715000"/>
            <a:ext cx="4678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《登高》意象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风急/天高/猿啸/渚清/沙白/飞鸟/落木/长江——雄阔悲凉；情感：万里悲秋/百年多病/艰难苦恨。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《琵琶行》意象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浔阳江/枫叶荻花/琵琶/大珠小珠——清冷哀婉；情感：谪居之怨/知音之叹。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比较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杜诗凝练（八句写尽一生），白诗铺叙（长篇叙事+音乐描写）；悲的内涵（家国之悲/迁谪之怨）。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 · 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诵读法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范读《登高》（沉郁）、《琵琶行》音乐段（婉转）。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8083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群文比较法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双栏对照（意象/情感/抒情方式）。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音乐联想法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用「大珠小珠落玉盘」唤起学生对声音的画面感。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77440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731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知人论世法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补充杜甫夔州、白居易江州背景。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 · 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《登高》四联关系。原因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学生易孤立看景句，需点明「景为情设，八句一气」。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《琵琶行》音乐描写。原因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比喻（大珠小珠落玉盘）密集，学生易只赏修辞不见情感。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「同是天涯沦落人」的深度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「同是天涯沦落人」的深度。原因：需联系白居易贬谪背景与琵琶女身世对照，否则成套话。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本课结构精华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480560"/>
          </a:xfrm>
          <a:prstGeom prst="roundRect">
            <a:avLst/>
          </a:prstGeom>
          <a:solidFill>
            <a:srgbClr val="E7DFD2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登高·琵琶行 群文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漂泊之悲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杜甫 白居易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【登高】景→情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风急天高猿啸哀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落木长江(雄阔悲凉)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万里悲秋/百年多病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→家国之悲+病老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【琵琶行】音乐→共鸣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浔阳江/琵琶(清冷)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大珠小珠落玉盘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同是沦落人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→迁谪之怨+知音之叹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【比较】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杜:凝练(七律)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白:铺叙(歌行)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各有其美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背诵《登高》。2. 用一句话概括《琵琶行》情节脉络。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写一段200字比较「杜甫与白居易的漂泊之悲」，要求：①各引一句原诗；②点明悲的内涵差异；③说抒情方式不同。 【——用】基础2示例：送客闻琴→邀弹听曲→听诉身世→同是沦落人共鸣。提高作业评价：引原句+内涵差异=合格；抒情方式对比=良好；能联系作者处境深挖=优秀。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反思引导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回望本单元：生命的诗意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八首诗词里，哪一种生命姿态最让你共鸣？为什么？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选一句原诗，说说它如何写尽一种心境。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把「知人论世」的方法，用到课外的古诗词里。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① 《登高》意象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风急/天高/猿啸/渚清/沙白/飞鸟/落木/长江——雄阔悲凉；情感：万里悲秋/百年多病/艰难苦恨。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② 《琵琶行》意象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浔阳江/枫叶荻花/琵琶/大珠小珠——清冷哀婉；情感：谪居之怨/知音之叹。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③ 比较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杜诗凝练（八句写尽一生），白诗铺叙（长篇叙事+音乐描写）；悲的内涵（家国之悲/迁谪之怨）。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806440"/>
            <a:ext cx="10911535" cy="6400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603504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943600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从曹陶到苏辛，诗词写尽生命的姿态；带着方法，去读更多。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