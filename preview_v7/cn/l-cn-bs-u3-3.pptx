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第3单元 生命的诗意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登高 / 琵琶行 群文阅读——杜甫与白居易的人生况味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群文阅读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语言能力：背诵《登高》，概括《琵琶行》情节（送客→闻琴→听诉→共鸣），说出两诗核心意象。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文化意识：理解杜甫、白居易在漂泊失意中不同的生命姿态，体会古代士大夫的家国与自我之思。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思维品质：比较两诗「悲」的不同内涵与抒情方式，培养 nuanced 的比较思维。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学习能力：掌握「抓核心意象→析情感层次→比抒情方式」的群文读法。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群文阅读杜甫《登高》与白居易《琵琶行并序》。《登高》写于大历二年（767）夔州，杜甫晚年漂泊，全诗八句四联，前两联写「景」（风急天高/渚清沙白/落木/长江），后两联写「情」（万里悲秋/百年多病/艰难苦恨/潦倒新停），被誉为「古今七律第一」。《琵琶行》写白居易被贬江州，偶遇琵琶女，借「同是天涯沦落人」抒政治失意之悲。两诗一诗一诗（长篇叙事诗），皆写「漂泊失意」，但杜诗凝练沉郁、白诗铺叙婉转，适合作者境遇与抒情方式的群文比较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《登高》意象：风急/天高/猿啸/渚清/沙白/飞鸟/落木/长江——雄阔悲凉；情感：万里悲秋/百年多病/艰难苦恨。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《琵琶行》意象：浔阳江/枫叶荻花/琵琶/大珠小珠——清冷哀婉；情感：谪居之怨/知音之叹。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比较：杜诗凝练（八句写尽一生），白诗铺叙（长篇叙事+音乐描写）；悲的内涵（家国之悲/迁谪之怨）。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登高精读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琵琶行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群文比较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意象对照+小结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作业布置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《登高》四联关系。原因：学生易孤立看景句，需点明「景为情设，八句一气」。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《琵琶行》音乐描写。原因：比喻（大珠小珠落玉盘）密集，学生易只赏修辞不见情感。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「同是天涯沦落人」的深度。原因：需联系白居易贬谪背景与琵琶女身世对照，否则成套话。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登高·琵琶行 群文 ──┐
│ 漂泊之悲 │
│ 杜甫 白居易 │
│ │
│ 【登高】景→情 │
│ 风急天高猿啸哀 │
│ 落木长江(雄阔悲凉) │
│ 万里悲秋/百年多病 │
│ →家国之悲+病老 │
│ │
│ 【琵琶行】音乐→共鸣 │
│ 浔阳江/琵琶(清冷) │
│ 大珠小珠落玉盘 │
│ 同是沦落人 │
│ →迁谪之怨+知音之叹 │
│ │
│ 【比较】 │
│ 杜:凝练(七律) │
│ 白:铺叙(歌行) │
│ 各有其美 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背诵《登高》。2. 用一句话概括《琵琶行》情节脉络。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【提高作业】写一段200字比较「杜甫与白居易的漂泊之悲」，要求：①各引一句原诗；②点明悲的内涵差异；③说抒情方式不同。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本单元主题：生命的诗意。把今天学到的方法带进下一篇——自己读、自己想、自己写。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