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第6单元《文学阅读与写作（小说）》· 第3课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群文阅读——小说的人物塑造与环境作用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同写人被环境压，一个被「吃」，一个被「逼」。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00800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本课件未使用无关配图，画面以学科色块呈现。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用双栏比较两文（环境功能/人物结局/主题），说出小说环境与人物的关系差异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体会不同小说对时代与人的不同书写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通过比较培养同中求异、提炼范式思维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43400"/>
            <a:ext cx="20512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掌握小说群文双栏比较法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群文比较《祝福》与《林教头风雪山神庙》——同写环境与人物，但路径异：祥林嫂被环境「吃」（被动毁灭），林冲被环境「逼」（主动反抗）。比较提炼小说「典型环境造典型性格」的不同写法。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本单元《文学阅读与写作（小说）》：文学阅读与写作（小说）/ 实用性阅读与交流。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78308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14599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21世纪教育网《〈祝福〉〈林教头风雪山神庙〉联读教学设计》：同设风雪而命运迥异，环境「5面9点」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陈小云《互动、共生：固化与异化》：恩格斯典型环境论，单元导语「人物与社会环境共生互动」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赵洁《层级进阶》：单元大概念「个人命运与社会制度」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本课件未使用无关配图，画面以学科色块呈现。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祝福：环境吃人(被动毁灭)，祥林嫂死。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林教头：环境逼反(主动反抗)，林冲反。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共性：典型环境造典型性格。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① 双栏比较法。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② 范式命名法：吃/逼。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③ 归纳法。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291840"/>
            <a:ext cx="2087803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④ 迁移法。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功能区分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破解：学生混「悲」，需点被动/主动。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双栏填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破解：维度不清，需框架。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41448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共性提炼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破解：易停异，需归纳。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小说群文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同:压·异:吃/逼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【双栏】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环境:吃人↔逼反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人物:被动↔主动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主题:礼教↔官逼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范式: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吃(毁灭)↔逼(反)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共性:环境造性格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完成双栏（环境功能/人物/主题）。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用一句话说两文范式差异。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写180字比较短文，要求：①同维度；②各引一句；③提炼范式差异。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回望《文学阅读与写作（小说）》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异之后见共性：典型环境造典型性格——环境不是布景，是塑人的手。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双栏里，你最先填的是哪一格？为什么。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用「吃 ↔ 逼」一句话说两文差异。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三个词概括群文读法。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