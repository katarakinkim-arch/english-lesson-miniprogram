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第6单元 文学阅读与写作（小说）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群文阅读——小说的人物塑造与环境作用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语言能力：用双栏比较两文（环境功能/人物结局/主题），说出小说环境与人物的关系差异。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文化意识：体会不同小说对时代与人的不同书写。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思维品质：通过比较培养同中求异、提炼范式思维。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学习能力：掌握小说群文双栏比较法。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群文比较《祝福》与《林教头风雪山神庙》——同写环境与人物，但路径异：祥林嫂被环境「吃」（被动毁灭），林冲被环境「逼」（主动反抗）。比较提炼小说「典型环境造典型性格」的不同写法。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祝福：环境吃人(被动毁灭)，祥林嫂死。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林教头：环境逼反(主动反抗)，林冲反。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共性：典型环境造典型性格。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功能区分。原因：学生混「悲」，需点被动/主动。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共性提炼。原因：易停异，需归纳。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小说群文 ──┐
│ 同:压·异:吃/逼│
│ │
│ 【双栏】 │
│ 环境:吃人↔逼反 │
│ 人物:被动↔主动 │
│ 主题:礼教↔官逼 │
│ │
│ 范式: │
│ 吃(毁灭)↔逼(反) │
│ 共性:环境造性格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完成双栏（环境功能/人物/主题）。2. 用一句话说两文范式差异。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本单元主题：文学阅读与写作（小说）。把今天学到的方法带进下一篇——自己读、自己想、自己写。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