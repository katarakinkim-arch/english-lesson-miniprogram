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第四课时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辨识媒介信息——媒介素养与批判性接收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转发之前停三秒——用四步法守住信息时代的媒介素养。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用四步法（核来源/查交叉/辨情绪/看目的）辨识一条媒介信息的可信度。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理解信息操纵的危害，培养负责任的接收与转发态度。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通过分析信息手法，培养批判性思维与证据意识。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掌握「核来源—查交叉—辨情绪—看目的」辨识法。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本课学「辨识媒介信息」：在信息洪流中辨真假、识偏见、防操纵。方法：①核来源(权威否)②查交叉(多源印证)③辨情绪(是否被带节奏)④看目的(营销/煽动)。是媒介素养的核心防线。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《信息时代的语文生活》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来源：人民教育出版社用书 跨媒介阅读与交流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核来源：是否权威/可溯。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查交叉：多源印证否。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辨情绪：是否被标题党带节奏。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看目的：营销/煽动/告知。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案例解剖法（真假例）。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实战演练法。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讨论法。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来源核。原因：不知权威源，需清单。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交叉查。原因：懒于多搜，需习惯。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情绪辨。原因：易共情失察，需冷静。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辨识媒介信息——媒介素养与批判性接收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辨识媒介信息 素养防线 四步法: 核来源(权威?) 查交叉(多源?) 辨情绪(带节奏?) 看目的(卖/煽?) 常见手法: 标题党/断章/煽动 /伪科学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写出辨识四步。2. 找一条信息，用「核来源+查交叉」两步写辨识。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【提高作业】写120字辨识单，要求：①选一条真实见过的消息；②用四步；③给结论(可信/存疑)及理由。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核来源：是否权威/可溯。）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