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第6单元 文学阅读与写作（小说）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写作实践与讲评——小说短评修改与提升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写作实践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语言能力：据讲评改终稿，做到定靶明确、引文支撑、分析结合人物/环境/主题。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文化意识：在讲评中体会文学批评的表达自觉。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思维品质：通过三典型诊断，培养评价与自我修订能力。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学习能力：内化「好小说短评」标准。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本课为小说短评讲评，选取三典型：①无靶（评整人/泛）；②无引文（空评）；③无分析（只表态）。通过对比讲评提升，优秀短评可进入人物论坛。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三典型：无靶/无引文/无分析。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修改：缩靶/补引文/加分析。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好标准：靶小+文据+析深。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回顾三标准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讲评典型A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讲评典型B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讲评典型C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现场改稿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终稿互签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缩靶。原因：泛，需小。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补文。原因：空，需原句。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加析。原因：表态，需结合。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小说评讲评 ──┐
│ 【三标准】 │
│ 靶小·引文·析深 │
│ │
│ A:缩靶 │
│ B:补引文 │
│ C:加分析 │
│ │
│ 改三方向: │
│ 缩/补/展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提交终稿（改后）+互签评语。2. 写50字自评：我改了什么、为什么。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【提高作业】在终稿加一层「主题关联」分析，使评论更有高度。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本单元主题：文学阅读与写作（小说）。把今天学到的方法带进下一篇——自己读、自己想、自己写。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