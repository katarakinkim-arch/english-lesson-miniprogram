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第6单元《文学阅读与写作（小说）》· 第7课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3721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写作实践与讲评——小说短评修改与提升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把一篇感言，改成一份站得住的小说短评。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本课件未使用无关配图，画面以学科色块呈现。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据讲评改终稿，做到定靶明确、引文支撑、分析结合人物/环境/主题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在讲评中体会文学批评的表达自觉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通过三典型诊断，培养评价与自我修订能力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内化「好小说短评」标准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本课为小说短评讲评，选取三典型：①无靶（评整人/泛）。②无引文（空评）。③无分析（只表态）。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本单元《文学阅读与写作（小说）》：文学阅读与写作（小说）/ 实用性阅读与交流。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78308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14599"/>
            <a:ext cx="467852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21世纪教育网《统编版高中语文必修上册「学写文学短评」教案》：定题宜小、引—析—评、叙议结合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王从华《建立文学短评写作学习元素的进阶规划》：「引—析—评」结构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21世纪教育网《第三单元 学写文学短评》：以小见大、叙议结合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本课件未使用无关配图，画面以学科色块呈现。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三典型：无靶/无引文/无分析。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修改：缩靶/补引文/加分析。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好标准：靶小+文据+析深。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① 典型讲评法。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283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② 对比修改法。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③ 同伴互改法。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0931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0931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④ 现场改稿示范。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缩靶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破解：泛，需小。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补文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破解：空，需原句。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加析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破解：表态，需结合。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小说评讲评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【三标准】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靶小·引文·析深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A:缩靶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B:补引文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C:加分析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改三方向: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缩/补/展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1. 提交终稿（改后）+互签评语。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2. 写50字自评：我改了什么、为什么。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在终稿加一层「主题关联」分析，使评论更有高度。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回望《文学阅读与写作（小说）》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三典型——无靶、无引文、无分析；改法是缩靶、补文、加析。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翻出初稿，圈出最该「缩靶」的一处。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用「缩 / 补 / 展」说清改法三方向。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三个词概括你眼中的好短评。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