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第2单元 文学阅读与写作（戏剧）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写作指导——学写剧本片段与戏剧评论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写作指导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语言能力：写剧本片段或戏剧评论（300字），剧本用对话+舞台提示显冲突/潜词，评论用三要素分析。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文化意识：在写作中体会戏剧「以对话塑人、以冲突显题」的表达特性。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思维品质：通过格式约束，培养「用形式服务内容」的文体思维。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学习能力：掌握剧本/评论二选一的写法，能自评。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二单元写作任务，二选一：①写剧本片段（300字，有冲突/潜台词/舞台提示）；②写戏剧评论（赏一剧冲突或人物）。重点是「用戏剧笔法」——剧本重对话显冲突与潜台词，评论重三要素分析。学生常把剧本写成了小说叙述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剧本：对话为主+舞台提示，显冲突/潜词。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评论：用三要素（冲突/潜词/戏剧性）分析。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避坑：剧本≠小说（少叙述多对话）。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二选一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剧本格式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升格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评论支架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写+互评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剧本格式。原因：学生写小说体，需给格式模板。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潜词入对话。原因：对话太直，需藏意。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评论术语。原因：易空评，需三要素。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学写戏剧 ──┐
│ 二选一: │
│ 剧本↔评论 │
│ │
│ 剧本格式: │
│ 人名:对话 │
│ (提示)动作神态 │
│ 少叙述多对话 │
│ │
│ 评论支架: │
│ 冲突/潜词/戏剧性│
│ +引台词 │
│ │
│ 避坑: │
│ 剧本≠小说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据互评改终稿（300字）：剧本(对话+提示显冲突)或评论(三要素+引例)。2. 写一句「我用的文体+核心」。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【提高作业】若写剧本，加一段「舞台说明」突出潜台词；若写评论，加一层「戏剧性」分析。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本单元主题：文学阅读与写作（戏剧）。把今天学到的方法带进下一篇——自己读、自己想、自己写。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