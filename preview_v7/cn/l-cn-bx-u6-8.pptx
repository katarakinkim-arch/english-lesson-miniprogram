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第6单元 文学阅读与写作（小说）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单元活动——小说人物论坛与文学反思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单元活动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语言能力：参与论坛或互评，做到用短评标准（靶/文/析）评人物。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文化意识：在论坛中体会小说对人与时代的书写力量。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思维品质：填单元反思单，梳理路径，培养元认知。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学习能力：整合五文为单元成果。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本课为第六单元收官：小说人物论坛（分组谈祥林嫂/林冲/别里科夫/格里高尔，用短评支撑）+反思单（回顾「精读—群文—写作」路径与小说读法）。含三环节：①论坛；②互评（靶/文/析）；③反思单。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论坛：人物谈(短评支撑)。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互评：靶/文/析。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反思单：路径——精读→群文→写作。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论坛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反思单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论坛条理。原因：易散，需框架。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互评深度。原因：易口号，需标准。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元认知。原因：反思空话，需具体。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小说论坛反思 ──┐
│ 【论坛框架】 │
│ 靶/文/析 │
│ │
│ 【互评】 │
│ 靶小/文准/析深 │
│ │
│ 【反思三问】 │
│ ①学会__②提升__ │
│ ③疑问__ │
│ │
│ 路径: │
│ 精读→群文→写作 │
│ 读小说→见人世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提交单元反思单（三行完整）。2. 将最满意短评归档。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【提高作业】写150字「单元总结」，要求：①点明最重要方法；②举一文说明；③说想提升的方面。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本单元主题：文学阅读与写作（小说）。把今天学到的方法带进下一篇——自己读、自己想、自己写。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