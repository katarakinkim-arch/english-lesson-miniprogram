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第6单元《文学阅读与写作（小说）》· 第8课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单元活动——小说人物论坛与文学反思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0332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让五篇人物在论坛里碰面，用短评支撑你眼中的他们。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0080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本课件未使用无关配图，画面以学科色块呈现。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参与论坛或互评，做到用短评标准（靶/文/析）评人物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在论坛中体会小说对人与时代的书写力量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填单元反思单，梳理路径，培养元认知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整合五文为单元成果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本课为第六单元收官：小说人物论坛（分组谈祥林嫂/林冲/别里科夫/格里高尔，用短评支撑）+反思单（回顾「精读—群文—写作」路径与小说读法）。含三环节：①论坛。②互评（靶/文/析）。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本单元《文学阅读与写作（小说）》：文学阅读与写作（小说）/ 实用性阅读与交流。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78308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14599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姚勇文名师工作室 评析《「变」的魔术——第六单元》：「洞察世间冷暖，品味百味人生」人物展览角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21世纪教育网《第六单元教学设计》：第9课时展示分享活动，让分享成为习惯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今日头条 基于核心概念的语文大单元教学：第六单元人文主题「观察与批判」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本课件未使用无关配图，画面以学科色块呈现。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论坛：人物谈(短评支撑)。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互评：靶/文/析。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反思单：路径——精读→群文→写作。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① 论坛工作坊。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42283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283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② 互评法。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③ 反思单法。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80931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0931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④ 归纳总结法。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论坛条理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破解：易散，需框架。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互评深度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破解：易口号，需标准。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元认知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破解：反思空话，需具体。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小说论坛反思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【论坛框架】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靶/文/析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【互评】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靶小/文准/析深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【反思三问】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①学会__②提升__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③疑问__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路径: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精读→群文→写作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读小说→见人世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1. 提交单元反思单（三行完整）。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2. 将最满意短评归档。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写150字「单元总结」，要求：①点明最重要方法；②举一文说明；③说想提升的方面。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回望《文学阅读与写作（小说）》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从祥林嫂到格里高尔，小说把人放进环境，让我们看见自己与时代。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论坛里，你最想谈哪个人物？用一句点题。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用「靶 / 文 / 析」评价一次发言。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三个词概括你对本单元的新认识。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