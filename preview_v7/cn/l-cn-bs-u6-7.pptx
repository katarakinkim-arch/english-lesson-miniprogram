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14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必修上 · 第六单元 · 学习之道 · 第七课时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1247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写作实践与讲评——议论段修改与提升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好议论段有三标准：观点显、论据贴、分析连。本课用三则典型稿，看怎么改到位。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语言能力：据讲评改议论段终稿，做到观点显、论据贴、分析连。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文化意识：在讲评中体会「有理有据」的表达素养。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61772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思维品质：通过三典型诊断，培养评价与自我修订能力。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61772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学习能力：内化「好段三标准」（观点显/论据贴/分析连）。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议论段写作讲评，选取三则典型：①观点句不显（埋段中）；②论据脱节（例子拧）；③俱佳（观点显/论据贴/分析连）。通过对比讲评提升。优秀段可进入单元论坛展示。三标准是检验一段议论是否站得住的尺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2057400"/>
            <a:ext cx="5227167" cy="42062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21世纪教育网《高中议论文主体段的写法》课件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新都教育 高考作文写好「五句」（观点/阐述/例证/分析/小结）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1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三典型——观点不显 / 论据脱节 / 俱佳。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修改三方向——提观点句 / 换贴切论据 / 补分析句。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好段三标准——观点显 · 论据贴 · 分析连。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典型讲评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匿名看三则稿：哪好、哪弱，一目了然。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9895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9895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7407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对比修改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原稿 vs 改稿，看最小改动如何最大提升。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90288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同伴互改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交换读，互签一句具体评语。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79895" y="4590288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9895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7407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现场改稿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看一段如何移位观点、补上分析。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观点不显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把段尾观点句移到段首第一句——最小改动，最大效果。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298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论据脱节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引典前先问：这例真能证明我的点吗？不行就换。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8396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分析常省略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用「因为/可见」强制补分析句，不省。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11535" cy="50292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379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3794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3230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好段三标准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43230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观点显 · 论据贴 · 分析连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53512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54096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典型A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054096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观点不显 → 提到段首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4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典型B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75888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论据脱节 → 换贴切论据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97096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典型C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297680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俱佳 → 赏（好在哪）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18888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1947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修改三方向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919472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显观点 / 贴论据 / 连分析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4126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提醒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54126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互签写具体，不写「写得好」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基础·必做：提交议论段终稿（改后），附互签评语；写50字自评：我改了什么、为什么。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提升·选做：将议论段扩为400字小议论文，加一个分论点段，两段都用五步法。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拓展·衔接：下节课单元论坛，优秀议论段宣读——准备好你的「观点/论据/分析」。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单元小结与反思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10911535" cy="42976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331720"/>
            <a:ext cx="54864" cy="3810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9971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第六单元 · 学习之道 · 收束引导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9814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讲评让标准内化成手感。好段三把尺：观点显、论据贴、分析连。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改稿时，最常动的三处：把观点提段首、把拧的论据换掉、把断的分析补上。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回头看自己的终稿：三标准里，哪一格还差一点？下一课，拿到论坛上去读。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