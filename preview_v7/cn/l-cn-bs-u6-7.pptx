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第6单元 学习之道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写作实践与讲评——议论段修改与提升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写作实践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语言能力：据讲评改议论段终稿，做到观点显、论据贴、分析连。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文化意识：在讲评中体会「有理有据」的表达素养。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思维品质：通过三典型诊断，培养评价与自我修订能力。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学习能力：内化「好段三标准」（观点显/论据贴/分析连）。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本课为议论段写作讲评，选取三典型：①观点句不显（埋段中）；②论据脱节（例子拧）；③俱佳（观点显/论据贴/分析连）。通过对比讲评提升。优秀段可进入单元论坛展示。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三典型：观点不显/论据脱节/俱佳。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修改三方向：提观点句/换贴论据/补分析句。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好段三标准：观点显·论据贴·分析连。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回顾三标准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讲评典型A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讲评典型B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讲评典型C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现场改稿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终稿互签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观点显化。原因：学生不知段首亮明，需示范移位。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论据替换。原因：例子拧，需教「重选贴切」。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分析补写。原因：习惯性省略，需句式强制。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议论段讲评 ──┐
│ 【三标准】 │
│ 观点显·论据贴·│
│ 分析连 │
│ │
│ A:提观点到段首│
│ B:换贴论据 │
│ C:俱佳→赏 │
│ │
│ 改三方向: │
│ 显观点/贴论据/│
│ 连分析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提交议论段终稿（改后），附互签评语。2. 写50字自评：我改了什么、为什么。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【提高作业】将议论段扩为400字小议论文（加一个分论点段），两段都用五步法。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本单元主题：学习之道。把今天学到的方法带进下一篇——自己读、自己想、自己写。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