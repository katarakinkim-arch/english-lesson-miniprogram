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语文 · 必修下册 · 第8单元 思辨性阅读与表达（古代说理文）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372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单元活动——思辨论坛与理性表达反思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本课为第八单元收官：思辨论坛（分组谈一篇说理文或一议题，用议论文标准支撑）+反思单（回顾「…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6144768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813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第8课时 · 单元活动 · 学生课堂版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科目：语文　册次：必修下册　单元：思辨性阅读与表达（古代说理文）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8686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参与论坛或互评，做到用议论文标准（论点/论据/论证）评言说。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109728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在论坛中体会理性表达与「以理服人」的价值。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42816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109728" cy="868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填单元反思单，梳理路径，培养元认知。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109728" cy="8686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整合四文为单元成果。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本课为第八单元收官：思辨论坛（分组谈一篇说理文或一议题，用议论文标准支撑）+反思单（回顾「精读—群文—写作」路径与思辨读法）。含三环节：①论坛；②互评（论点/论据/论证）；③反思单。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4023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6785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来源：myzxsx.com《淬炼思想的锋刃：在论述的疆场培育理性精神》——以「青年思辨论坛」为总情境：解构大师论证「兵法」、建立思维「模型库」、现场论辩并复盘，培育理性文风。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来源：河北教育网《思辨性阅读与表达》教学实践（hebtv.com）——单元任务「解蔽—对话—重构」三阶：文本梳理→对比推理与辩论品鉴→整合重构为结构化表达；自评—互评结合。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767" y="4343400"/>
            <a:ext cx="4678527" cy="127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4805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本课件未使用无关配图，画面以学科色块呈现。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论坛：议题谈(标准支撑)。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互评：论点/论据/论证。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反思单：路径——精读→群文→写作。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论坛工作坊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3995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23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互评法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23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2359152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反思单法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643" y="235915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643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571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总结法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571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论坛条理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破解：易散，需框架。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互评深度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破解：易口号，需标准。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元认知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破解：反思空话，需具体。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【论坛框架】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论点/论据/论证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【互评】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论点明/据典型/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证密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【反思三问】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①学会__②提升__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③疑问__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路径: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精读→群文→写作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读说理→理性表达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提交单元反思单（三行完整）。2. 将最满意议论文归档。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写150字「单元总结」，要求：①点明最重要方法；②举一文说明；③说想提升的方面。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单元回望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本单元「思辨性阅读与表达（古代说理文）」：论坛让议论文「立」起来，B班也参与（助讲/书面）；互评标准（论点/论据/论证）点出思辨价值，四文贯通。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论坛让议论文「立」起来，B班也参与（助讲/书面）；互评标准（论点/论据/论证）点出思辨价值，四文贯通。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15分钟只轮部分组；下次分两批或限时。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必修下八单元完成，进入复习与整合。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