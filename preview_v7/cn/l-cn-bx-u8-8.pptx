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单元活动——思辨论坛与理性表达反思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单元活动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语言能力：参与论坛或互评，做到用议论文标准（论点/论据/论证）评言说。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文化意识：在论坛中体会理性表达与「以理服人」的价值。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思维品质：填单元反思单，梳理路径，培养元认知。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学习能力：整合四文为单元成果。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本课为第八单元收官：思辨论坛（分组谈一篇说理文或一议题，用议论文标准支撑）+反思单（回顾「精读—群文—写作」路径与思辨读法）。含三环节：①论坛；②互评（论点/论据/论证）；③反思单。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论坛：议题谈(标准支撑)。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互评：论点/论据/论证。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反思单：路径——精读→群文→写作。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论坛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反思单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论坛条理。原因：易散，需框架。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互评深度。原因：易口号，需标准。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元认知。原因：反思空话，需具体。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思辨论坛反思 ──┐
│ 【论坛框架】 │
│ 论点/论据/论证 │
│ │
│ 【互评】 │
│ 论点明/据典型/ │
│ 证密 │
│ │
│ 【反思三问】 │
│ ①学会__②提升__ │
│ ③疑问__ │
│ │
│ 路径: │
│ 精读→群文→写作 │
│ 读说理→理性表达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提交单元反思单（三行完整）。2. 将最满意议论文归档。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【提高作业】写150字「单元总结」，要求：①点明最重要方法；②举一文说明；③说想提升的方面。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本单元主题：思辨性阅读与表达（古代说理文）。把今天学到的方法带进下一篇——自己读、自己想、自己写。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