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第1单元 中华传统文化经典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群文阅读——诸子言说与史传叙事比较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群文阅读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学习任务群：思辨性阅读与表达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语言能力：用双栏比较诸子与史传（目的/方法/笔法/效果），说出两种范式。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文化意识：体会中华传统经典「义理与叙事并重」的表达智慧。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思维品质：通过比较培养同中求异、提炼范式思维。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学习能力：掌握经典群文双栏比较法，能迁移他文。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文比较本单元两类文本：诸子（论语/孟子/庄子）重「说理—寄托」，以对话喻理、重义理与人格；史传（左传/史记）重「叙事—写人」，以事件载史、重细节与人物。通过双栏比较，提炼中华传统文化经典的两种表达范式，为单元写作蓄势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诸子：说理—寄托（对话喻理/重义理人格）。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史传：叙事—写人（事件载史/重细节人物）。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共性：皆「文以载道」的经典。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双栏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范式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共性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迁移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范式区分。原因：学生混两类，需点目的方法异。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双栏填。原因：维度不清，需框架。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共性提炼。原因：易停异，需归纳。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诸子·史传 群文 ──┐
│ 同:文以载道 │
│ 异:重心不同 │
│ │
│ 【双栏】 │
│ 目的:明理↔载史 │
│ 方法:喻理↔写人 │
│ 笔法:义理↔细节 │
│ 效果:启思↔如见 │
│ │
│ 范式: │
│ 说理体(重理) │
│ 叙事体(重事) │
│ │
│ 共性:文以载道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完成双栏（目的/方法/笔法/效果）。2. 用一句话说两类范式差异。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【提高作业】写180字比较短文，要求：①同维度；②各引一句；③提炼范式差异。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本单元主题：中华传统文化经典。把今天学到的方法带进下一篇——自己读、自己想、自己写。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