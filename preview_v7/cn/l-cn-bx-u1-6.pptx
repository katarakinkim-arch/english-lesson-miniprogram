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第1单元《中华传统文化经典》· 第6课时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247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群文阅读——诸子言说与史传叙事比较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把读到的经典，变成自己的眼光与方法。</a:t>
            </a:r>
          </a:p>
          <a:p>
            <a:pPr algn="l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65176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用双栏比较诸子与史传（目的/方法/笔法/效果），说出两种范式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65176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体会中华传统经典「义理与叙事并重」的表达智慧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65176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通过比较培养同中求异、提炼范式思维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31720"/>
            <a:ext cx="2453563" cy="3474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65176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8346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297680"/>
            <a:ext cx="20512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掌握经典群文双栏比较法，能迁移他文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课文定位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群文比较本单元两类文本：诸子（论语/孟子/庄子）重「说理—寄托」，以对话喻理、重义理与人格。史传（左传/史记）重「叙事—写人」，以事件载史、重细节与人物。通过双栏比较，提炼中华传统文化经典的两种表达范式，为单元写作蓄势。</a:t>
            </a:r>
          </a:p>
          <a:p>
            <a:pPr algn="l">
              <a:lnSpc>
                <a:spcPct val="150000"/>
              </a:lnSpc>
            </a:pPr>
            <a:r>
              <a:rPr sz="13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本单元《中华传统文化经典》：整本书阅读与研讨 / 中华传统文化经典。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737360"/>
            <a:ext cx="5227167" cy="448056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1. 21世纪教育网：必修下第一单元单元学习任务（人文主题「中华文明之光」）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2. 大连文谷高中试卷：诸子散文与史传散文比较（说理 / 叙事）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诸子：说理—寄托（对话喻理/重义理人格）。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史传：叙事—写人（事件载史/重细节人物）。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要点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共性：皆「文以载道」的经典。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① 双栏比较法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42283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82363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范式命名法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723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说理体/叙事体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61607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1607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③ 归纳法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80931" y="2395728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0931" y="2450592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011" y="2414016"/>
            <a:ext cx="144772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④ 迁移法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371" y="3200400"/>
            <a:ext cx="1904923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范式区分。原因：学生混两类，需点目的方法异。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双栏填。原因：维度不清，需框架。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易卡处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共性提炼。原因：易停异，需归纳。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诸子·史传 群文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同:文以载道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异:重心不同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【双栏】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目的:明理↔载史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方法:喻理↔写人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笔法:义理↔细节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效果:启思↔如见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范式: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说理体(重理)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叙事体(重事)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共性:文以载道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1. 完成双栏（目的/方法/笔法/效果）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2. 用一句话说两类范式差异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写180字比较短文，要求：①同维度；②各引一句；③提炼范式差异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回望《中华传统文化经典》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本课要点回顾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诸子：说理—寄托（对话喻理/重义理人格）。；② 史传：叙事—写人（事件载史/重细节人物）。；③ 共性：皆「文以载道」的经典。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95020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84048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哪一个概念或人物最触动你？用一句话写下来。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66344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72744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61772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把本课学到的方法，套用到下一篇阅读或写作里，会怎样？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40680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50468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394960"/>
            <a:ext cx="1027145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用三个词概括你对本单元的新认识。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