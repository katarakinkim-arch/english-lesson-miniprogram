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第1单元 青春的价值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百合花 精读——细节描写与「百合花」意象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语言能力：梳理小说情节脉络（借被子→包扎所→牺牲→盖被子），找出3处以上关键细节并分析其作用。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文化意识：理解战争中普通人的人性之美与青春的纯真，感受革命年代的人情温度。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思维品质：通过分析「百合花被子」意象在不同情节中的变化，培养追踪意象演变的思维能力。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学习能力：掌握「细节→人物→主题」的小说细读路径，能迁移到其他小说阅读。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第四课时，从诗歌转向小说阅读。《百合花》是茹志鹃1958年短篇代表作，以解放战争为背景，写「我」（文工团女团员）、小通讯员、新媳妇三人在包扎所的短暂交集。小说不以战争场面取胜，而以「百合花被子」「馒头」「衣服破洞」等细节传达战争中的人性之美与青春之纯。「百合花被子」是核心意象——洁白的百合象征纯洁与美好，被子上洒的鲜血象征牺牲与崇高。叙事视角独特（第一人称限知），语言清新克制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情节脉络：借被子（初遇）→包扎所帮忙（相处）→通讯员牺牲（高潮）→新媳妇盖被子（结局）。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核心意象：百合花被子——初见（新媳妇不愿借）→相处（铺在包扎所）→高潮（盖在通讯员遗体上），意象随情节演变。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关键细节：通讯员枪筒插树枝、衣服破洞、两个馒头——以小见大塑造人物。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情节梳理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意象追踪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细读细节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限知视角辨析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「限知视角」的叙事效果。原因：学生习惯全知视角小说，不理解「我」只看到一部分的叙事策略，需对比说明。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细节的「反复」手法。原因：学生看不出「衣服破洞」出现三次的递进意义，需引导追踪。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结尾「盖被子」的情感分量。原因：学生易理解为「就是盖了一床被子」，忽略新媳妇从「不愿借」到「主动盖」的心理转变。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百合花 茹志鹃 ──┐
│ 百合花＝纯洁＋牺牲 │
│ │
│ 【四幕脉络】 │
│ 借→帮→牺→盖 │
│ │
│ 【被子意象演变】 │
│ 借:不愿(私有) │
│ 铺:共用(公共) │
│ 盖:献出(牺牲) │
│ →人的情感在变 │
│ │
│ 【三个反复细节】 │
│ 枪筒树枝|3次|纯真 │
│ 衣服破洞|3次|腼腆→伤痕│
│ 两馒头 |2次|以物写人│
│ │
│ 【限知视角】 │
│ 只知「我」所见 │
│ →真实+悬念 │
│ │
│ 【小说细读四步】 │
│ 追意象→读细节→ │
│ 析人物→推主题 │
└──────────────────────┘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梳理「百合花被子」在小说中的四次出现，各用一句话概括其状态和含义。2. 找出描写小通讯员腼腆的3处细节，各用一句话概括。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【提高作业】写一段200字赏析，分析「衣服破洞」这一细节三次出现的递进意义。要求：①引用原文；②分析每次出现的不同功能；③点明递进关系。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本单元主题：青春的价值。把今天学到的方法带进下一篇——自己读、自己想、自己写。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