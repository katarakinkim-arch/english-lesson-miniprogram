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第2单元 劳动光荣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古诗中的劳动——芣苢·文氏外孙入村收麦：劳动的节拍与诗意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语言能力：准确朗读两首诗，解释「采·有·掇·捋·袺·襭」六字含义，说出重章叠句的表达效果。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文化意识：感受古人对劳动的朴素赞美，理解「劳动光荣」是中华文化的悠久传统。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思维品质：通过追踪六字动词的变化，发现「劳动进程→情感递进」的内在逻辑，培养文本细读能力。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学习能力：掌握「辨字义→理结构→品节奏→悟情感」的古诗劳动主题阅读四步法，能迁移运用。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二单元第四课时，从实用文阅读转向古诗阅读，但主题仍紧扣「劳动光荣」。《芣苢》出自《诗经·周南》，写妇女采摘芣苢（车前草）的劳动场景，全诗三章十二句，仅变换六个动词（采·有·掇·捋·袺·襭），以重章叠句再现劳动的节奏与欢欣。《文氏外孙入村收麦》是苏辙晚年退居颍川时所作，写外孙入村帮忙收麦的乡村生活，既有劳动的辛劳又有天伦的温情。两诗一先秦一宋代，一写采摘一写收麦，共同呈现「劳动的诗意」——劳动不只是辛苦，也可以有节拍、有欢欣、有温情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《芣苢》六动词：采（开始摘）→有（摘到了）→掇（一片片拾）→捋（一把把抹）→袺（用衣襟兜）→襭（把衣襟扎起来装）——劳动进程的递进。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重章叠句：三章结构相同，仅换动词，形成「劳动节拍」——重复中有变化，变化中有递进。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《文氏外孙入村收麦》：劳动的辛劳（「急炊大麦」「欲饭新舂」）与天伦温情（外孙来帮忙）交织。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朗读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六动词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重章叠句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《文氏外孙入村收麦》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古今对比+小结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六动词的细微区别。原因：「掇」「捋」「袺」「襭」是古代劳动专用词，现代汉语不常用，学生需借助动作演示理解。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重章叠句的「变与不变」。原因：学生只看到「三章一样」的重复，看不出动词变换推动的递进逻辑，需对比分析。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劳动的「诗意」理解。原因：学生习惯「劳动=辛苦」的思维定式，不易体会古人写劳动的欢欣，需引导换位。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古诗中的劳动 ──┐
│ 芣苢:采采芣苢 │
│ (fú yǐ) 车前草 │
│ │
│ 【六动词递进】 │
│ 采→有→掇→捋→ │
│ 袺→襭 │
│ 开始→摘到→一片片 │
│ →一把把→兜起→装满 │
│ (劳动进程完整) │
│ │
│ 【重章叠句】 │
│ 不变:结构(节拍) │
│ 变:动词(推进) │
│ =劳动的韵律 │
│ │
│ 苏辙:劳动+天伦 │
│ →温情 │
│ │
│ 【古今对比】 │
│ 古诗:节拍·欢欣 │
│ 通讯:过程·精神 │
│ 共通:劳动光荣 │
│ │
│ 【古诗四步法】 │
│ 辨字义→理结构→ │
│ 品节奏→悟情感 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背诵《芣苢》全诗，准确默写六动词（采·有·掇·捋·袺·襭）。2. 解释六动词的含义，各用一句话描述其动作。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【提高作业】写一段150字赏析，主题为「从六个动词看《芣苢》的劳动节拍」。要求：①按顺序解释六动词；②分析动词变换的递进逻辑；③点明重章叠句的表达效果。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本单元主题：劳动光荣。把今天学到的方法带进下一篇——自己读、自己想、自己写。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