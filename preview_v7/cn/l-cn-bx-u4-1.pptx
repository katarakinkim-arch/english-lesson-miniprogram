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语文 · 必修下册 · 第4单元 跨媒介阅读与交流（信息时代的语文生活）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单元导入——走进信息时代的多媒介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单元导入  ·  第1课时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学习任务群：跨媒介阅读与交流    |    年级：高一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语言能力：列举常见媒介并说出其传播特点（如即时/视觉/互动）。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文化意识：理解信息时代媒介如何重塑表达与交往，培养媒介素养意识。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思维品质：通过比较媒介特点，培养适配媒介的表达思维。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学习能力：建立「跨媒介阅读与交流」的单元认知框架。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第四单元是综合实践单元「信息时代的语文生活」，围绕「跨媒介阅读与交流」展开。导入：认识我们身处多媒介环境（微信/短视频/电视/海报/公众号等），理解不同媒介的传播特点，为后续「善用」「辨识」「表达」奠基。</a:t>
            </a:r>
          </a:p>
        </p:txBody>
      </p:sp>
      <p:pic>
        <p:nvPicPr>
          <p:cNvPr id="6" name="Picture 5" descr="typewriter.jpg"/>
          <p:cNvPicPr>
            <a:picLocks noChangeAspect="1"/>
          </p:cNvPicPr>
          <p:nvPr/>
        </p:nvPicPr>
        <p:blipFill>
          <a:blip r:embed="rId2"/>
          <a:srcRect l="5860" r="5860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typewriter.jpg）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59715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9570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常见媒介：微信/短视频/电视/广播/海报/公众号。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078480"/>
            <a:ext cx="10911535" cy="159715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18820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627120"/>
            <a:ext cx="9997135" cy="9570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特点：即时/视觉化/互动/权威vs碎片。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4785360"/>
            <a:ext cx="10911535" cy="159715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89508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5334000"/>
            <a:ext cx="9997135" cy="9570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本单元线：认识→善用→辨识→表达。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2 媒介图谱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3 特点对比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4 单元四线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5 素养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6 任务预告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媒介分类。原因：学生混，需按「特点」分。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素养意识。原因：只当工具，需点「表达逻辑」。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单元框架。原因：易散，需线。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┌── 信息时代·媒介 ──┐
│ 多媒介环境 │
│ │
│ 媒介四类: │
│ 社媒/视频/传统/ │
│ 平面 │
│ │
│ 特点: │
│ 即时/视觉/互动/ │
│ 权威vs碎片 │
│ │
│ 单元四线: │
│ 识→用→辨→写 │
│ 素养:读/写/省 │
└────────────────┘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列举三种你常用的媒介并各说一个特点。2. 写出本单元四步（识→用→辨→写）。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【提高作业】观察一天自己接触的媒介，写100字「我的媒介画像」，要求：①归类；②说哪类最耗时长；③联想一个素养问题。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本单元主题：跨媒介阅读与交流（信息时代的语文生活）。把今天学到的方法带进下一篇——自己读、自己想、自己写。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