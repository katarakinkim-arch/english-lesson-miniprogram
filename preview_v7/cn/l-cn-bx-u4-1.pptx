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第一课时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单元导入——走进信息时代的多媒介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我们活在媒介里——先认识多媒介，再学会用它、辨它、写它。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列举常见媒介并说出其传播特点（如即时/视觉/互动）。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理解信息时代媒介如何重塑表达与交往，培养媒介素养意识。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通过比较媒介特点，培养适配媒介的表达思维。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建立「跨媒介阅读与交流」的单元认知框架。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第四单元是综合实践单元「信息时代的语文生活」，围绕「跨媒介阅读与交流」展开。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《信息时代的语文生活》学习资源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来源：人民教育出版社用书 跨媒介阅读与交流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常见媒介：微信/短视频/电视/广播/海报/公众号。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特点：即时/视觉化/互动/权威vs碎片。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本单元线：认识→善用→辨识→表达。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媒介枚举法。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特点对比法。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框架搭建法。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讨论法。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媒介分类。原因：学生混，需按「特点」分。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素养意识。原因：只当工具，需点「表达逻辑」。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单元框架。原因：易散，需线。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单元导入——走进信息时代的多媒介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信息时代 媒介 多媒介环境 媒介四类: 社媒/视频/传统/ 平面 特点: 即时/视觉/互动/ 权威vs碎片 单元四线: 识→用→辨→写 素养:读/写/省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列举三种你常用的媒介并各说一个特点。2. 写出本单元四步（识→用→辨→写）。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【提高作业】观察一天自己接触的媒介，写100字「我的媒介画像」，要求：①归类；②说哪类最耗时长；③联想一个素养问题。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常见媒介：微信/短视频/电视/广播/海报/公众号。）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