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第4单元 家乡文化生活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写作实践与讲评——倡议书修改与提升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写作实践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学习任务群：当代文化参与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语言能力：据讲评修改倡议书终稿，做到格式规范、问题真、倡议实、语气当。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文化意识：在公开讲评中体会「负责任地提议」的公民素养。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思维品质：通过三典型诊断，培养评价与自我修订能力。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学习能力：内化「好倡议四标准」（格式/真问题/实倡议/当语气）。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本课为倡议书写作讲评，选取三典型：①格式错（缺落款/称呼）；②问题假（无调查支撑）；③俱佳（问题真+倡议实+语气好）。通过对比讲评提升。同时优秀倡议书可进入单元活动展示。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三典型：格式错/问题假/俱佳。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修改三方向：补格式/换真问题/拆实倡议。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好倡议四标准：格式·真问题·实倡议·当语气。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回顾四标准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讲评典型A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讲评典型B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讲评典型C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现场改稿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终稿互签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问题假的识别。原因：学生看不出自己编问题，需用例文自见。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倡议拆解。原因：不知把愿望拆动作，需示范。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语气微调。原因：命令/软弱两极端，需好句仿写。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倡议书讲评 ──┐
│ 【四标准】 │
│ 格式·真问题· │
│ 实倡议·当语气 │
│ │
│ A:补格式 │
│ 加称呼+落款 │
│ │
│ B:换真问题 │
│ 用调查数据 │
│ 有根 │
│ │
│ C:俱佳→赏 │
│ 问题真·倡议实 │
│ 语气恳切 │
│ │
│ 改三方向: │
│ 补格式/换真/ │
│ 拆实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提交倡议书终稿（改后），附互签评语。2. 写50字自评：我改了什么、为什么。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【提高作业】把你的倡议书「落地步骤」补写完整（谁做/何时/怎么验证），形成可执行的行动方案。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本单元主题：家乡文化生活。把今天学到的方法带进下一篇——自己读、自己想、自己写。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