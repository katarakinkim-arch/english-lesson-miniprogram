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必修上册 · 第4单元 家乡文化生活 · 第7课时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写作实践与讲评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8036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倡议书修改与提升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对照好倡议的标准，把自己的倡议书写得更扎实。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共 9 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6712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据讲评修改倡议书终稿，做到格式规范、问题真、倡议实、语气当。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9659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16712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74320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在公开讲评中体会「负责任地提议」的公民素养。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062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0740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98348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通过三典型诊断，培养评价与自我修订能力。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7" y="42062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3047" y="440740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498348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内化「好倡议四标准」（格式/真问题/实倡议/当语气）。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从教材到课堂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本课为倡议书写作讲评，选取三典型：①格式错（缺落款/称呼）；②问题假（无调查支撑）；③俱佳（问题真+倡议实+语气好）。通过对比讲评提升。同时优秀倡议书可进入单元活动展示。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74520"/>
            <a:ext cx="5227167" cy="2788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011680"/>
            <a:ext cx="46785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来源：宁波晚报《用心观察，掌握方法 把倡议书写得有理有据》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来源：人教版《语文》必修上册教学参考书（倡议书评改）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484632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本课件未使用无关配图（学科色块兜底）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三典型：格式错/问题假/俱佳。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01168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修改三方向：补格式/换真问题/拆实倡议。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01168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好倡议四标准：格式·真问题·实倡议·当语气。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12140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3911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典型讲评法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039112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匿名三典型全班诊。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44368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3145536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18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0632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对比修改法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063240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原稿vs改稿。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68496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16966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4281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08736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同伴互改法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087368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交换终稿互签。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992624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248" y="519379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26694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111496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现场改稿。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111496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12140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29968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问题假的识别。原因：你看不出自己编问题，需用例文自见。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44368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3145536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218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054096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倡议拆解。原因：不知把愿望拆动作，需示范。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68496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416966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24281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078224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语气微调。原因：命令/软弱两极端，需好句仿写。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倡议书讲评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911535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10271455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倡议书讲评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【四标准】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格式·真问题·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实倡议·当语气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A:补格式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加称呼+落款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B:换真问题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用调查数据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有根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C:俱佳→赏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问题真·倡议实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语气恳切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改三方向: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补格式/换真/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拆实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分层任务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4724247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提交倡议书终稿（改后），附互签评语。2. 写50字自评：我改了什么、为什么。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01168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01168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10312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788920"/>
            <a:ext cx="4724247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把你的倡议书「落地步骤」补写完整（谁做/何时/怎么验证），形成可执行的行动方案。
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回到「家乡文化生活」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要点回望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三典型：格式错/问题假/俱佳。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修改三方向：补格式/换真问题/拆实倡议。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好倡议四标准：格式·真问题·实倡议·当语气。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965960"/>
            <a:ext cx="5227167" cy="41605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98767" y="2240280"/>
            <a:ext cx="54864" cy="3302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1647" y="2286000"/>
            <a:ext cx="44956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反思引导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1647" y="2834640"/>
            <a:ext cx="449564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对照“好倡议四标准”，你改后的倡议书进步最大的是哪一条？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