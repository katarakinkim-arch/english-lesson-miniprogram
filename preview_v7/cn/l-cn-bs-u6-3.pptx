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146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必修上 · 第六单元 · 学习之道 · 第三课时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12471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群文阅读——劝学·师说 治学观比较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两篇都论「学」，角度却不同：荀子谈「怎么学」，韩愈谈「跟谁学」。用双栏把它们放在一起，比出异同，提炼古人的治学观。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语言能力：用双栏表比较两文「论题/论证/核心观点」，说出各自侧重。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8600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5292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文化意识：整合两文形成对古人治学观的整体认识（终身学·善假物·从师问道）。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1772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617720"/>
            <a:ext cx="5272887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7091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7608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思维品质：通过比较培养「同中求异、异中求同」的辩证思维。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461772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8727" y="4617720"/>
            <a:ext cx="5272887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727" y="47091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27608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学习能力：掌握群文双栏比较法，能迁移到其他论说文对读。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课文背景与权威来源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27167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678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课文定位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把《劝学》与《师说》放在一处群文对读。两篇同论「学习」，但角度互补：荀子论「学习本身」（意义/方法/态度），韩愈论「从师」（向谁学）。论证上《劝学》纯用比喻，《师说》重对比。通过双栏比较，提炼古人的「治学观」整体图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4447" y="2057400"/>
            <a:ext cx="5227167" cy="420624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240280"/>
            <a:ext cx="4678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974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21世纪教育网《劝学》《师说》联读教学设计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统编版《师说》《劝学》对比阅读教学设计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100" b="0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论题差异——劝学=学习本身（积/恒/一）；师说=从师（向谁学）。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论证差异——劝学=比喻；师说=对比（立—破—立）。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共同底色——皆重「学不可以已」「学以成德」，合成古人治学观。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6888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1401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双栏比较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按论题/论证/结构/核心四维度填表，同维度才可比。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19456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9895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9895" y="246888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7407" y="241401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论证解码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306324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比喻好懂（劝）、对比犀利（破）——方式服务于目的。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8912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590288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6344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60857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归纳共性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差异是手段，共性是收获：都信「学能改变人」。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38912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79895" y="4590288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9895" y="466344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7407" y="460857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迁移运用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这比较法可迁到《反对党八股》《拿来主义》等对读。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误把两文当同题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先分清：一个谈「学什么」，一个谈「向谁学」。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9298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只罗列不同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比完要归纳——两文最终都落到「学以成德」。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8396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维度不统一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固定四维度（论题/论证/核心）再比，不东拉西扯。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11535" cy="50292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3794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37944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32304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432304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都劝学：学不可以已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53512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54096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异·论题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054096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劝学=学习本身 ↔ 师说=从师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75304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8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异·论证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675888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劝学=比喻 ↔ 师说=对比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97096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97680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异·结构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297680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三层 ↔ 立破立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18888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19472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比喻=形象劝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919472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对比=犀利破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541264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共性·治学观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541264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终身学·善假物·从师问道·学以成德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基础·必做：完成双栏比较表（论题/论证/结构/核心）；用一句话说两文共性。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提升·选做：写200字比较短文：同维度比较，各引一句，提炼治学观共性。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拓展 · 衔接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拓展·衔接：下节课读《反对党八股》——它也是「破立结合」，可与《师说》破弊呼应。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单元小结与反思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10911535" cy="429768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331720"/>
            <a:ext cx="54864" cy="3810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86000"/>
            <a:ext cx="99971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第六单元 · 学习之道 · 收束引导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9814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群文读《劝学》《师说》，关键在「同中求异，异中求同」。</a:t>
            </a:r>
          </a:p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同：都劝人向学；异：一个讲「怎么学」（积恒一），一个讲「跟谁学」（能者为师）。</a:t>
            </a:r>
          </a:p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合起来，古人的治学观浮现：终身学、善借物、从师问道、学以成德。下一课，看毛泽东如何「破」一种坏文风。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