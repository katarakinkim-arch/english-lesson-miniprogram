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第6单元 学习之道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群文阅读——劝学·师说 治学观比较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群文阅读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学习任务群：思辨性阅读与表达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语言能力：用双栏表比较两文「论题/论证/核心观点」，说出各自侧重。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文化意识：整合两文形成对古人治学观的整体认识（终身学·善假物·从师问道）。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思维品质：通过比较培养「同中求异、异中求同」的辩证思维。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学习能力：掌握群文双栏比较法，能迁移到其他论说文对读。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群文比较《劝学》与《师说》——两篇同论「学习」，但角度互补：荀子论「学习本身」（意义/方法/态度），韩愈论「从师」（向谁学）。论证上《劝学》纯比喻、《师说》重对比，风格各异。通过双栏比较，提炼古人的「治学观」整体图景，为单元写作（议论段）蓄势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论题差：劝学=学习本身（积恒一）；师说=从师（向谁学）。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论证异：劝学=比喻；师说=对比（立破立）。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共性：皆重「学不可以已」「学以成德」，构成古人治学观。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双栏比较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论证解码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共性提炼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迁移+小结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论题区分。原因：学生以为两文同题，需点明「学什么vs向谁学」。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论证对比。原因：比喻vs对比功能不同，需说明。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共性提炼。原因：易停差异，需引导归纳「都劝学」。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劝学·师说 群文 ──┐
│ 同:都劝学 │
│ 异:学本身↔从师 │
│ │
│ 【双栏】 │
│ 论题:学习↔从师 │
│ 论证:比喻↔对比 │
│ 结构:三层↔立破立 │
│ 核心:积恒一↔道存师│
│ │
│ 比喻=形象劝 │
│ 对比=犀利破 │
│ │
│ 【共性·治学观】 │
│ 终身学·善假物· │
│ 从师问道·学以成德│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完成双栏比较表（论题/论证/结构/核心）。2. 用一句话说两文共性。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【提高作业】写200字比较短文，要求：①同维度比较；②各引一句；③提炼治学观共性。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本单元主题：学习之道。把今天学到的方法带进下一篇——自己读、自己想、自己写。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