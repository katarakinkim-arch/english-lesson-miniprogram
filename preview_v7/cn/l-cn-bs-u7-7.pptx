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写作指导——学写景物短文（情景交融）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选一景、抓特征、融进情——把「很美」换成看得见的感觉。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第7课时 · 写作指导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单元：自然情怀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写1篇景物短文（300字），做到景有特征、情融其中、可用修辞。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在写作中体会「借自然表情」的文人传统。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通过选范式（情驭景/景衬情），培养写景的构思意识。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掌握景物短文四步法（选景/特征/融情/修辞）。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七单元写作任务，学写一篇景物短文（300字左右）。方法：①选一具体自然之景（不泛）；②抓特征细写（形声色味，可学白描）；③融情于景（以情驭景/以景衬情任选一范式）；④用修辞（比喻/通感/叠词）增味。重点是「融情」——学生常「景归景、情归情」两张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人民教育出版社《语文·必修上册》第七单元写作任务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统编教材「文学阅读与写作」任务群要求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四步：选具体景→抓特征细写→融情（选范式）→用修辞。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两范式：以情驭景（情在景先）/以景衬情（景美反衬情）。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避坑：景不空泛（不用「很美」）、情不硬贴。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四步讲解法。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升格示范法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空泛段vs特征段。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范式卡法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二选一。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特征具体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破解：学生写「很美」无物，需逼出形声色味。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融情不硬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破解：结尾硬加情，需景中带情。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范式选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破解：不知用哪种，需提示。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四步阶梯: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①选具体景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②抓特征(形声色味)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③融情(选范式)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④用修辞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两范式: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情驭景(情先)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景衬情(景美反衬)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避坑: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不写"很美"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情不硬贴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修辞服务特征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据互评改景物短文终稿（300字）：景具体、情融中、一处修辞。2. 写一句「我用的范式+修辞」。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另写一段不同范式（如原情驭景改景衬情），要求景美而情隐。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本单元「自然情怀」：景物短文四步法：选景→特征→融情→修辞，情要化进景里。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你笔下的景，是「空泛」还是「有特征」？差在哪里？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写情时，你习惯硬加一句，还是让景自带情绪？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挑一个范式，重写你以前写过的一段景物文字。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