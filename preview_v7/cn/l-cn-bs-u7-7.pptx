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写作指导——学写景物短文（情景交融）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写作指导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学习任务群：文学阅读与写作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语言能力：写1篇景物短文（300字），做到景有特征、情融其中、可用修辞。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文化意识：在写作中体会「借自然表情」的文人传统。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思维品质：通过选范式（情驭景/景衬情），培养写景的构思意识。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学习能力：掌握景物短文四步法（选景/特征/融情/修辞）。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七单元写作任务，学写一篇景物短文（300字左右）。方法：①选一具体自然之景（不泛）；②抓特征细写（形声色味，可学白描）；③融情于景（以情驭景/以景衬情任选一范式）；④用修辞（比喻/通感/叠词）增味。重点是「融情」——学生常「景归景、情归情」两张皮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四步：选具体景→抓特征细写→融情（选范式）→用修辞。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两范式：以情驭景（情在景先）/以景衬情（景美反衬情）。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避坑：景不空泛（不用「很美」）、情不硬贴。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四步结构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升格示范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选范式融情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写初稿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互评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特征具体。原因：学生写「很美」无物，需逼出形声色味。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融情不硬。原因：结尾硬加情，需景中带情。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范式选。原因：不知用哪种，需提示。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学写景物短文 ──┐
│ 四步阶梯: │
│ ①选具体景 │
│ ②抓特征(形声色味)│
│ ③融情(选范式) │
│ ④用修辞 │
│ │
│ 两范式: │
│ 情驭景(情先) │
│ 景衬情(景美反衬)│
│ │
│ 避坑: │
│ 不写"很美" │
│ 情不硬贴 │
│ 修辞服务特征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据互评改景物短文终稿（300字）：景具体、情融中、一处修辞。2. 写一句「我用的范式+修辞」。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【提高作业】另写一段不同范式（如原情驭景改景衬情），要求景美而情隐。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本单元主题：自然情怀。把今天学到的方法带进下一篇——自己读、自己想、自己写。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