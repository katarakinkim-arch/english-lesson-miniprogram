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第3单元 · 实用性阅读与交流（知识性读物）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青蒿素：人类征服疾病的一小步 精读——科学发现与科学表达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一株青蒿，怎样成为救人的良药？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第1课时 · 课文精读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梳理青蒿素发现的主要阶段，说出文章按时间/逻辑展开的顺序。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体会屠呦呦身上执着探索、团队协作、胸怀人类的科学家精神。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通过分析发现过程，培养「问题—方法—验证」的科学思维。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掌握知识性读物的「抓过程、品语言、悟精神」读法。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青蒿素》是屠呦呦获诺奖演讲节选，以第一人称回顾青蒿素发现历程：从中医药文献获灵感、提取青蒿素、临床验证、走向世界。文章兼具科学严谨与人文温度，是「科普+传记」范本，体现科学家精神（执着、协作、惠世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来源：科学技术部 / 新华网——屠呦呦与青蒿素（2015 诺贝尔生理学或医学奖）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来源：屠呦呦诺奖演讲《青蒿素——中医药给世界的一份礼物》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过程：文献寻方→提取青蒿素→临床验证→惠及世界。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方法：从中医药获灵感+现代实验验证（古今结合）。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精神：执着/协作/谦逊（「一小步」）。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流程图法。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流程图法。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语例品读法。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语例品读法。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精神提炼法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从行见神。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对比法（与文学）。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对比法（与文学）。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过程梳理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突破：容易只记结果，需阶段图。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科学语言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突破：术语畏难，需平译。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精神提炼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突破：易口号，需从行见神。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青蒿素·屠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一小步·大贡献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历程四阶段: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①古籍寻方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②提取青蒿素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③临床试身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④惠及世界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方法:古方+今技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语言:准确平实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精神:执着协谦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写出青蒿素发现的三个阶段（至少3）。2. 说文章语言一个特点并举一例。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写150字「我眼中的科学家精神」，要求：①从文中举一处；②说其精神；③不空喊口号。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第3单元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实用性阅读与交流（知识性读物）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本单元围绕「实用性阅读与交流（知识性读物）」展开；本课抓住：过程：文献寻方→提取青蒿素→临床验证→惠及世界。。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把「流程图法。」用到一部剧或一篇科普的观赏与阅读中。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