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语文 · 必修下册 · 第3单元 实用性阅读与交流（知识性读物）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青蒿素：人类征服疾病的一小步 精读——科学发现与科学表达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课文精读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学习任务群：实用性阅读与交流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语言能力：梳理青蒿素发现的主要阶段，说出文章按时间/逻辑展开的顺序。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文化意识：体会屠呦呦身上执着探索、团队协作、胸怀人类的科学家精神。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思维品质：通过分析发现过程，培养「问题—方法—验证」的科学思维。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学习能力：掌握知识性读物的「抓过程、品语言、悟精神」读法。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《青蒿素》是屠呦呦获诺奖演讲节选，以第一人称回顾青蒿素发现历程：从中医药文献获灵感、提取青蒿素、临床验证、走向世界。文章兼具科学严谨与人文温度，是「科普+传记」范本，体现科学家精神（执着、协作、惠世）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过程：文献寻方→提取青蒿素→临床验证→惠及世界。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方法：从中医药获灵感+现代实验验证（古今结合）。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精神：执着/协作/谦逊（「一小步」）。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历程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方法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语言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精神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过程梳理。原因：学生只记结果，需阶段图。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科学语言。原因：术语畏难，需平译。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精神提炼。原因：易口号，需从行见神。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青蒿素·屠 ──┐
│ 一小步·大贡献 │
│ │
│ 历程四阶段: │
│ ①古籍寻方 │
│ ②提取青蒿素 │
│ ③临床试身 │
│ ④惠及世界 │
│ │
│ 方法:古方+今技 │
│ 语言:准确平实 │
│ 精神:执着协谦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写出青蒿素发现的三个阶段（至少3）。2. 说文章语言一个特点并举一例。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【提高作业】写150字「我眼中的科学家精神」，要求：①从文中举一处；②说其精神；③不空喊口号。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本单元主题：实用性阅读与交流（知识性读物）。把今天学到的方法带进下一篇——自己读、自己想、自己写。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