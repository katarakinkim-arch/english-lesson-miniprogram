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语文 · 必修下册 · 第3单元 实用性阅读与交流（知识性读物）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写作实践与讲评——知识性短文修改与提升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写作实践  ·  第7课时  ·  45分钟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学习任务群：实用性阅读与交流    |    年级：高一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语言能力：据讲评改终稿，做到特征具体、顺序清晰、语言准确平实。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文化意识：在讲评中体会知识性文体的表达自觉。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思维品质：通过三典型诊断，培养评价与自我修订能力。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学习能力：内化「好知识文」标准。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本课为知识性短文讲评，选取三典型：①写空（无特征）；②乱序（无提纲）；③太抒情（语言不知识性）。通过对比讲评提升，优秀短文可进入科普分享。</a:t>
            </a:r>
          </a:p>
        </p:txBody>
      </p:sp>
      <p:pic>
        <p:nvPicPr>
          <p:cNvPr id="6" name="Picture 5" descr="typewriter.jpg"/>
          <p:cNvPicPr>
            <a:picLocks noChangeAspect="1"/>
          </p:cNvPicPr>
          <p:nvPr/>
        </p:nvPicPr>
        <p:blipFill>
          <a:blip r:embed="rId2"/>
          <a:srcRect l="5860" r="5860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typewriter.jpg）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159715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9570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三典型：写空/乱序/太抒情。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078480"/>
            <a:ext cx="10911535" cy="159715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18820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627120"/>
            <a:ext cx="9997135" cy="9570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修改：补特征/定顺序/转事实。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4785360"/>
            <a:ext cx="10911535" cy="159715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489508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5334000"/>
            <a:ext cx="9997135" cy="9570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好标准：特征具体+顺序清+语准平。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1 回顾三标准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2 讲评典型A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3 讲评典型B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4 讲评典型C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5 现场改稿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4864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04672" y="56509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57058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55961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6 终稿互签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补特征。原因：空泛，需提问。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定顺序。原因：乱，需提纲。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转事实。原因：抒情，需换数据。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┌── 知识文讲评 ──┐
│ 【三标准】 │
│ 特征具体 │
│ 顺序清晰 │
│ 语言准平 │
│ │
│ A:补特征 │
│ B:定顺序 │
│ C:转事实 │
│ │
│ 改三方向: │
│ 具/序/实 │
└────────────────┘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提交终稿（改后）+互签评语。2. 写50字自评：我改了什么、为什么。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【提高作业】在终稿加一处数据或比喻，使表达更通俗/有力。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本单元主题：实用性阅读与交流（知识性读物）。把今天学到的方法带进下一篇——自己读、自己想、自己写。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