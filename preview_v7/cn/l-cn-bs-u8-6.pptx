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第8单元 词语积累与词语解释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词语的文化意蕴——成语与熟语中的文化观念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文化意蕴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学习任务群：语言积累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语言能力：从成语/熟语中读出文化意蕴（如温良恭俭让、布衣、折桂），举例说明。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文化意识：理解词语是文化的载体，体会汉语承载的中华价值与观念。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思维品质：通过「词→观念」溯源，培养文化解码思维。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学习能力：掌握「由词见文化」的语言积累高阶法。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探词语中的文化意蕴：成语熟语藏着古人的价值与观念——如「温良恭俭让」显儒家修养，「一元复始」显循环时间观，「布衣」「巾帼」显服饰代称文化，「折桂」「及第」显科举文化。透过词语看文化，是语言积累的高阶目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修养观：温良恭俭让（儒家）。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称谓文化：布衣(平民)/巾帼(女)/须眉(男)。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科举文化：折桂/及第/金榜。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时间观：一元复始（循环）。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修养与称谓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科举与时间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联今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讨论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观念提炼。原因：学生见词不见观念，需示范「词→念」。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称谓代称。原因：布衣等代称陌生，需解。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文化联结。原因：积累与文化脱节，需桥接。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词语文化意蕴 ──┐
│ 词载文化 │
│ │
│ 修养观: │
│ 温良恭俭让(儒) │
│ │
│ 称谓: │
│ 布衣=平民 │
│ 巾帼=女·须眉=男│
│ │
│ 科举:折桂/及第 │
│ 时间:一元复始 │
│ │
│ 今语存古念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解释「布衣」「巾帼」「折桂」的文化意蕴。2. 写一词载文化例（如四海/华夏）。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【提高作业】写150字「我挖到的词语文化」，要求：①举一词；②说它载的观念；③联今语。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本单元主题：词语积累与词语解释。把今天学到的方法带进下一篇——自己读、自己想、自己写。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