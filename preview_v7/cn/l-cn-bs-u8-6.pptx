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第8单元 词语积累与词语解释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词语的文化意蕴——成语与熟语中的文化观念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词语不只是工具，它装着古人的观念。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第6课时 · 文化意蕴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单元：词语积累与词语解释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从成语/熟语中读出文化意蕴（如温良恭俭让、布衣、折桂），举例说明。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理解词语是文化的载体，体会汉语承载的中华价值与观念。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通过「词→观念」溯源，培养文化解码思维。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掌握「由词见文化」的语言积累高阶法。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探词语中的文化意蕴：成语熟语藏着古人的价值与观念——如「温良恭俭让」显儒家修养，「一元复始」显循环时间观，「布衣」「巾帼」显服饰代称文化，「折桂」「及第」显科举文化。透过词语看文化，是语言积累的高阶目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中国孔子网《温良恭俭让》（出处《论语·学而》）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徐州报业《蟾宫折桂：七里文脉上的成才期许》（2026-07-03）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修养观：温良恭俭让（儒家）。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称谓文化：布衣(平民)/巾帼(女)/须眉(男)。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科举文化：折桂/及第/金榜。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时间观：一元复始（循环）。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文化解码法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词→念。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归类法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修养/称谓/科举/时间。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联今法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今语存古念。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讨论法。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观念提炼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破解：学生见词不见观念，需示范「词→念」。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称谓代称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破解：布衣等代称陌生，需解。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文化联结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破解：积累与文化脱节，需桥接。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词载文化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修养观: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温良恭俭让(儒)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称谓: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布衣=平民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巾帼=女·须眉=男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科举:折桂/及第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时间:一元复始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今语存古念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解释「布衣」「巾帼」「折桂」的文化意蕴。2. 写一词载文化例（如四海/华夏）。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写150字「我挖到的词语文化」，要求：①举一词；②说它载的观念；③联今语。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本单元「词语积累与词语解释」：成语和熟语里藏着敬谦、科举、伦理等文化观念，是读懂传统的活化石。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举一个带文化观念的词语，说说它背后的观念。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为什么同一个意思，古人要用这么文雅的说法？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你愿意在作文里用哪类文化词，为什么？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