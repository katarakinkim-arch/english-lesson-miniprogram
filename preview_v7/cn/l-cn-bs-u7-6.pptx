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登泰山记 精读——简净笔法写登山之景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语言能力：梳理登山路线（中谷→天门→日观亭），解释「苍山负雪、明烛天南」等句，朗读有次第。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文化意识：体会桐城派「雅洁」文风与姚鼐于风雪中登临的文人雅趣。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思维品质：通过比较（与赤壁赋繁富对照）认识写景「繁简」两种路数。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学习能力：掌握「抓路线→赏白描→明简净」的游记读法。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登泰山记》是姚鼐（桐城派）游记。记乾隆某冬与友登泰山：交代山势（汶水徂徕如画）、登山路线（中谷→天门）、待日出的艰辛（大风雪）、日出奇观（日正赤如丹、红光动摇承之）、所见（绛皓驳色）。文字简净峭洁，白描取胜，与前面浓墨抒情文形成对照，展现写景另一路数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路线：泰山南麓→中谷→天门→日观亭（空间次第）。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白描：苍山负雪、明烛天南、日正赤如丹（简净如画）。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简净风：桐城派雅洁，不铺排。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白描解码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简净风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路线空间。原因：文言方位词多，需画线。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白描之妙。原因：学生喜浓墨，淡笔读不出；需点明「少即多」。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简净对照。原因：难与赤壁赋比，需给维度。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登泰山记 姚鼐 ──┐
│ 冬登·风雪·雅洁 │
│ │
│ 【路线】 │
│ 南麓→中谷→ │
│ 天门→日观亭 │
│ (空间次第) │
│ │
│ 【白描】 │
│ 苍山负雪 │
│ 明烛天南 │
│ 日赤如丹·红光承│
│ │
│ 简净↔繁富 │
│ (记程↔抒情)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按顺序写出登山路线四站。2. 解释「苍山负雪，明烛天南」的画面意。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【提高作业】写160字「我的一次行走」，要求：①仿白描写一处所见（少形容多画）；②有空间次第；③简净不铺情。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本单元主题：自然情怀。把今天学到的方法带进下一篇——自己读、自己想、自己写。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