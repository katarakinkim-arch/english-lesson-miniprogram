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语文 · 必修上册 · 第7单元 自然情怀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登泰山记 精读——简净笔法写登山之景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风雪除夕，简净数笔——桐城派用白描画出一座泰山。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第6课时 · 课文精读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科目：语文　册次：必修上册　单元：自然情怀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梳理登山路线（中谷→天门→日观亭），解释「苍山负雪、明烛天南」等句，朗读有次第。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体会桐城派「雅洁」文风与姚鼐于风雪中登临的文人雅趣。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通过比较（与赤壁赋繁富对照）认识写景「繁简」两种路数。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掌握「抓路线→赏白描→明简净」的游记读法。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登泰山记》是姚鼐（桐城派）游记。记乾隆某冬与友登泰山：交代山势（汶水徂徕如画）、登山路线（中谷→天门）、待日出的艰辛（大风雪）、日出奇观（日正赤如丹、红光动摇承之）、所见（绛皓驳色）。文字简净峭洁，白描取胜，与前面浓墨抒情文形成对照，展现写景另一路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姚鼐《登泰山记》（桐城派，「雅洁」文风）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李燕《情景交融，古今同一》（教学论文，析《登泰山记》白描）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路线：泰山南麓→中谷→天门→日观亭（空间次第）。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白描：苍山负雪、明烛天南、日正赤如丹（简净如画）。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简净风：桐城派雅洁，不铺排。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路线图示法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画登山线。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白描赏读法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逐句解画。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比较法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与赤壁赋繁简对照。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诵读法。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路线空间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破解：文言方位词多，需画线。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白描之妙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破解：学生喜浓墨，淡笔读不出；需点明「少即多」。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简净对照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破解：难与赤壁赋比，需给维度。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冬登·风雪·雅洁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【路线】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南麓→中谷→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天门→日观亭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(空间次第)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【白描】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苍山负雪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明烛天南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日赤如丹·红光承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简净↔繁富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(记程↔抒情)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按顺序写出登山路线四站。2. 解释「苍山负雪，明烛天南」的画面意。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写160字「我的一次行走」，要求：①仿白描写一处所见（少形容多画）；②有空间次第；③简净不铺情。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本单元「自然情怀」：姚鼐以雅洁白描记登山次第，与浓墨抒情的写法对照成趣。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「苍山负雪，明烛天南」八个字，你眼前浮现怎样的画面？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写景时，简净与繁富两种路数，你更想学哪一种？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试着用白描写一处你见过的风景，少形容、多画意。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