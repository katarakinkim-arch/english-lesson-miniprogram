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第1单元 中华传统文化经典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庖丁解牛 精读——庄子「道进乎技」与养生之理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学习任务群：思辨性阅读与表达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语言能力：解释「天理、肯綮、批郤、导窾」等词，说出庖丁「以神遇不以目视」的境界。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文化意识：理解庄子「依乎天理、由技入道」的生命智慧与「养生主」的处世寄托。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思维品质：通过分析「技→道」的升华，培养由具体到抽象的寓意思维。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学习能力：掌握「抓寓言→解码寄托→明道体」的道家读法。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庖丁解牛》出自《庄子·养生主》。庖丁解牛「以神遇不以目视」，依乎天理、批大卻导大窾，十九年刀若新发；文惠君悟「得养生焉」。庄子借技艺说「道」——顺物之理、避其肯綮，由技入道，喻养生（处世间避冲突、全其身）。是道家生命智慧范本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技境：以神遇不以目视，依乎天理。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道升：批郤导窾、避肯綮，游刃有余。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寄托：养生主——顺理避戾，全生处世。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解牛之理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技→道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养生寄托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联今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词义。原因：天理/肯綮僻，需随文。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技→道。原因：学生停故事，需点升华。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养生隐喻。原因：易当养身，需解为处世。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庖丁解牛·庄 ──┐
│ 以神遇不以目视 │
│ │
│ 解牛之理: │
│ 依天理·批郤 │
│ 导窾·避肯綮 │
│ │
│ 技→道: │
│ 顺理避戾 │
│ 游刃有余 │
│ │
│ 养生=处世: │
│ 顺空隙·全身远祸│
│ │
│ 今:游刃有余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解释「天理、肯綮、批郤、导窾」。2. 说「以神遇不以目视」的境界。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【提高作业】写150字「我的游刃有余」，要求：①借解牛理说一处处事；②用顺理避戾；③联自身。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本单元主题：中华传统文化经典。把今天学到的方法带进下一篇——自己读、自己想、自己写。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