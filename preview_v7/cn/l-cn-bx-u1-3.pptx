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第1单元《中华传统文化经典》· 第3课时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庖丁解牛 精读——庄子「道进乎技」与养生之理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把读到的经典，变成自己的眼光与方法。</a:t>
            </a:r>
          </a:p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解释「天理、肯綮、批郤、导窾」等词，说出庖丁「以神遇不以目视」的境界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理解庄子「依乎天理、由技入道」的生命智慧与「养生主」的处世寄托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通过分析「技→道」的升华，培养由具体到抽象的寓意思维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掌握「抓寓言→解码寄托→明道体」的道家读法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《庖丁解牛》出自《庄子·养生主》。庖丁解牛「以神遇不以目视」，依乎天理、批大卻导大窾，十九年刀若新发。文惠君悟「得养生焉」。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本单元《中华传统文化经典》：整本书阅读与研讨 / 中华传统文化经典。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1. 人民号（人民日报客户端）：《庄子》庖丁解牛的故事中隐藏着养生秘笈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2. 重庆社科联：《庖丁解牛》——〈庄子·养生主〉的人生智慧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技境：以神遇不以目视，依乎天理。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道升：批郤导窾、避肯綮，游刃有余。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寄托：养生主——顺理避戾，全生处世。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① 故事复述法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363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词义图解法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723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批郤导窾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③ 寓意解码法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技→道→养生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011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④ 联今法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词义。原因：天理/肯綮僻，需随文。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技→道。原因：学生停故事，需点升华。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养生隐喻。原因：易当养身，需解为处世。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庖丁解牛·庄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以神遇不以目视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解牛之理: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依天理·批郤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导窾·避肯綮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技→道: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顺理避戾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游刃有余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养生=处世: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顺空隙·全身远祸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今:游刃有余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解释「天理、肯綮、批郤、导窾」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说「以神遇不以目视」的境界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写150字「我的游刃有余」，要求：①借解牛理说一处处事；②用顺理避戾；③联自身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回望《中华传统文化经典》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本课要点回顾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技境：以神遇不以目视，依乎天理。；② 道升：批郤导窾、避肯綮，游刃有余。；③ 寄托：养生主——顺理避戾，全生处世。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84048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哪一个概念或人物最触动你？用一句话写下来。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274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1772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把本课学到的方法，套用到下一篇阅读或写作里，会怎样？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04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9496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用三个词概括你对本单元的新认识。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