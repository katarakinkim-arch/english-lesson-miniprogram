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第8单元 词语积累与词语解释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词义探究——本义·引申义·比喻义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一个词有三副面孔：本义、引申义、比喻义，莫望文生义。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第2课时 · 词义探究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单元：词语积累与词语解释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区分词的本义/引申义/比喻义，举例说明（如兵、包袱），避免望文生义。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理解汉语词义「由具体到抽象」的引申规律与文化心理。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通过梳理引申路径，培养词义演变的逻辑思维。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掌握「溯源本义→理引申→辨比喻」的解词法。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探词义三层：本义（最初义，如「兵」=兵器）、引申义（由本义延伸，如「兵」→士兵→军事）、比喻义（借甲喻乙固定化，如「包袱」喻负担）。掌握三层能精准解词、避免望文生义，是词语解释的核心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王力《汉语史稿》：词义演变（本义 / 引申义 / 比喻义）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中国社会科学院语言研究所《现代汉语词典》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本义：最初具体义（兵=兵器）。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引申义：由本义延伸（兵→士兵→军事）。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比喻义：借喻固化（包袱=负担）。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溯源法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查本义。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路径图法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引申链。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本义vs比喻义。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警示法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望文生义例。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引申路径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破解：学生只见现代义，需还原延伸链。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比喻义固化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破解：易当本义，需点明「借喻成词」。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望文生义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破解：按字面猜，需警示。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本义:最初具体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兵=兵器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引申:相关延伸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兵:器→人→事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比喻:借喻固化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包袱=负担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桥梁=中介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警示: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不刊之论≠不登报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解词三步: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本→引→喻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解释本义/引申义/比喻义。2. 写出「兵」「包袱」的本义与引申/比喻义。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写150字辨析「望文生义」的一词（如首当其冲/万人空巷），要求：①给本义；②说今误用；③给正解。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本单元「词语积累与词语解释」：溯源本义、理清引申、辨明比喻，是准确解词的三步法。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遇到熟词，你会先查本义，还是直接按今义理解？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「不刊之论」为什么不能望文生义？你还能举出别的吗？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写作选词前，先想清楚它的本义和比喻义，会有什么不同？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