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第8单元 词语积累与词语解释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词义探究——本义·引申义·比喻义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词义探究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学习任务群：语言积累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语言能力：区分词的本义/引申义/比喻义，举例说明（如兵、包袱），避免望文生义。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文化意识：理解汉语词义「由具体到抽象」的引申规律与文化心理。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思维品质：通过梳理引申路径，培养词义演变的逻辑思维。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学习能力：掌握「溯源本义→理引申→辨比喻」的解词法。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探词义三层：本义（最初义，如「兵」=兵器）、引申义（由本义延伸，如「兵」→士兵→军事）、比喻义（借甲喻乙固定化，如「包袱」喻负担）。掌握三层能精准解词、避免望文生义，是词语解释的核心能力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本义：最初具体义（兵=兵器）。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引申义：由本义延伸（兵→士兵→军事）。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比喻义：借喻固化（包袱=负担）。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引申链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比喻义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望文生义警示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解词三步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引申路径。原因：学生只见现代义，需还原延伸链。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比喻义固化。原因：易当本义，需点明「借喻成词」。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望文生义。原因：按字面猜，需警示。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词义三层 ──┐
│ 本义:最初具体 │
│ 兵=兵器 │
│ │
│ 引申:相关延伸 │
│ 兵:器→人→事 │
│ │
│ 比喻:借喻固化 │
│ 包袱=负担 │
│ 桥梁=中介 │
│ │
│ 警示: │
│ 不刊之论≠不登报│
│ │
│ 解词三步: │
│ 本→引→喻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解释本义/引申义/比喻义。2. 写出「兵」「包袱」的本义与引申/比喻义。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【提高作业】写150字辨析「望文生义」的一词（如首当其冲/万人空巷），要求：①给本义；②说今误用；③给正解。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本单元主题：词语积累与词语解释。把今天学到的方法带进下一篇——自己读、自己想、自己写。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