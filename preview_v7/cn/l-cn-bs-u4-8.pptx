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第4单元 家乡文化生活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单元活动——「家乡文化」分享会与成果展示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单元活动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学习任务群：当代文化参与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语言能力：能清晰分享本组一项成果（风物志/报告/倡议），做到有条理、有重点。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文化意识：在分享中感受家乡文化的丰富与可参与性，强化文化主人翁意识。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思维品质：填单元反思单，梳理「调查—撰写—倡议」路径，培养元认知。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学习能力：整合三类实践成果为单元学习产出。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四单元收官，举办「家乡文化」分享会，整合三活动成果：风物志宣读、调查报告分享、倡议书张贴。含三环节：①成果展（卡片墙+倡议书张贴）；②代表分享（每组3分钟）；③单元反思单（回顾「调查—撰写—倡议」路径，体会文化参与）。这是实践单元的总结与元认知课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成果展：风物卡/口述卡贴墙，倡议书张贴。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代表分享：每组3分钟，讲清「我们做了什么、发现了什么、倡议什么」。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反思单：回顾路径——调查(方法)→撰写(成文)→倡议(行动)。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布置成果展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代表分享（上）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参观互评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反思单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分享条理。原因：学生易念稿无重点，需给「三句话框架」。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参与感深化。原因：部分觉得「写完了事」，需点明行动延续。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反思深度。原因：习惯空话，需具体提示。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家乡文化分享会 ──┐
│ 成果展:卡墙+倡议 │
│ │
│ 【三句话框架】 │
│ 做了/发现了/ │
│ 倡议了 │
│ │
│ 【单元路径】 │
│ 调查(方法)→ │
│ 撰写(成文)→ │
│ 倡议(行动) │
│ │
│ 【反思三问】 │
│ ①我学会了__ │
│ ②我需提升__ │
│ ③我的疑问__ │
│ │
│ 看→写→做 │
│ 文化在行动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提交单元反思单（三行完整）。2. 把本组最满意的成果（风物志/报告/倡议其一）誊清归档。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【提高作业】写150字「单元总结」，要求：①点明本单元最重要的一个能力；②举一次实践说明；③说一个想继续做的家乡文化行动。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本单元主题：家乡文化生活。把今天学到的方法带进下一篇——自己读、自己想、自己写。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