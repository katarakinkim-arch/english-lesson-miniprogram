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必修上册 · 第4单元 家乡文化生活 · 第8课时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单元活动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「家乡文化」分享会与成果展示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把调查、写作和倡议串起来，为家乡做一件实在的事。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共 9 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6712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能清晰分享本组一项成果（风物志/报告/倡议），做到有条理、有重点。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9659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16712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74320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在分享中感受家乡文化的丰富与可参与性，强化文化主人翁意识。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062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0740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98348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填单元反思单，梳理「调查—撰写—倡议」路径，培养元认知。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42062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3047" y="440740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498348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整合三类实践成果为单元学习产出。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从教材到课堂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四单元收官，举办「家乡文化」分享会，整合三活动成果：风物志宣读、调查报告分享、倡议书张贴。含三环节：①成果展（卡片墙+倡议书张贴）；②代表分享（每组3分钟）；③单元反思单（回顾「调查—撰写—倡议」路径，体会文化参与）。这是实践单元的总结与元认知课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74520"/>
            <a:ext cx="5227167" cy="2788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011680"/>
            <a:ext cx="46785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来源：人教版《语文》必修上册教学参考书（第四单元活动）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来源：21世纪教育网《必修上第四单元大单元教学设计》（成果展示）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484632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成果展：风物卡/口述卡贴墙，倡议书张贴。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01168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代表分享：每组3分钟，讲清「我们做了什么、发现了什么、倡议什么」。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01168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反思单：回顾路径——调查(方法)→撰写(成文)→倡议(行动)。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391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成果展览法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039112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卡片墙+张贴。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44368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3145536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18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0632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分享工作坊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063240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三句话框架。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68496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16966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4281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08736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反思单法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087368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结构化元认知。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92624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8" y="519379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26694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111496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总结法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111496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点明文化参与意义。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分享条理。原因：你易念稿无重点，需给「三句话框架」。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44368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3145536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18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054096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参与感深化。原因：部分觉得「写完了事」，需点明行动延续。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68496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416966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24281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078224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反思深度。原因：习惯空话，需具体提示。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家乡文化分享会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911535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10271455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家乡文化分享会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成果展:卡墙+倡议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【三句话框架】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做了/发现了/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倡议了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【单元路径】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调查(方法)→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撰写(成文)→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倡议(行动)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【反思三问】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①我学会了__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②我需提升__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③我的疑问__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看→写→做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文化在行动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分层任务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4724247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提交单元反思单（三行完整）。2. 把本组最满意的成果（风物志/报告/倡议其一）誊清归档。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01168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01168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1031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788920"/>
            <a:ext cx="4724247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写150字「单元总结」，要求：①点明本单元最重要的一个能力；②举一次实践说明；③说一个想继续做的家乡文化行动。
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回到「家乡文化生活」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要点回望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成果展：风物卡/口述卡贴墙，倡议书张贴。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代表分享：每组3分钟，讲清「我们做了什么、发现了什么、倡议什么」。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反思单：回顾路径——调查(方法)→撰写(成文)→倡议(行动)。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965960"/>
            <a:ext cx="5227167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98767" y="2240280"/>
            <a:ext cx="54864" cy="3302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1647" y="2286000"/>
            <a:ext cx="44956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反思引导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1647" y="2834640"/>
            <a:ext cx="449564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这次“看→写→做”，你为家乡做的一件小事是什么？还能继续做什么？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