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第7单元 自然情怀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赤壁赋 精读——水月之哲与旷达心胸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贬谪夜游，主客问答——在江山风月里，把悲愁读成旷达。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第5课时 · 课文精读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册次：必修上册　单元：自然情怀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朗读背诵名段，解释「须臾、冯虚、共适」等词，说出主客问答的论理结构。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理解苏轼在贬谪中以江山风月安顿、化悲为旷达的生命智慧。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通过分析「变与不变」「物各有主」，培养辩证与知足思维。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掌握「抓主客→明水月喻→悟旷达」的赋体读法。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赤壁赋》是苏轼被贬黄州后夜游赤壁之作。主客问答结构：客悲（哀吾生须臾、羡长江无穷），苏子以「水月之喻」解之——逝者如斯而未尝往，盈虚者如彼而卒莫消长（变与不变），且物各有主、共适江上清风明月（知足）。由悲转喜，尽显豁达。景（清风明月）、理（变不变）、情（旷达）交融，是文言写景说理巅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苏轼《赤壁赋》（统编教材必修上册课文）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人民教育出版社《语文·必修上册》第七单元导语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主客问答：客悲（须臾羡长江）／苏解（变不变、物各有主）。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水月之喻：逝者如斯未尝往，盈虚卒莫消长（变中有不变）。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旷达：共适清风明月，知足常乐。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诵读法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范读→背名段。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结构图示法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主客问答框。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比喻解码法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水月喻变不变。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语境释义法。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变不变之辩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破解：辩证抽象，需用例（水逝而存）。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主客结构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破解：易当两人，需点明自问自答。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文言词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破解：词僻，需随文释义。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贬谪→夜游→赋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【主客问答】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客悲:须臾/羡长江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苏解:水月喻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水月之喻: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变(逝/盈虚)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↔不变(未尝往/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莫消长)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旷达: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物各有主→共适风月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(知足)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背诵「逝者如斯……而吾与子之所共适」段。2. 解释：①须臾 ②冯虚御风 ③共适。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写160字「我的变与不变」，要求：①借苏轼辩证说一自身困扰；②用「变中有不变」思路；③落到珍惜当下。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本单元「自然情怀」：苏轼以「水月之喻」化解悲愁，由变与不变走向知足旷达。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客之所悲与苏子之解，你更认同哪一种心境？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「变中有不变」能不能安慰你的一次烦恼？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用「抓主客→明水月喻→悟旷达」的思路，重读一段古文。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