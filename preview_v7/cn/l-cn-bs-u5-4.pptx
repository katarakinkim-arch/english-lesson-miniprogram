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语文 · 必修上册 · 第5单元 乡土中国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37215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精读——礼治秩序与无讼（乡土的治理逻辑）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3721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乡土靠礼，也靠理；读懂它，才懂今日之治。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6144768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81344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第4课时 · 精读 · 学生课堂版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科目：语文　册次：必修上册　单元：乡土中国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109728" cy="8686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解释「礼治秩序」（礼vs法、教化服膺）与「无讼」（厌讼/调解），说清礼治的适用条件与局限。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18688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18688"/>
            <a:ext cx="109728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18688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理解传统「礼治」作为秩序方式的合理性与现代转型的必要性。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42816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242816"/>
            <a:ext cx="109728" cy="868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242816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通过分析「适用于静止社会」，培养条件化、辩证评价思维。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66944"/>
            <a:ext cx="10911535" cy="868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266944"/>
            <a:ext cx="109728" cy="86868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266944"/>
            <a:ext cx="104543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　</a:t>
            </a: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用概念卡+适用条件图读概念。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「礼治秩序」篇：乡土社会靠「礼」维持秩序而非「法」——礼是经教化形成的主动服膺（非强制），适用于不流动的熟人社会。「无讼」篇：理想是「无讼」（不打官司），因诉讼破坏伦常和谐；调解（评理）优于审判。礼治有效于静止社会，现代变迁则显局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828800"/>
            <a:ext cx="5227167" cy="40233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01168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560320"/>
            <a:ext cx="467852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中央党校《在乡村振兴中重建社区治理共同体》（礼治·无讼·调解）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安徽检察《乡土中国·无讼》（费孝通田野调查）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98767" y="4343400"/>
            <a:ext cx="4678527" cy="127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98767" y="4480560"/>
            <a:ext cx="46785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本课件未使用无关配图，画面以学科色块呈现。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礼治：礼（教化形成的主动服膺）≠法（强制），适不流动熟人社会。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无讼：厌讼、重调解评理，维护伦常和谐。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局限：静止社会有效，现代流动社会显不足。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对比法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礼vs法。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23995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3995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0923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条件法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0923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适用前提。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3319" y="2359152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47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辩证法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合理+局限。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62643" y="2359152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643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571" y="2359152"/>
            <a:ext cx="153916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联今法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571" y="2852928"/>
            <a:ext cx="1539163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调解文化。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393338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礼≠法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B23A2A"/>
                </a:solidFill>
                <a:latin typeface="楷体"/>
                <a:ea typeface="楷体"/>
                <a:cs typeface="楷体"/>
              </a:rPr>
              <a:t>破解：学生混，需点明「服膺vs强制」。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9178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无讼代价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E7D6B"/>
                </a:solidFill>
                <a:latin typeface="楷体"/>
                <a:ea typeface="楷体"/>
                <a:cs typeface="楷体"/>
              </a:rPr>
              <a:t>破解：易美化，需说伦理压抑面。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8276" y="2194560"/>
            <a:ext cx="3393338" cy="54864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8276" y="2304288"/>
            <a:ext cx="33933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难点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2596" y="2971800"/>
            <a:ext cx="284469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适用条件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破解：易绝对化，需「静止社会」前提。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4297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28016" cy="42976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礼(服膺)↔法(强制)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无讼: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厌讼·重调解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(护伦常·个体忍)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适用条件: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不流动·熟人·静止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今: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法治为主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调解为辅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解释「礼治秩序」并说礼与法的根本区别。2. 写「无讼」概念卡（定义+原文+我的例）。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写160字「礼治的适用与局限」，要求：①说适用条件；②说一处局限；③联今（调解文化）。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单元回望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11535" cy="13716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本单元「乡土中国」：乡土靠礼俗与调解维持秩序，“无讼”不是没纠纷，而是把事化在礼中。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7472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3666744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216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47472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你家乡解决矛盾，靠讲理还是靠调解？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3484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4626864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43484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今天打官司和过去“无讼”，各有什么利弊？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94960"/>
            <a:ext cx="10911535" cy="84124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5586984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41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5394960"/>
            <a:ext cx="990569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礼治在今天还有哪些痕迹？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