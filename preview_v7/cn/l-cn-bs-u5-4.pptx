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第5单元 乡土中国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精读——礼治秩序与无讼（乡土的治理逻辑）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精读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学习任务群：整本书阅读与研讨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语言能力：解释「礼治秩序」（礼vs法、教化服膺）与「无讼」（厌讼/调解），说清礼治的适用条件与局限。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文化意识：理解传统「礼治」作为秩序方式的合理性与现代转型的必要性。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思维品质：通过分析「适用于静止社会」，培养条件化、辩证评价思维。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学习能力：用概念卡+适用条件图读概念。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「礼治秩序」篇：乡土社会靠「礼」维持秩序而非「法」——礼是经教化形成的主动服膺（非强制），适用于不流动的熟人社会。「无讼」篇：理想是「无讼」（不打官司），因诉讼破坏伦常和谐；调解（评理）优于审判。礼治有效于静止社会，现代变迁则显局限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礼治：礼（教化形成的主动服膺）≠法（强制），适不流动熟人社会。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无讼：厌讼、重调解评理，维护伦常和谐。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局限：静止社会有效，现代流动社会显不足。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无讼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适用条件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局限与今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概念卡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礼≠法。原因：学生混，需点明「服膺vs强制」。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无讼代价。原因：易美化，需说伦理压抑面。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适用条件。原因：易绝对化，需「静止社会」前提。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礼治·无讼 ──┐
│ 礼(服膺)↔法(强制)│
│ │
│ 无讼: │
│ 厌讼·重调解 │
│ (护伦常·个体忍)│
│ │
│ 适用条件: │
│ 不流动·熟人·静止│
│ │
│ 今: │
│ 法治为主 │
│ 调解为辅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解释「礼治秩序」并说礼与法的根本区别。2. 写「无讼」概念卡（定义+原文+我的例）。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【提高作业】写160字「礼治的适用与局限」，要求：①说适用条件；②说一处局限；③联今（调解文化）。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本单元主题：乡土中国。把今天学到的方法带进下一篇——自己读、自己想、自己写。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