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第4单元 家乡文化生活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单元导入——家乡文化面面观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单元导入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学习任务群：当代文化参与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语言能力：能用自己的话概括「家乡文化」的构成（风物/习俗/人物/故事/当下生活），并列举本地3例。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文化意识：认识家乡文化是中华文化的具体承载，培养对本土文化的认同感与参与意识。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思维品质：通过「文化现象→文化价值」的追问，培养从现象看本质的思维。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学习能力：了解本单元三类活动（记录风物/参与社团/撰写倡议），建立实践规划意识。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为「当代文化参与」学习任务群，是高中语文首个综合实践活动单元。教材以「家乡文化生活」为主题，引导学生关注身边的文化现象，通过调查、访谈、整理、倡议等方式参与家乡文化建设。第一课为单元导入，明确「家乡文化」的内涵（风物、习俗、人物、故事、当下文化生活），建立调查意识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家乡文化五要素：风物（建筑/饮食/物产）、习俗（节庆/礼仪）、人物（乡贤/匠人）、故事（传说/史事）、当下生活（文娱/非遗）。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参与方式三路径：记录（风物志）、参与（文化社团）、建设（倡议书）。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调查意识：用「眼（观察）耳（访谈）手（记录）」走近家乡。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文化五要素归类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范例引路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三活动任务发布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调查伦理+分组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文化概念具体化。原因：学生易空谈「文化博大精深」，需落到可触的本地事例。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从「看」到「参与」。原因：学生习惯旁观，需提示「参与」是小行动（一次采访、一份倡议）。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调查伦理。原因：访谈需尊重对象、保护隐私，需事先提醒。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家乡文化生活·导入 ──┐
│ 家乡文化 │
│ 风物 习俗 人物 │
│ 故事 当下生活 │
│ (老树)(舞龙)(匠人) │
│ (传说)(村晚) │
│ │
│ 【好作品三要素】 │
│ 观察+采访+行动 │
│ │
│ 【三活动】 │
│ ①记风物(风物志) │
│ ②参社团(志愿/采访) │
│ ③写倡议(建设) │
│ │
│ 【调查伦理】 │
│ 知情同意·隐私·真实 │
└──────────────────────┘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用「家乡文化五要素」框架，列举你家乡至少各1例（共5例）。2. 确定本组活动任务并写一句话目标。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【提高作业】写200字「我的家乡文化发现计划」，说明：①想记录/参与什么；②打算怎么获得素材（访谈谁/观察什么）；③预期成果形式。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本单元主题：家乡文化生活。把今天学到的方法带进下一篇——自己读、自己想、自己写。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