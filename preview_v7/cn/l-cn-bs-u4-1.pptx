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必修上册 · 第4单元 家乡文化生活 · 第1课时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单元导入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家乡文化面面观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家乡不只有远方，更有身边值得记录的人、物与故事。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共 9 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能用自己的话概括「家乡文化」的构成（风物/习俗/人物/故事/当下生活），并列举本地3例。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9659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16712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74320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认识家乡文化是中华文化的具体承载，培养对本土文化的认同感与参与意识。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0740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通过「文化现象→文化价值」的追问，培养从现象看本质的思维。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42062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047" y="4407408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4983480"/>
            <a:ext cx="47242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了解本单元三类活动（记录风物/参与社团/撰写倡议），建立实践规划意识。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从教材到课堂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227167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为「当代文化参与」学习任务群，是高中语文首个综合实践活动单元。教材以「家乡文化生活」为主题，引导你关注身边的文化现象，通过调查、访谈、整理、倡议等方式参与家乡文化建设。第一课为单元导入，明确「家乡文化」的内涵（风物、习俗、人物、故事、当下文化生活），建立调查意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874520"/>
            <a:ext cx="5227167" cy="2788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01168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67852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来源：人教版《语文》必修上册教学参考书（第四单元目标与编写意图）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来源：21世纪教育网《必修上第四单元大单元教学设计》（当代文化参与）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484632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本课要点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家乡文化五要素：风物（建筑/饮食/物产）、习俗（节庆/礼仪）、人物（乡贤/匠人）、故事（传说/史事）、当下生活（文娱/非遗）。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01168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01168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10312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7432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参与方式三路径：记录（风物志）、参与（文化社团）、建设（倡议书）。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01168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01168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10312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7432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调查意识：用「眼（观察）耳（访谈）手（记录）」走近家乡。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12140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3911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头脑风暴法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039112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列举家乡文化现象，归类成五要素。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44368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3145536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218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632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案例法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063240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展示外地你「家乡风物志」范例。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68496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16966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2428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8736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任务驱动法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087368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发布本单元三大活动任务。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92624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519379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2669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11496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地图法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111496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用本地地图标注文化点，可视化。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怎么破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12140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29968"/>
            <a:ext cx="98142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文化概念具体化。原因：你易空谈「文化博大精深」，需落到可触的本地事例。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44368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3145536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218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054096"/>
            <a:ext cx="98142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从「看」到「参与」。原因：你习惯旁观，需提示「参与」是小行动（一次采访、一份倡议）。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68496"/>
            <a:ext cx="10911535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16966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2428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78224"/>
            <a:ext cx="98142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调查伦理。原因：访谈需尊重对象、保护隐私，需事先提醒。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家乡文化生活·导入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11535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10271455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家乡文化生活·导入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家乡文化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风物 习俗 人物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故事 当下生活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(老树)(舞龙)(匠人)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(传说)(村晚)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【好作品三要素】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观察+采访+行动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【三活动】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①记风物(风物志)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②参社团(志愿/采访)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③写倡议(建设)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【调查伦理】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知情同意·隐私·真实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724247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用「家乡文化五要素」框架，列举你家乡至少各1例（共5例）。2. 确定本组活动任务并写一句话目标。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01168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01168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10312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788920"/>
            <a:ext cx="4724247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写200字「我的家乡文化发现计划」，说明：①想记录/参与什么；②打算怎么获得素材（访谈谁/观察什么）；③预期成果形式。
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回到「家乡文化生活」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要点回望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家乡文化五要素：风物（建筑/饮食/物产）、习俗（节庆/礼仪）、人物（乡贤/匠人）、故事（传说/史事）、当下生活（文娱/非遗）。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参与方式三路径：记录（风物志）、参与（文化社团）、建设（倡议书）。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调查意识：用「眼（观察）耳（访谈）手（记录）」走近家乡。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965960"/>
            <a:ext cx="5227167" cy="41605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98767" y="2240280"/>
            <a:ext cx="54864" cy="3302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1647" y="2286000"/>
            <a:ext cx="449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反思引导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647" y="2834640"/>
            <a:ext cx="4495647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你的家乡有什么“只有那儿才有”的东西？用五要素框架，它属于哪一类？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