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第5单元 乡土中国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精读——血缘与地缘（乡土的结合与分离）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从血缘到契约，乡土在松动中走向现代。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第5课时 · 精读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单元：乡土中国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解释「血缘」（亲属定地位）与「地缘」（血缘投影→流动脱离），说明地缘脱离血缘催生契约社会的意义。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理解从血缘到地缘的松动是中国社会从乡土走向现代的枢纽。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通过分析「投影→脱离」，培养概念演化与社会变迁思维。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用概念卡+演化图读概念。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血缘」篇：乡土社会以血缘（亲属）定权利社会地位，稳定但有裂痕（如继承不均）。「地缘」篇：地缘是血缘的「投影」（村即族），但当人脱离血缘流动到陌生地（如街坊、商业），地缘脱离血缘，生出「契约社会」——这是乡土向现代转的关键。概念推进到「社会如何松动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光明日报《包路芳：费孝通与〈乡土中国〉》（血缘地缘专节）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费孝通《乡土中国·血缘和地缘》：地缘是契约社会的基础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血缘：亲属关系定权利地位（稳定但有不均）。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地缘：本是血缘投影（村=族）；人流动后地缘脱离血缘（街坊/商）。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意义：脱离催生契约社会（现代）。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投影比喻法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村=族。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演化图法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血缘→地缘脱离。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联今法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城市化/契约。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礼治→契约。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地缘=投影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破解：学生不懂「村即族」，需点明。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脱离意义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破解：抽象，需联流动/契约。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契约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破解：陌生，需解。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血缘:亲属定地位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(稳定·有裂痕)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地缘=血缘投影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村=族(住=亲)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脱离: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流动→地缘脱血缘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→街坊/商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意义:契约社会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(今:合同/租房)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解释「血缘」与「地缘」，说为何地缘是血缘的投影。2. 写「地缘」概念卡（定义+原文+我的例）。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写160字「从血缘到契约」，要求：①说投影；②说脱离触发；③联今（合同/城市）。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本单元「乡土中国」：血缘定身份，地缘定契约；从血缘社会走向地缘社会，是乡土松动的一步。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你的户籍、邻里，是血缘还是地缘在起作用？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为什么现代社会更讲“契约”而非“亲疏”？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从家乡到城市，你感受到这种分离了吗？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