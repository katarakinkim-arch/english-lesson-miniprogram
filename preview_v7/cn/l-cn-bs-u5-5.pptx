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精读——血缘与地缘（乡土的结合与分离）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精读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语言能力：解释「血缘」（亲属定地位）与「地缘」（血缘投影→流动脱离），说明地缘脱离血缘催生契约社会的意义。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文化意识：理解从血缘到地缘的松动是中国社会从乡土走向现代的枢纽。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思维品质：通过分析「投影→脱离」，培养概念演化与社会变迁思维。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学习能力：用概念卡+演化图读概念。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血缘」篇：乡土社会以血缘（亲属）定权利社会地位，稳定但有裂痕（如继承不均）。「地缘」篇：地缘是血缘的「投影」（村即族），但当人脱离血缘流动到陌生地（如街坊、商业），地缘脱离血缘，生出「契约社会」——这是乡土向现代转的关键。概念推进到「社会如何松动」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血缘：亲属关系定权利地位（稳定但有不均）。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地缘：本是血缘投影（村=族）；人流动后地缘脱离血缘（街坊/商）。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意义：脱离催生契约社会（现代）。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地缘是投影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脱离与契约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联今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概念卡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地缘=投影。原因：学生不懂「村即族」，需点明。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脱离意义。原因：抽象，需联流动/契约。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契约。原因：陌生，需解。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血缘与地缘 ──┐
│ 血缘:亲属定地位 │
│ (稳定·有裂痕) │
│ │
│ 地缘=血缘投影 │
│ 村=族(住=亲) │
│ │
│ 脱离: │
│ 流动→地缘脱血缘 │
│ →街坊/商 │
│ │
│ 意义:契约社会 │
│ (今:合同/租房)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解释「血缘」与「地缘」，说为何地缘是血缘的投影。2. 写「地缘」概念卡（定义+原文+我的例）。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【提高作业】写160字「从血缘到契约」，要求：①说投影；②说脱离触发；③联今（合同/城市）。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本单元主题：乡土中国。把今天学到的方法带进下一篇——自己读、自己想、自己写。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