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第5单元 实用性阅读与交流（演说与书信）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谏逐客书 精读——说理服君与铺陈艺术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学习任务群：实用性阅读与交流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语言能力：梳理谏书的论证思路（历史铺陈→当下类比→归谬点君），说出其核心论点。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文化意识：理解李斯「利国」之理与战国士人风采。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思维品质：通过分析铺陈与归谬，培养严密论证思维。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学习能力：掌握「抓论点、理层次、品铺陈」的文言文说理读法。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谏逐客书》是李斯写给秦王嬴政的奏疏，反对逐客令。先以历史（穆公等用客致富强）与当下（珍宝声色皆外来）铺陈，再以「重物轻人」类比归谬，终落脚「统一天下」之大业。逻辑严密、铺陈有力、层次递进，是古代说理文典范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论点：逐客过矣（不利统一）。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层次：历史(用客强)→当下(重物轻人)→归谬(此非跨海内之法)。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艺术：铺陈有力、类比刺君。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论点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层次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铺陈类比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文势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论证链。原因：学生读断，需层次图。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铺陈。原因：易当堆砌，需解作用。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归谬。原因：抽象，需点「重物轻人」刺。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谏逐客书·李 ──┐
│ 说理服君 │
│ │
│ 论点:逐客过矣 │
│ │
│ 三层: │
│ 历史(用客强) │
│ 当下(重物轻人) │
│ 归谬(非跨海内) │
│ │
│ 铺陈=反衬 │
│ 类比刺君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写出谏书核心论点。2. 说出论证的两层（历史/当下）大意。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【提高作业】写150字「我眼中的李斯」，要求：①联论证一处；②说铺陈作用；③不脸谱。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本单元主题：实用性阅读与交流（演说与书信）。把今天学到的方法带进下一篇——自己读、自己想、自己写。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