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必修下册 · 第五单元 · 第四课时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12471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谏逐客书 精读——说理服君与铺陈艺术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429000"/>
            <a:ext cx="12801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一篇奏议，如何说服君王收回成命。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920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实用性阅读与交流（演说与书信）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82813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2813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梳理谏书的论证思路（历史铺陈→当下类比→归谬点君），说出其核心论点。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02137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02137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2283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文化意识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8859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理解李斯「利国」之理与战国士人风采。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21461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21461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思维品质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8183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通过分析铺陈与归谬，培养严密论证思维。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940785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40785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7507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掌握「抓论点、理层次、品铺陈」的文言文说理读法。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背景与权威调研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5227167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《谏逐客书》是李斯写给秦王嬴政的奏疏，反对逐客令。先以历史（穆公等用客致富强）与当下（珍宝声色皆外来）铺陈，再以「重物轻人」类比归谬，终落脚「统一天下」之大业。逻辑严密、铺陈有力、层次递进，是古代说理文典范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24447" y="1783080"/>
            <a:ext cx="5227167" cy="429768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98767" y="196596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8767" y="2514600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来源：司马迁《史记 李斯列传》（《谏逐客书》出处）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来源：人民教育出版社 统编教材必修下第五单元《谏逐客书》课文解说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15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本课件未使用无关配图（学科色块兜底）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重点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450592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论点：逐客过矣（不利统一）。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27778" y="2450592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7778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13578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层次：历史(用客强)→当下(重物轻人)→归谬(此非跨海内之法)。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86876" y="2450592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6876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2676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艺术：铺陈有力、类比刺君。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方法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450592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论证层次图法。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88003" y="2450592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88003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3803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铺陈解码法。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07327" y="2450592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7327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93127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归谬点破法。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326651" y="2450592"/>
            <a:ext cx="548640" cy="54864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651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451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诵读法（文势）。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30936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以上读法 / 写法可迁移到同类知识性文本。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难点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450592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论证链。原因：学生读断，需层次图。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27778" y="2450592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7778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13578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铺陈。原因：易当堆砌，需解作用。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86876" y="2450592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6876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2676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归谬。原因：抽象，需点「重物轻人」刺。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11535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91640"/>
            <a:ext cx="10911535" cy="502920"/>
          </a:xfrm>
          <a:prstGeom prst="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5564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谏逐客书 精读——说理服君与铺陈艺术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31720"/>
            <a:ext cx="1027145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谏逐客书 李 说理服君 论点:逐客过矣 三层: 历史(用客强) 当下(重物轻人) 归谬(非跨海内) 铺陈=反衬 类比刺君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227167" cy="4389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24447" y="1737360"/>
            <a:ext cx="5227167" cy="4389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4678527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写出谏书核心论点。2. 说出论证的两层（历史/当下）大意。
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19202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提高 · 选做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2468880"/>
            <a:ext cx="4678527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【提高作业】写150字「我眼中的李斯」，要求：①联论证一处；②说铺陈作用；③不脸谱。
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围绕单元，做一次反思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10911535" cy="777240"/>
          </a:xfrm>
          <a:prstGeom prst="round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103628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所属单元：第五单元 · 实用性阅读与交流（演说与书信）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00400"/>
            <a:ext cx="3393338" cy="27432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4747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反思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069080"/>
            <a:ext cx="293613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回顾本课，你最能向他人讲清哪一个要点？（如：① 论点：逐客过矣（不利统一）。）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3200400"/>
            <a:ext cx="3393338" cy="27432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7778" y="34747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反思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7778" y="4069080"/>
            <a:ext cx="293613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把本单元几篇课文放在一起，它们共同教给我们怎样的读法？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3200400"/>
            <a:ext cx="3393338" cy="27432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6876" y="34747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反思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6876" y="4069080"/>
            <a:ext cx="293613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能否用今天学到的方法，去读懂一篇课外的知识性文章？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