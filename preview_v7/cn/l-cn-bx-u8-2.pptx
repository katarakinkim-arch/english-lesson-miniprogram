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答司马谏议书 精读——驳论艺术与变法立场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语言能力：说出信的驳论思路（立名实原则→破五罪），解释「名实相符」在文中的作用。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文化意识：理解王安石「为天下理财」的改革担当与遭遇阻力。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思维品质：通过分析驳论结构，培养「先立后破」的思辨思维。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学习能力：掌握「抓原则、理驳点、品犀利」的驳论读法。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《答司马谏议书》是王安石回司马光指责新法的信。先立「名实相符」原则，再逐条驳「侵官、生事、征利、拒谏、致怨」五罪，简明犀利、理直气壮。是古代驳论文典范，与十思疏「立论」形成对照。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原则：名实相符（名与实须合）。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驳五罪：侵官/生事/征利/拒谏/致怨，逐条破。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立场：为天下理财，非私。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原则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驳序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逐破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立场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原则用。原因：易略，需点「标尺」。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驳结构。原因：易乱，需序。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立场。原因：易当意气，需升改革。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答司马·王 ──┐
│ 驳五罪 │
│ │
│ 原则:名实相符 │
│ (标尺) │
│ │
│ 驳五罪: │
│ 侵官/生事/征利 │
│ 拒谏/致怨 │
│ 逐条破(用尺量) │
│ │
│ 立场:为天下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写出文中的驳论原则。2. 说出被驳的「五罪」中任两个。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【提高作业】写150字「我眼中的王安石」，要求：①联驳论一处；②说立场；③不脸谱。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