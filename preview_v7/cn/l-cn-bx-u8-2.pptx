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第8单元 · 思辨性阅读与表达（古代说理文）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答司马谏议书 精读——驳论艺术与变法立场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名实之辨、以守为攻——三百余字回信里的变法立场与驳论锋芒。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第2课时 · 课文精读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说出信的驳论思路（立名实原则→破五罪），解释「名实相符」在文中的作用。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7327" y="225856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687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理解王安石「为天下理财」的改革担当与遭遇阻力。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通过分析驳论结构，培养「先立后破」的思辨思维。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7327" y="463600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掌握「抓原则、理驳点、品犀利」的驳论读法。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课文背景与研读来源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《答司马谏议书》是王安石回司马光指责新法的信。先立「名实相符」原则，再逐条驳「侵官、生事、征利、拒谏、致怨」五罪，简明犀利、理直气壮。是古代驳论文典范，与十思疏「立论」形成对照。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57200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研读来源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来源：可可诗词网《王安石〈答司马谏议书〉》——驳「侵官生事征利拒谏」四罪。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36576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来源：人民教育出版社《必修下册》第八单元——古代说理文思辨性阅读。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446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本课件未使用无关配图（无契合照片，学科色块兜底）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原则：名实相符（名与实须合）。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驳五罪：侵官/生事/征利/拒谏/致怨，逐条破。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6876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6876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立场：为天下理财，非私。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原则标尺法（名实）。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原则标尺法（名实）。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39572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5435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逐条破除法。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5435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逐条破除法。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39572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759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立破关系法。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立破关系法。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39572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083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对比法（与十思）。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083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对比法（与十思）。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学习难点与突破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原则用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突破：易略，需点「标尺」。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驳结构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突破：易乱，需序。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突破：易当意气，需升改革。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答司马·王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驳五罪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原则:名实相符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(标尺)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驳五罪: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侵官/生事/征利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拒谏/致怨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逐条破(用尺量)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立场:为天下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写出文中的驳论原则。2. 说出被驳的「五罪」中任两个。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写150字「我眼中的王安石」，要求：①联驳论一处；②说立场；③不脸谱。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 · 第8单元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73152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3628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思辨性阅读与表达（古代说理文）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我读到了什么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本单元围绕「思辨性阅读与表达（古代说理文）」展开；本课抓住：原则：名实相符（名与实须合）。。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我留下什么疑问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哪一处最想再细读？写下你的一个问题，带着它走向课外阅读。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我怎样去运用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把「原则标尺法（名实）。」用到一部剧或一篇科普的观赏与阅读中。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