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第6单元《文学阅读与写作（小说）》· 第6课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方法指导——学写小说短评（人物·环境·主题）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把「我喜欢」变成「我认为」——学写一篇小说短评。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写一篇小说短评（300字），做到定点明确、引文支撑、结合人物/环境/主题分析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在写作中体会「以文本证观点」的文学批评态度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通过格式约束，培养聚焦与论证思维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掌握短评「定靶+引文+分析+收束」写法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本课为第六单元写作任务，写小说短评（如评祥林嫂/林冲一人物形象，或评某环境作用，300字）。要点：①定靶（评谁/哪点）。②引文（原句支撑）。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本单元《文学阅读与写作（小说）》：文学阅读与写作（小说）/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21世纪教育网《统编版高中语文必修上册「学写文学短评」教案》：定题宜小、引—析—评、叙议结合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王从华《建立文学短评写作学习元素的进阶规划》：「引—析—评」结构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21世纪教育网《第三单元 学写文学短评》：以小见大、叙议结合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定靶：评一形象/一环境/一主题。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引文：原句支撑。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分析：联人物/环境/主题。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靶心法：缩小。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引文示范法。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升格法：感言→评论。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互评法。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定靶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破解：易泛，需缩小。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引文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破解：易空评，需原句。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破解：易表态，需结合。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学写小说评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四步: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靶/文/析/束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定靶要小: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祥林嫂×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看客冷漠√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引文=证据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升格:去我加文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避:感言/复述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据互评改终稿（300字）：定靶+引文+分析+收束。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写一句「我的靶心」。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在短评加一层「主题关联」分析（如联礼教吃人/官逼民反）。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回望《文学阅读与写作（小说）》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好短评 = 定小靶 + 引原句 + 析人物环境主题；去我加文，评论才立。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挑一个人物，写下一句你想评的「靶心」。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用「靶 / 文 / 析」说清短评三步。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三个词概括你眼中的好评论。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