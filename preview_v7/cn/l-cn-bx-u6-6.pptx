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第6单元 文学阅读与写作（小说）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方法指导——学写小说短评（人物·环境·主题）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方法指导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语言能力：写一篇小说短评（300字），做到定点明确、引文支撑、结合人物/环境/主题分析。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文化意识：在写作中体会「以文本证观点」的文学批评态度。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思维品质：通过格式约束，培养聚焦与论证思维。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学习能力：掌握短评「定靶+引文+分析+收束」写法。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六单元写作任务，写小说短评（如评祥林嫂/林冲一人物形象，或评某环境作用，300字）。要点：①定靶（评谁/哪点）；②引文（原句支撑）；③分析（结合人物/环境/主题）；④收束。学生常写成「我喜欢」感言或情节复述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定靶：评一形象/一环境/一主题。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引文：原句支撑。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分析：联人物/环境/主题。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避坑：不写感言/不复述。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四步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定靶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引文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升格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写+互评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定靶。原因：易泛，需缩小。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引文。原因：易空评，需原句。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分析。原因：易表态，需结合。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学写小说评 ──┐
│ 四步: │
│ 靶/文/析/束 │
│ │
│ 定靶要小: │
│ 祥林嫂× │
│ 看客冷漠√ │
│ │
│ 引文=证据 │
│ 升格:去我加文 │
│ 避:感言/复述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据互评改终稿（300字）：定靶+引文+分析+收束。2. 写一句「我的靶心」。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【提高作业】在短评加一层「主题关联」分析（如联礼教吃人/官逼民反）。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本单元主题：文学阅读与写作（小说）。把今天学到的方法带进下一篇——自己读、自己想、自己写。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