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第5单元 实用性阅读与交流（演说与书信）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方法指导——学写演讲稿与说理文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方法指导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语言能力：写一篇演讲稿或说理文（300字），做到观点鲜明、层次清晰、语言适配场合。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文化意识：在写作中体会「言说要对人负责」的表达伦理。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思维品质：通过格式约束，培养条理与对象意识。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学习能力：掌握演讲稿/说理文「观点+层次+场合语」写法。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五单元写作任务，二选一：①写演讲稿（面向听众，有称呼、有鼓动、有层次）；②写说理短文（亮观点、列层次、用论据）。要点：观点鲜明、层次清晰、语言适配场合。学生常写成无对象感的议论文或平淡发言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演讲稿：称呼听众+鼓动+层次。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说理文：亮观点+列层次+用论据。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共性：对象感、场合语。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二选一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演讲格式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说理结构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场合语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升格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写+互评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对象感。原因：无称呼，需给。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层次。原因：乱，需提纲。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场合语。原因：不分场合，需适配。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学写演说说理 ──┐
│ 二选一: │
│ 演讲↔说理 │
│ │
│ 演讲格式: │
│ 称呼+钩子+分层 │
│ +鼓动 │
│ │
│ 说理结构: │
│ 观点+层次+论据 │
│ │
│ 场合适配语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据互评改终稿（300字）：演讲稿(称呼+鼓动+分层)或说理文(观点+层次+论据)。2. 写一句「我用的文体+核心」。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【提高作业】若写演讲，加一处更强鼓动句；若写说理，加一层类比论据。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本单元主题：实用性阅读与交流（演说与书信）。把今天学到的方法带进下一篇——自己读、自己想、自己写。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