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第五单元 · 第六课时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方法指导——学写演讲稿与说理文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掌握演讲稿的写法，把道理说得有条理、有力量。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实用性阅读与交流（演说与书信）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写一篇演讲稿或说理文（300字），做到观点鲜明、层次清晰、语言适配场合。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在写作中体会「言说要对人负责」的表达伦理。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通过格式约束，培养条理与对象意识。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掌握演讲稿/说理文「观点+层次+场合语」写法。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五单元写作任务，二选一：①写演讲稿（面向听众，有称呼、有鼓动、有层次）；②写说理短文（亮观点、列层次、用论据）。要点：观点鲜明、层次清晰、语言适配场合。学生常写成无对象感的议论文或平淡发言。</a:t>
            </a:r>
          </a:p>
        </p:txBody>
      </p:sp>
      <p:pic>
        <p:nvPicPr>
          <p:cNvPr id="6" name="Picture 5" descr="mic.jpg"/>
          <p:cNvPicPr>
            <a:picLocks noChangeAspect="1"/>
          </p:cNvPicPr>
          <p:nvPr/>
        </p:nvPicPr>
        <p:blipFill>
          <a:blip r:embed="rId2"/>
          <a:srcRect l="9426" r="9426"/>
          <a:stretch>
            <a:fillRect/>
          </a:stretch>
        </p:blipFill>
        <p:spPr>
          <a:xfrm>
            <a:off x="6324447" y="1783080"/>
            <a:ext cx="5227167" cy="4297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24447" y="1783080"/>
            <a:ext cx="5227167" cy="4297680"/>
          </a:xfrm>
          <a:prstGeom prst="rect">
            <a:avLst/>
          </a:prstGeom>
          <a:solidFill>
            <a:srgbClr val="1C2A33">
              <a:alpha val="55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6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必修下第五单元写作任务「学写演讲稿与说理文」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来源：统编教材用书 实用性阅读与交流（演讲稿写法）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配图：mic.jpg（Wikimedia Commons，自由授权）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演讲稿：称呼听众+鼓动+层次。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说理文：亮观点+列层次+用论据。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共性：对象感、场合语。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格式模板法：称呼/鼓动。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提纲法：观点+层次。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升格示范法。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互评法。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对象感。原因：无称呼，需给。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层次。原因：乱，需提纲。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场合语。原因：不分场合，需适配。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方法指导——学写演讲稿与说理文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学写演说说理 二选一: 演讲 / 说理 演讲格式: 称呼+钩子+分层 +鼓动 说理结构: 观点+层次+论据 场合适配语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据互评改终稿（300字）：演讲稿(称呼+鼓动+分层)或说理文(观点+层次+论据)。2. 写一句「我用的文体+核心」。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【提高作业】若写演讲，加一处更强鼓动句；若写说理，加一层类比论据。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所属单元：第五单元 · 实用性阅读与交流（演说与书信）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演讲稿：称呼听众+鼓动+层次。）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