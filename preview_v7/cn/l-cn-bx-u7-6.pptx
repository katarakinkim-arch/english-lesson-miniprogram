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语文 · 必修下册 · 第7单元 整本书阅读与研讨（红楼梦）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专题研讨——《红楼梦》的悲剧意蕴与女性观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专题研讨  ·  第6课时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学习任务群：整本书阅读与研讨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语言能力：说出《红楼梦》悲剧的多重意蕴（家族/女儿/时代），分析其女性观的进步与局限。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文化意识：理解曹雪芹以悲悯写女儿的文化立场与时代局限。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思维品质：通过多层分析，培养辩证与历史眼光。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学习能力：掌握整本专题「升华研讨」法。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本课深化专题：①悲剧意蕴（家族盛衰+女儿群悲剧+「千红一哭」）；②女性观（曹雪芹以悲悯写女儿，肯定才情却写其被毁，含进步与局限）。是整本书研讨的升华。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悲剧三层：家族盛衰/女儿群毁/时代无常。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7848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1882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2712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女性观：悲悯写女儿、肯才情(进步)但终归「千红一哭」(局限)。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78536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8950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33400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辩证：进步+局限。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三层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女性观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进退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历史眼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小论文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多层悲。原因：易单层，需框架。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女性观。原因：易简化，需辨进退。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历史眼。原因：易全否/全肯，需辩证。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红楼悲剧女性 ──┐
│ 悲剧三重: │
│ 家族/女儿/时代 │
│ │
│ 女性观: │
│ 悲悯写女儿 │
│ 肯才情(进步) │
│ 千红一哭(局限) │
│ │
│ 辩证:进步+局限 │
│ 历史眼光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写出悲剧的三层意蕴（任2）。2. 说曹雪芹女性观的一个进步点。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【提高作业】写200字小论文提纲，要求：①列三层；②点女性观进退；③有自己观点。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本单元主题：整本书阅读与研讨（红楼梦）。把今天学到的方法带进下一篇——自己读、自己想、自己写。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