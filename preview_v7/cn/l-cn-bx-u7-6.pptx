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必修下册 · 第7单元 · 整本书阅读与研讨（红楼梦）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专题研讨——《红楼梦》的悲剧意蕴与女性观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4612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456432"/>
            <a:ext cx="106070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家族盛衰、女儿群毁、时代无常——「千红一哭，万艳同悲」的悲剧交响。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学生课堂版 · 第6课时 · 专题研讨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5272887" cy="2103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258568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1343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7685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说出《红楼梦》悲剧的多重意蕴（家族/女儿/时代），分析其女性观的进步与局限。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2057400"/>
            <a:ext cx="5272887" cy="2103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07327" y="2258568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7327" y="231343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1687" y="227685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288036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理解曹雪芹以悲悯写女儿的文化立场与时代局限。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34840"/>
            <a:ext cx="5272887" cy="2103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4636008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69087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65429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通过多层分析，培养辩证与历史眼光。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8727" y="4434840"/>
            <a:ext cx="5272887" cy="2103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07327" y="4636008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7327" y="469087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1687" y="465429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3047" y="525780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掌握整本专题「升华研讨」法。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课文背景与研读来源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227167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6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本课深化专题：①悲剧意蕴（家族盛衰+女儿群悲剧+「千红一哭」）；②女性观（曹雪芹以悲悯写女儿，肯定才情却写其被毁，含进步与局限）。是整本书研讨的升华。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2011680"/>
            <a:ext cx="5227167" cy="4572000"/>
          </a:xfrm>
          <a:prstGeom prst="roundRect">
            <a:avLst/>
          </a:prstGeom>
          <a:solidFill>
            <a:srgbClr val="1C2A33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2212848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研读来源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743200"/>
            <a:ext cx="467852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来源：叶朗《从美学眼光看〈红楼梦〉》——「有情之天下」被吞噬的悲剧。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3657600"/>
            <a:ext cx="467852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来源：柯岚《命若朝霜：〈红楼梦〉里的法律、社会与女性》——女性群体悲剧。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6446520"/>
            <a:ext cx="52271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本课件未使用无关配图（无契合照片，学科色块兜底）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2936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293613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悲剧三层：家族盛衰/女儿群毁/时代无常。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7778" y="2423160"/>
            <a:ext cx="2936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7778" y="3063240"/>
            <a:ext cx="293613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女性观：悲悯写女儿、肯才情(进步)但终归「千红一哭」(局限)。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6876" y="2423160"/>
            <a:ext cx="2936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6876" y="3063240"/>
            <a:ext cx="293613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辩证：进步+局限。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学习路径与方法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395728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41448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44368"/>
            <a:ext cx="19963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悲剧分层法。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977640"/>
            <a:ext cx="199636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悲剧分层法。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60571" y="2395728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0571" y="2441448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5435" y="2944368"/>
            <a:ext cx="19963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女性观辩证法（进/局）。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5435" y="3977640"/>
            <a:ext cx="199636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女性观辩证法（进/局）。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79895" y="2395728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9895" y="2441448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4759" y="2944368"/>
            <a:ext cx="19963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历史眼光法。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4759" y="3977640"/>
            <a:ext cx="199636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历史眼光法。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99219" y="2395728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9219" y="2441448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54083" y="2944368"/>
            <a:ext cx="19963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小论文支架法。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4083" y="3977640"/>
            <a:ext cx="199636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小论文支架法。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学习难点与突破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02920" cy="5029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450592"/>
            <a:ext cx="2341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多层悲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84469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突破：易单层，需框架。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87168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7858" y="2450592"/>
            <a:ext cx="2341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女性观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00400"/>
            <a:ext cx="284469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突破：易简化，需辨进退。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02920" cy="5029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87168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6956" y="2450592"/>
            <a:ext cx="2341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00400"/>
            <a:ext cx="284469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突破：易全否/全肯，需辩证。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红楼悲剧女性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78608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悲剧三重: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54096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家族/女儿/时代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29584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女性观: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05072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悲悯写女儿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2103120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肯才情(进步)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2578608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千红一哭(局限)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167" y="3054096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辩证:进步+局限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3529584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历史眼光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基础作业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写出悲剧的三层意蕴（任2）。2. 说曹雪芹女性观的一个进步点。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提高作业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写200字小论文提纲，要求：①列三层；②点女性观进退；③有自己观点。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回望 · 第7单元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0911535" cy="731520"/>
          </a:xfrm>
          <a:prstGeom prst="roundRect">
            <a:avLst/>
          </a:prstGeom>
          <a:solidFill>
            <a:srgbClr val="1C2A33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21408"/>
            <a:ext cx="103628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整本书阅读与研讨（红楼梦）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17520"/>
            <a:ext cx="3393338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我读到了什么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40480"/>
            <a:ext cx="2936138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本单元围绕「整本书阅读与研讨（红楼梦）」展开；本课抓住：悲剧三层：家族盛衰/女儿群毁/时代无常。。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3017520"/>
            <a:ext cx="3393338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7778" y="32461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我留下什么疑问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7778" y="3840480"/>
            <a:ext cx="2936138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哪一处最想再细读？写下你的一个问题，带着它走向课外阅读。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3017520"/>
            <a:ext cx="3393338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6876" y="32461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我怎样去运用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6876" y="3840480"/>
            <a:ext cx="2936138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把「悲剧分层法。」用到一部剧或一篇科普的观赏与阅读中。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