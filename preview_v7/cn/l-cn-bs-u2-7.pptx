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ypewriter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必修上 第二单元 · 劳动光荣 · 第七课时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写作讲评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人物通讯的修改与提升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把"评价"改成"画面"——让事件自己说明"好"。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好通讯三标准：真实 · 典型 · 以事写人。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依据讲评反馈修改通讯终稿，做到选材典型、结构清晰、语言简洁、无评价词违规。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在公开讲评中欣赏他人笔下的劳动者形象，涵养尊重普通劳动者的表达态度。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诊断三种典型习作的优缺点，发展评价意识与自我修订能力。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内化"好通讯三标准"（真实·典型·以事写人），能独立评价并修改通讯。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承前启后 · 从写到改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从"写出来"到"改得好"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上一课完成了人物通讯初稿，并做了一轮互评——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本课进入修改提升与公开讲评。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依据课标"实用性阅读与交流"：写作须真实·得体·清晰。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通讯的生命是真实：不添枝加叶、不随意拔高；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改稿不是改对错，而是把"评价"改成"画面"。</a:t>
            </a:r>
          </a:p>
        </p:txBody>
      </p:sp>
      <p:pic>
        <p:nvPicPr>
          <p:cNvPr id="7" name="Picture 6" descr="typewriter.jpg"/>
          <p:cNvPicPr>
            <a:picLocks noChangeAspect="1"/>
          </p:cNvPicPr>
          <p:nvPr/>
        </p:nvPicPr>
        <p:blipFill>
          <a:blip r:embed="rId2"/>
          <a:srcRect t="17200" b="17200"/>
          <a:stretch>
            <a:fillRect/>
          </a:stretch>
        </p:blipFill>
        <p:spPr>
          <a:xfrm>
            <a:off x="6324447" y="1783080"/>
            <a:ext cx="5227167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24447" y="416052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经典打字机（CC BY 4.0）· 写作与修改工具的见证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4572000"/>
            <a:ext cx="5227167" cy="2011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47091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好通讯三标准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521208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真实：实事求是，不虚构、不拔高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典型：事件精当，删掉它形象会变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以事写人：不说"好"，让事实说话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· 三种典型诊断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在"别人的通讯"里看见自己的问题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A｜评价词违规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通篇"伟大·无私·默默奉献"，只有评价、没有事实。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28446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诊断：全是空话标签，读完记不住这个人。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B｜选材不准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971800"/>
            <a:ext cx="284469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门卫的一天写成流水账：穿制服、看学生、传达室吃饭——都是"这一类"的共性。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5120640"/>
            <a:ext cx="28446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诊断：删掉任一句形象都不变 = 不典型。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C｜以事写人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2971800"/>
            <a:ext cx="284469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打饭时张阿姨的手总在抖——一勺红烧肉抖掉两块，又偷偷补上三块。"勺子替她说了。"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5120640"/>
            <a:ext cx="28446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赏析：不说"善良"，借物代言，好自现。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· 修改三方向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换素材 → 调结构 → 改语言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8446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① 换素材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更典型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284469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删掉流水账与共性事件，选 1–2 个体现精神的独有细节。检测尺：删掉它，形象变不变？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498" y="2468880"/>
            <a:ext cx="28446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② 调结构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15468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更清晰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794760"/>
            <a:ext cx="284469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三选一定线索：时间线 / 细节聚焦 / 时间跨度，先搭骨架再落笔。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2596" y="2468880"/>
            <a:ext cx="28446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③ 改语言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596" y="315468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评价→画面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3794760"/>
            <a:ext cx="284469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全文检索评价词，逐句换成具体事件。"伟大"→"亮着灯"，"无私"→"感冒药"。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 · 怎么破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三处容易卡住的地方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评价词自检难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不自觉写出"伟大·无私"。→ 用"全文检索法"逐句排查，圈出所有形容词式评价。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舍不得删素材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"写了就舍不得删"。→ 用检测尺追问：删掉它形象变不变？不变就删。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赏析只会"夸"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评点只说"写得好"。→ 赏析要落到具体词句：好在哪、为什么好。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探究 · 招牌招式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对比修改法 + 约束修改法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27167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① 对比修改法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785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同一句两版对照：原句"她待人特别好，是大家眼里的热心人"；改句"办公室的灯总亮到很晚，抽屉里备着感冒药，谁嗓子哑了就递一盒"。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评价变成了画面，好自现。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97680"/>
            <a:ext cx="5227167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5312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② 约束修改法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46785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终稿通篇不许出现"伟大·无私·奉献"等评价词——用约束逼出以事写人。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写漏了就划掉，换成具体事件。</a:t>
            </a:r>
          </a:p>
        </p:txBody>
      </p:sp>
      <p:pic>
        <p:nvPicPr>
          <p:cNvPr id="12" name="Picture 11" descr="ctype.jpg"/>
          <p:cNvPicPr>
            <a:picLocks noChangeAspect="1"/>
          </p:cNvPicPr>
          <p:nvPr/>
        </p:nvPicPr>
        <p:blipFill>
          <a:blip r:embed="rId2"/>
          <a:srcRect t="23177" b="23177"/>
          <a:stretch>
            <a:fillRect/>
          </a:stretch>
        </p:blipFill>
        <p:spPr>
          <a:xfrm>
            <a:off x="6324447" y="2057400"/>
            <a:ext cx="5227167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4447" y="425196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中文打字机（CC BY-SA 4.0）· "写作"的实物象征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4617719"/>
            <a:ext cx="5227167" cy="1737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4754880"/>
            <a:ext cx="467852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3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穆青（新华社原社长，《焦裕禄》作者）：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"获得细节、处理好细节，是记者综合水平的反映。"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《焦裕禄》以"倚门望雪"的场景烘托人——细节比评价更有力量。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 · 通讯修改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11535" cy="502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105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好通讯三标准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231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真实(不虚构) · 典型(事件精当) · 以事写人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16936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习作A 评价词违规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0837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删评价加事实：伟大→亮着灯，无私→感冒药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02152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习作B 选材不准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9359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删流水账选典型：穿制服→记住每个名字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87368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习作C 以事写人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178808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借物代言：手抖→"勺子替她说了"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72584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640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修改三方向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76402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换素材 · 调结构 · 改语言（评价→画面）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57800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互签量表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3492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真实 | 典型 | 结构 | 语言（四维互评）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 · 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依据讲评修改通讯终稿并誊抄：先全文检索评价词，再核对选材是否典型；文下附 50 字自评（改了什么·为什么改）。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为通讯拟正副标题（主标题有文采 + 副标题点明身份），并注明所选结构：时间线 / 细节聚焦 / 时间跨度。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与同桌互签：写一句具体评语（一处优点 + 一处可改），为下一课单元活动"我身边的劳动者"分享做准备。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66360"/>
            <a:ext cx="10911535" cy="13258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5394960"/>
            <a:ext cx="54864" cy="2794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30352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通讯修改口诀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检索评价词 → 换典型素材 → 改成画面语言。下一课：单元活动"我身边的劳动者"分享与单元总结。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