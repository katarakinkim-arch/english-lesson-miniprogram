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第2单元 劳动光荣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写作实践与讲评——人物通讯修改与提升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语言能力：根据讲评反馈修改人物通讯终稿，做到选材典型、结构清晰、语言简洁、无评价词违规。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文化意识：在公开讲评中学会欣赏他人笔下的劳动者形象，培养尊重普通人的文学表达态度。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思维品质：通过分析3种典型习作的优缺点，培养评价思维与自我修订能力。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学习能力：内化「好通讯三标准」（真实·典型·以事写人），能独立评价和修改通讯。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二单元第七课时，承接第六课时「学写人物通讯」的初稿与互评，进入修改提升与公开讲评环节。讲评选取3种典型习作：①评价词违规型（还在用「伟大无私」等空话）；②选材不准型（事件不典型或流水账）；③以事写人优秀型（细节生动·结构清晰·无评价词）。通过对比讲评，让学生在「看别人的通讯改自己的通讯」中提升写作意识。同时为第八课时单元活动做准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讲评三种典型：评价词违规型 / 选材不准型 / 以事写人优秀型。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修改三方向：换素材（更典型）/调结构（更清晰）/改语言（删评价词加细节）。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好通讯三标准：真实（不虚构）·典型（事件精当）·以事写人（不说好而好自现）。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回顾标准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讲评典型A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讲评典型B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讲评典型C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当场修改示范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终稿修改+互签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「评价词违规」的自我检测。原因：学生不自觉使用「伟大」「无私」等词，需用「全文搜索法」逐句检查。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「删素材」的勇气。原因：学生觉得「写了就舍不得删」，需用「删掉它形象变不变」来引导。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讲评的接受度。原因：被公开讲评的学生可能有压力，需先讲优点再提建议，保护写作热情。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通讯讲评 ──┐
│ 【好通讯三标准】│
│ ①真实(不虚构) │
│ ②典型(事件精当)│
│ ③以事写人 │
│ │
│ 习作A:评价词✗ │
│ →删评价加事实 │
│ 伟大→亮着灯 │
│ 无私→感冒药 │
│ │
│ 习作B:选材✗ │
│ →删流水账选 │
│ 典型 │
│ 穿制服→记名字 │
│ │
│ 习作C:以事写人✓│
│ →赏析 │
│ 手抖→勺子说话 │
│ │
│ 【修改三方向】 │
│ 换素材/调结构/ │
│ 改语言 │
│ (评价→画面)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提交人物通讯终稿（修改后誊抄版），附同桌互签评语。2. 在终稿下方写50字自评：我改了什么、为什么改、改前后效果对比。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【提高作业】为你的通讯配一个新闻标题（主标题+副标题），并在下方写一句话说明你选择的结构类型（时间线/细节聚焦/时间跨度）。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本单元主题：劳动光荣。把今天学到的方法带进下一篇——自己读、自己想、自己写。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