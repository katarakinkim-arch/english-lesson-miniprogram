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36576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7548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第1单元（青春的价值）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第6课时 · 写作指导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85855" y="320040"/>
            <a:ext cx="640080" cy="6400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91153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写作指导——学写新诗：从意象到情感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43400"/>
            <a:ext cx="822960" cy="381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读诗，也写诗；看他人的青春，想自己的成长。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能选择2-3个意象写一首8行以内的新诗，做到意象与情感统一。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3723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8003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通过写诗表达对青春的独特理解，培养审美创造与文化自信。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在「意象选择→情感推导→语言调整」的过程中，培养形象思维与创造思维。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051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371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651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掌握「选意象→定情感→写初稿→改语言」的新诗写作四步法，能独立完成一首小诗。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课文定位与资料来源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本课为第一单元第六课时，单元学习任务要求「学写新诗」。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前三课时阅读了《沁园春·长沙》《立在地球边上放号》《红烛》等诗词，学生已积累意象品析经验。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本课将阅读所得转化为写作能力：核心是「意象选择→情感寄托→语言锤炼」三步法。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不追求格律，重在以意象承载青春情感。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教材单元学习任务提示可仿写「立在地球边上放号」的排比体或「红烛」的咏物体。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4805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资料来源（WebSearch 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697480"/>
            <a:ext cx="467852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9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21世纪教育网《学写诗歌》教学设计（zy.21cnjy.com/23543464）</a:t>
            </a:r>
          </a:p>
          <a:p>
            <a:pPr algn="l">
              <a:lnSpc>
                <a:spcPct val="140000"/>
              </a:lnSpc>
              <a:spcAft>
                <a:spcPts val="9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杨佳宁《高中现代诗歌创作教学实践》（xueshu.qikan.com.cn）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5715000"/>
            <a:ext cx="4678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意象选择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从生活中找一个「能承载情感的物」——不是比喻，是寄托。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82058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2058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情感寄托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把主观情志放进物象中，让物象「自己说话」。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41156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1156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语言锤炼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6876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分行与节奏、重复与变化、炼字——让语言有诗感。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 · 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仿写法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仿《放号》排比体或《红烛》咏物体，降低起步难度。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42283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2283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8083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约束写作法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8003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「不出现青春二字，但要让读者感到青春」——用约束逼出意象。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61607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407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工作坊法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写初稿→小组互评→修改→展示，当堂完成一首诗。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80931" y="2377440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0931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731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对比示范法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651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展示学生习作与修改版对比，直观感受炼字效果。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 · 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从「直抒胸臆」到「意象寄…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从「直抒胸臆」到「意象寄托」的思维转换。原因：学生习惯了议论文/散文的直白表达，需用「禁止说青春二字」的约束练习来逼出意象思维。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82058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2058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分行的意义。原因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学生以为分行就是诗，不理解分行是为了控制节奏和制造停顿，需对比示范。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41156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1156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炼字意识。原因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6876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学生写诗不改字，需用「改一个字让感觉不同」的练习培养炼字习惯。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本课结构精华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480560"/>
          </a:xfrm>
          <a:prstGeom prst="roundRect">
            <a:avLst/>
          </a:prstGeom>
          <a:solidFill>
            <a:srgbClr val="E7DFD2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90712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学写新诗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禁止说「青春」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→逼出意象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【写作四步法】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①选意象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②定情感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③写初稿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④改语言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示范: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黑板擦在讲台上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7" y="2148840"/>
            <a:ext cx="490712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没人看它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它擦掉了字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自己变白了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【仿写二选一】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A:排比体(放号)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B:咏物体(红烛)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【互评量表】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意象|情感|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语言|节奏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 · 分层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根据互评意见修改新诗终稿（8行以内），誊抄在作文本上。2. 在诗下方用一句话写出你选择的意象和想表达的情感。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再写一首不同风格的新诗（如果第一首是排比体，第二首写咏物体），对比两首诗在意象选择上的差异。 【——用】基础作业评价标准：有意象+承载情感+分行有节奏=合格；意象新颖+情感真挚+有炼字意识=良好；意象与情感浑然一体+语言有张力+能引发共鸣=优秀。提高作业评价：能写两首+对比意象差异=加分。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 · 反思引导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回望本单元：青春的价值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27167" cy="4206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反思引导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回望本单元，哪一首诗或哪个人物最打动你？写下理由。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用「意象」的眼光重读一段文字，你看到了什么？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把今天学到的读法，带进下一次自主阅读。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57400"/>
            <a:ext cx="5227167" cy="4206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本单元核心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意象选择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从生活中找一个「能承载情感的物」——不是比喻，是寄托。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② 情感寄托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把主观情志放进物象中，让物象「自己说话」。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③ 语言锤炼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分行与节奏、重复与变化、炼字——让语言有诗感。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806440"/>
            <a:ext cx="10911535" cy="6400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6035040"/>
            <a:ext cx="54864" cy="2794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943600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一条线：读 → 写 → 用；本单元的意义，在你自己的表达里。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