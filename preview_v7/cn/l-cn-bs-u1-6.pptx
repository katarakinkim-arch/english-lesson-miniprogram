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第1单元 青春的价值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写作指导——学写新诗：从意象到情感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写作指导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学习任务群：文学阅读与写作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语言能力：能选择2-3个意象写一首8行以内的新诗，做到意象与情感统一。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文化意识：通过写诗表达对青春的独特理解，培养审美创造与文化自信。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思维品质：在「意象选择→情感推导→语言调整」的过程中，培养形象思维与创造思维。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学习能力：掌握「选意象→定情感→写初稿→改语言」的新诗写作四步法，能独立完成一首小诗。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一单元第六课时，单元学习任务要求「学写新诗」。前三课时阅读了《沁园春·长沙》《立在地球边上放号》《红烛》等诗词，学生已积累意象品析经验。本课将阅读所得转化为写作能力：核心是「意象选择→情感寄托→语言锤炼」三步法。不追求格律，重在以意象承载青春情感。教材单元学习任务提示可仿写「立在地球边上放号」的排比体或「红烛」的咏物体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意象选择：从生活中找一个「能承载情感的物」——不是比喻，是寄托。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情感寄托：把主观情志放进物象中，让物象「自己说话」。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语言锤炼：分行与节奏、重复与变化、炼字——让语言有诗感。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写作四步法讲解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仿写练习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小组互评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修改+展示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从「直抒胸臆」到「意象寄托」的思维转换。原因：学生习惯了议论文/散文的直白表达，需用「禁止说青春二字」的约束练习来逼出意象思维。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分行的意义。原因：学生以为分行就是诗，不理解分行是为了控制节奏和制造停顿，需对比示范。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炼字意识。原因：学生写诗不改字，需用「改一个字让感觉不同」的练习培养炼字习惯。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学写新诗 ──┐
│ 禁止说「青春」 │
│ →逼出意象 │
│ │
│ 【写作四步法】 │
│ ①选意象 │
│ ②定情感 │
│ ③写初稿 │
│ ④改语言 │
│ │
│ 示范: │
│ 黑板擦在讲台上 │
│ 没人看它 │
│ 它擦掉了字 │
│ 自己变白了 │
│ │
│ 【仿写二选一】 │
│ A:排比体(放号) │
│ B:咏物体(红烛) │
│ │
│ 【互评量表】 │
│ 意象|情感| │
│ 语言|节奏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根据互评意见修改新诗终稿（8行以内），誊抄在作文本上。2. 在诗下方用一句话写出你选择的意象和想表达的情感。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【提高作业】再写一首不同风格的新诗（如果第一首是排比体，第二首写咏物体），对比两首诗在意象选择上的差异。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本单元主题：青春的价值。把今天学到的方法带进下一篇——自己读、自己想、自己写。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