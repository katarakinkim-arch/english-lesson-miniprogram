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必修上册 · 第4单元 家乡文化生活 · 第4课时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实地调查实践（二）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口述史采访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听长辈讲过去，把原话记下来，让记忆不被忘掉。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共 9 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能完成1份「口述卡片」，准确记录受访者的核心回忆与原话片段。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在倾听长辈讲述中感受代际文化传递，培养敬老与尊重态度。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通过「原话→文化信息」的提炼，培养从口述中抽离文化价值的能力。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巩固访谈法，能独立产出可信的口述史记录。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从教材到课堂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实地调查实践第二课，聚焦「口述史采访」——通过访谈长辈获取本地记忆（习俗变迁、老行当、重大事件亲历）。口述史是家乡文化的重要活态载体。你运用访谈提纲，完成一次15分钟左右的微型口述史记录，产出「口述卡片」（受访者/时间/核心回忆/文化信息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74520"/>
            <a:ext cx="5227167" cy="2788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011680"/>
            <a:ext cx="46785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来源：人教版《语文》必修上册教学参考书（访谈法·王思斌）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来源：《研究性学习活动·访谈法》（原话记录·追问推进）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484632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口述卡片四栏：受访者(化名/年龄)/时间地点/核心回忆/文化信息。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01168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记原话：关键句用引号直引，不替受访者总结。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01168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抓文化：从回忆中提炼习俗/观念/变迁等文化信息。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39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模板法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039112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口述卡片模板。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0632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示范法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063240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播放/模拟一段口述采访。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0873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现场实践法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87368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你完成真实采访（校内员工或家人）。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92624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19379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111496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互评法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111496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回班交换点评原话真实性。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原话记录。原因：你爱「概括」丢原话，需强调引号直引。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054096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追问深度。原因：长辈讲述散，需教「那时您多大」「后来呢」推进。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078224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文化提炼。原因：记了故事不知其文化价值，需引导。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口述史采访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11535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0271455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口述史采访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【卡片四栏】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受访者/时空/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核心回忆/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文化信息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记原话→引号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「…」(不篡改)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【追问三问】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您多大?后来呢?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什么感受?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原话→文化信息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粥分两顿→匮乏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节俭·互助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完善口述卡片（四栏全+至少1句引号原话）。2. 写1条从原话提炼的文化信息。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01168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将口述整理成300字「口述小记」，含受访者背景、核心回忆原话、你的文化感悟。
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回到「家乡文化生活」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要点回望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口述卡片四栏：受访者(化名/年龄)/时间地点/核心回忆/文化信息。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记原话：关键句用引号直引，不替受访者总结。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抓文化：从回忆中提炼习俗/观念/变迁等文化信息。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965960"/>
            <a:ext cx="5227167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98767" y="2240280"/>
            <a:ext cx="54864" cy="330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1647" y="2286000"/>
            <a:ext cx="44956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1647" y="2834640"/>
            <a:ext cx="449564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你听到的最打动人的一句“原话”是什么？它藏着怎样的文化记忆？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