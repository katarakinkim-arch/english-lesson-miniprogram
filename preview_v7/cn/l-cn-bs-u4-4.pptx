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第4单元 家乡文化生活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实地调查实践（二）——口述史采访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实践课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学习任务群：当代文化参与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语言能力：能完成1份「口述卡片」，准确记录受访者的核心回忆与原话片段。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文化意识：在倾听长辈讲述中感受代际文化传递，培养敬老与尊重态度。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思维品质：通过「原话→文化信息」的提炼，培养从口述中抽离文化价值的能力。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学习能力：巩固访谈法，能独立产出可信的口述史记录。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实地调查实践第二课，聚焦「口述史采访」——通过访谈长辈获取本地记忆（习俗变迁、老行当、重大事件亲历）。口述史是家乡文化的重要活态载体。学生运用访谈提纲，完成一次15分钟左右的微型口述史记录，产出「口述卡片」（受访者/时间/核心回忆/文化信息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口述卡片四栏：受访者(化名/年龄)/时间地点/核心回忆/文化信息。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记原话：关键句用引号直引，不替受访者总结。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抓文化：从回忆中提炼习俗/观念/变迁等文化信息。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任务+区分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原话直引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追问推进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实地采访（核心）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文化提炼+互评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分享+作业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原话记录。原因：学生爱「概括」丢原话，需强调引号直引。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追问深度。原因：长辈讲述散，需教「那时您多大」「后来呢」推进。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文化提炼。原因：记了故事不知其文化价值，需引导。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口述史采访 ──┐
│ 【卡片四栏】 │
│ 受访者/时空/ │
│ 核心回忆/ │
│ 文化信息 │
│ │
│ 记原话→引号 │
│ 「…」(不篡改) │
│ │
│ 【追问三问】 │
│ 您多大?后来呢? │
│ 什么感受? │
│ │
│ 原话→文化信息 │
│ 粥分两顿→匮乏 │
│ 节俭·互助 │
└───────────────┘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完善口述卡片（四栏全+至少1句引号原话）。2. 写1条从原话提炼的文化信息。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【提高作业】将口述整理成300字「口述小记」，含受访者背景、核心回忆原话、你的文化感悟。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本单元主题：家乡文化生活。把今天学到的方法带进下一篇——自己读、自己想、自己写。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