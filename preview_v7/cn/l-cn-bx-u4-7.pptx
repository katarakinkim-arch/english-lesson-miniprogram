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第4单元 跨媒介阅读与交流（信息时代的语文生活）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写作实践与讲评——跨媒介方案修改与提升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写作实践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学习任务群：跨媒介阅读与交流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语言能力：据讲评改终稿，做到四块齐全、文案分写适配、有节奏。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文化意识：在讲评中体会跨媒介表达的系统性。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思维品质：通过三典型诊断，培养评价与自我修订能力。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学习能力：内化「好跨媒介方案」标准。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本课为跨媒介方案讲评，选取三典型：①缺块（无受众/无文案）；②文案混写（三媒介同一篇）；③无节奏（一次性）。通过对比讲评提升。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三典型：缺块/混写/无节奏。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修改：补块/分写文案/加时点。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好标准：四块齐+文案适配+节奏。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回顾四标准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讲评典型A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讲评典型B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讲评典型C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现场改稿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终稿互签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补块。原因：漏受众/文案，需模板。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分写。原因：复制，需重想。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加节奏。原因：忽视，需时点。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跨媒介讲评 ──┐
│ 【四标准】 │
│ 四块齐·文案分写 │
│ ·有节奏 │
│ │
│ A:补四块 │
│ B:分写文案 │
│ C:加节奏 │
│ │
│ 改三方向: │
│ 补/分/加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提交终稿（改后）+互签评语。2. 写50字自评：我改了什么、为什么。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【提高作业】在终稿加一处创意文案（如更炸的短视频钩子或更有感染力的slogan）。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本单元主题：跨媒介阅读与交流（信息时代的语文生活）。把今天学到的方法带进下一篇——自己读、自己想、自己写。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