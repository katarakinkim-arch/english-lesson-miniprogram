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第七课时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写作实践与讲评——跨媒介方案修改与提升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好方案是改出来的——在升格中打磨跨媒介表达。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据讲评改终稿，做到四块齐全、文案分写适配、有节奏。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在讲评中体会跨媒介表达的系统性。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通过三典型诊断，培养评价与自我修订能力。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内化「好跨媒介方案」标准。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本课为跨媒介方案讲评，选取三典型：①缺块（无受众/无文案）；②文案混写（三媒介同一篇）；③无节奏（一次性）。通过对比讲评提升。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9457" r="9457"/>
          <a:stretch>
            <a:fillRect/>
          </a:stretch>
        </p:blipFill>
        <p:spPr>
          <a:xfrm>
            <a:off x="6324447" y="1783080"/>
            <a:ext cx="5227167" cy="4297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24447" y="1783080"/>
            <a:ext cx="5227167" cy="4297680"/>
          </a:xfrm>
          <a:prstGeom prst="rect">
            <a:avLst/>
          </a:prstGeom>
          <a:solidFill>
            <a:srgbClr val="1C2A33">
              <a:alpha val="55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统编教材必修下第四单元写作任务（跨媒介方案升格）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来源：统编教材用书 跨媒介阅读与交流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配图：typewriter.jpg（Wikimedia Commons，自由授权）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三典型：缺块/混写/无节奏。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修改：补块/分写文案/加时点。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好标准：四块齐+文案适配+节奏。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典型讲评法。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对比修改法。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同伴互改法。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现场改稿。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补块。原因：漏受众/文案，需模板。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分写。原因：复制，需重想。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加节奏。原因：忽视，需时点。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写作实践与讲评——跨媒介方案修改与提升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跨媒介讲评 【四标准】 四块齐 文案分写 有节奏 A:补四块 B:分写文案 C:加节奏 改三方向: 补/分/加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提交终稿（改后）+互签评语。2. 写50字自评：我改了什么、为什么。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【提高作业】在终稿加一处创意文案（如更炸的短视频钩子或更有感染力的slogan）。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三典型：缺块/混写/无节奏。）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