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type.jp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第二单元 · 劳动光荣 · 第六课时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写作指导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学写人物通讯：从采访到成文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把读到的、问到的劳动故事，写成一篇真实的人物通讯。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以事写人 —— 不说"好"，让事件自己说明"好"。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选取 2–3 个典型事件，写一篇 600 字以内的人物通讯，做到真实·典型·有新闻感。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写身边的劳动者，深化对"劳动光荣"的体认，培养关注普通人的人文情怀。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在"选材→剪裁→成文"中，培养信息筛选与结构组织的实用写作思维。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掌握"选典型事件→定结构线索→写新闻语言"的通讯写作三步法。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知人论世 · 从读到写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为什么写"人物通讯"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前三课读了三篇人物通讯，第五课做了访谈——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本课把"读到的、问到的"变成"写出的"。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依据《普通高中语文课程标准》"实用性阅读与交流"：写作须真实·得体·清晰。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通讯 ≠ 记叙文：不可虚构；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通讯 ≠ 表扬稿：以事写人，不空喊评价。</a:t>
            </a:r>
          </a:p>
        </p:txBody>
      </p:sp>
      <p:pic>
        <p:nvPicPr>
          <p:cNvPr id="7" name="Picture 6" descr="typewriter.jpg"/>
          <p:cNvPicPr>
            <a:picLocks noChangeAspect="1"/>
          </p:cNvPicPr>
          <p:nvPr/>
        </p:nvPicPr>
        <p:blipFill>
          <a:blip r:embed="rId2"/>
          <a:srcRect t="17200" b="17200"/>
          <a:stretch>
            <a:fillRect/>
          </a:stretch>
        </p:blipFill>
        <p:spPr>
          <a:xfrm>
            <a:off x="6324447" y="1783080"/>
            <a:ext cx="5227167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24447" y="4160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经典打字机（CC BY 4.0）· 写作工具的见证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4572000"/>
            <a:ext cx="5227167" cy="2011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47091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通讯四大特点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521208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严格的真实性（不可虚构）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报道的客观性（让事实说话）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较强的时间性（何时何地）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描写的形象性（细节取胜）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通讯写作三步法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选材 → 结构 → 语言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8446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① 选材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84469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 2–3 个典型事件。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8446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检测：删掉它，人物形象会不会变？不变 = 不典型。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2468880"/>
            <a:ext cx="28446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200400"/>
            <a:ext cx="284469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三选一：时间线 / 细节聚焦 / 时间跨度。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4297680"/>
            <a:ext cx="28446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先定线索，再动笔，不东拉西扯。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2596" y="2468880"/>
            <a:ext cx="28446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③ 语言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596" y="3200400"/>
            <a:ext cx="284469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简洁客观：动词优先于形容词。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4297680"/>
            <a:ext cx="28446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有数据、有言行描写，用新闻句式。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三种结构借鉴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向单元课文学"怎么搭骨架"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时间线（袁隆平式）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按研究历程展开：从发现天然杂交稻到三系配套，时间推进即精神推进。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适合：有清晰经历脉络的人。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典型≠大事：小事能体现精神也是典型。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细节聚焦（张秉贵式）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971800"/>
            <a:ext cx="284469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抓招牌细节："一抓准""一口清"，一个动作写活一个人。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507492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适合：有标志性言行的人。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典型≠大事：小事能体现精神也是典型。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时间跨度（钟扬式）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2971800"/>
            <a:ext cx="284469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用多年坚守体现精神：16年西藏采种、4000万颗种子。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507492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适合：长期奉献、用数据震撼的人。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典型≠大事：小事能体现精神也是典型。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 · 怎么破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三个易卡住的地方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表扬稿 → 通讯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习惯写"他是个好人，因为……"。→ 改"以事写人"：不说好，让事件自己说明好。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典型事件难选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分不清"日常事件"和"典型事件"。→ 用检测尺：删掉它，人物形象变不变？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真实性守不住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写不出细节就"编一个"。→ 通讯不可虚构；缺细节就回去补采访，不靠想象。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探究 · 招牌招式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对比示范法 + 约束写作法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① 对比示范法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785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同写一人：A段(表扬稿)"伟大无私……"；B段(通讯)"凌晨四点扫完三条街，弯腰捡碎瓶包好——怕扎到早起的人"。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B段以事写人，不说好而好自现。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97680"/>
            <a:ext cx="5227167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5312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约束写作法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46785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整篇不许出现"伟大·无私·奉献"等评价词——用约束逼出"以事写人"。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写漏了就划掉，换成具体事件。</a:t>
            </a:r>
          </a:p>
        </p:txBody>
      </p:sp>
      <p:pic>
        <p:nvPicPr>
          <p:cNvPr id="12" name="Picture 11" descr="ctype.jpg"/>
          <p:cNvPicPr>
            <a:picLocks noChangeAspect="1"/>
          </p:cNvPicPr>
          <p:nvPr/>
        </p:nvPicPr>
        <p:blipFill>
          <a:blip r:embed="rId2"/>
          <a:srcRect t="23177" b="23177"/>
          <a:stretch>
            <a:fillRect/>
          </a:stretch>
        </p:blipFill>
        <p:spPr>
          <a:xfrm>
            <a:off x="6324447" y="2057400"/>
            <a:ext cx="5227167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4447" y="425196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中文打字机（CC BY-SA 4.0）· "写作"的实物象征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4617719"/>
            <a:ext cx="5227167" cy="1737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475488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穆青（新华社原社长，《焦裕禄》作者）：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"获得细节，处理好细节，是记者思想水平与技巧的综合反映。"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 · 学写人物通讯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1051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写作三步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2316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选材(2-3典型) → 结构(三选一) → 语言(简洁+数据+言行)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三种结构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008376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时间线(袁隆平) · 细节聚焦(张秉贵) · 时间跨度(钟扬)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选材检测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9359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删掉它→形象变不变？不变 = 不典型（小事也能典型）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以事写人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178808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不说"好"，让事件自己说明"好" ≠ 表扬稿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真实性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764024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不可虚构；缺细节就补采访，不"编"、不"合理想象"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互评量表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34924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真实 | 典型 | 结构 | 语言（四维打分）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按互评意见修改初稿（600字内）誊抄；在文下标注：选了哪种结构、哪 2–3 个典型事件。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为通讯拟新闻标题：主标题有文采 + 副标题说明人物身份（如"门房里的几百个名字——记校工王师傅"）。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写你认识的人（家长/校工/身边爱岗敬业的普通人），确保可采访可核实，不写离自己太远的人。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10911535" cy="13258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39496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30352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通讯写作三步法口诀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选典型事件 → 定结构线索 → 写新闻语言。下节课：精选初稿公开讲评（评价词违规型 / 选材不准型 / 以事写人优秀型）。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