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第2单元 劳动光荣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写作指导——学写人物通讯：从采访到成文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写作指导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语言能力：能选取2-3个典型事件，写一篇600字以内的人物通讯，做到真实·典型·有新闻感。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文化意识：通过写身边的劳动者，深化对「劳动光荣」的体认，培养关注普通人的人文情怀。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思维品质：在「选材→剪裁→成文」的过程中，培养信息筛选与结构组织的实用写作思维能力。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学习能力：掌握「选典型事件→定结构线索→写新闻语言」的通讯写作三步法，能独立完成一篇通讯。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二单元第六课时，单元学习任务要求「学写人物通讯」。前三课时阅读了三篇人物通讯（袁隆平·张秉贵·钟扬）和一篇新闻评论，第五课时进行了访谈实践，已积累通讯文体认知和素材。本课将阅读与口语所得转化为写作能力：核心是「选材典型化→结构清晰化→语言新闻化」三步法。通讯写作不同于记叙文——要求真实（不可虚构）、典型（选取代表事件）、有新闻感（简洁·客观·有时间地点）。教材建议写身边的劳动者，可结合第五课时的访谈素材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选材典型化：不写流水账，选2-3个能体现人物精神的关键事件（如张秉贵选「一抓准」不选「每天上班」）。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结构清晰化：可用时间线（袁隆平式）或细节聚焦（张秉贵式）或时间跨度（钟扬式）三种结构。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语言新闻化：简洁客观（少用形容词多用动词和数据）·有人物描写（言行细节）·有新闻句式（时间地点+事件）。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写作三步法讲解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选材练习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约束写作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小组互评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从「表扬稿」到「通讯」的转换。原因：学生习惯写「他是一个好人，因为……」，需引导「以事写人」——不说「好」而让事件自己说明「好」。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典型事件的选取。原因：学生分不清「日常事件」和「典型事件」，需用「删掉这件事人物形象会不会变」来检测。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真实性的坚守。原因：学生写不出细节时倾向「编一个」，需强调通讯不可虚构，可以补充采访。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学写人物通讯 ──┐
│ 禁止:伟大·无私·奉献│
│ →以事写人 │
│ │
│ 【表扬稿vs通讯】 │
│ 表扬稿:空话+评价词 │
│ 通讯:细节+以事写人 │
│ │
│ 【写作三步法】 │
│ ①选材(2-3个典型) │
│ ②结构(三选一) │
│ 时间线/细节聚焦/ │
│ 时间跨度 │
│ ③语言(简洁+数据+ │
│ 言行描写) │
│ │
│ 【选材检测】 │
│ 删掉它→形象变不变? │
│ 不变=不典型 │
│ │
│ 【互评量表】 │
│ 真实|典型|结构|语言│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根据互评意见修改人物通讯初稿（600字以内），誊抄在作文本上。2. 在通讯下方标注：你选了哪种结构、哪2-3个典型事件。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【提高作业】为你的通讯拟一个新闻标题（主标题+副标题），要求主标题有文学感、副标题说明人物身份。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本单元主题：劳动光荣。把今天学到的方法带进下一篇——自己读、自己想、自己写。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