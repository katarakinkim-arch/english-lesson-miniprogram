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语文 · 必修下册 · 第4单元 跨媒介阅读与交流（信息时代的语文生活）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1153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单元活动——跨媒介产品展示与反思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单元活动  ·  第8课时  ·  45分钟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394960"/>
            <a:ext cx="2011680" cy="3302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6235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学习任务群：跨媒介阅读与交流    |    年级：高一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语言能力：参与展示或互评，做到用跨媒介标准（适配/创意）评方案。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文化意识：在展示中体会信息时代负责任的表达与接收。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思维品质：填单元反思单，梳理路径，培养元认知。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823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学习能力：整合单元为成果。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课文背景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67665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本课为第四单元收官：媒介产品展示会（小组展示跨媒介方案+模拟产物如短视频脚本/海报）+反思单（回顾「识→用→辨→写」路径与媒介素养）。含三环节：①方案展示；②互评（适配/创意）；③反思单。</a:t>
            </a:r>
          </a:p>
        </p:txBody>
      </p:sp>
      <p:pic>
        <p:nvPicPr>
          <p:cNvPr id="6" name="Picture 5" descr="typewriter.jpg"/>
          <p:cNvPicPr>
            <a:picLocks noChangeAspect="1"/>
          </p:cNvPicPr>
          <p:nvPr/>
        </p:nvPicPr>
        <p:blipFill>
          <a:blip r:embed="rId2"/>
          <a:srcRect l="5860" r="5860"/>
          <a:stretch>
            <a:fillRect/>
          </a:stretch>
        </p:blipFill>
        <p:spPr>
          <a:xfrm>
            <a:off x="8046720" y="1508760"/>
            <a:ext cx="411480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46634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资料图（自由授权，复用 typewriter.jpg）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159715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4813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20240"/>
            <a:ext cx="9997135" cy="9570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展示：方案+模拟产物。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078480"/>
            <a:ext cx="10911535" cy="159715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18820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627120"/>
            <a:ext cx="9997135" cy="9570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互评：适配/创意。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4785360"/>
            <a:ext cx="10911535" cy="159715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489508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5334000"/>
            <a:ext cx="9997135" cy="9570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反思单：路径——识→用→辨→写。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学习路径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361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5910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1 展示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9456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4672" y="235915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30428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2 互评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1752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2" y="318211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2369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12724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3 反思单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4048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4672" y="400507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05993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95020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4 总结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易混易错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展示条理。原因：易散，需框架。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互评深度。原因：易口号，需标准。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元认知。原因：反思空话，需具体。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要点板书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5394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┌── 媒介展示反思 ──┐
│ 【展示框架】 │
│ 受众/组合/文案/ │
│ 节奏 │
│ │
│ 【互评】 │
│ 适配/创意 │
│ │
│ 【反思三问】 │
│ ①学会__②提升__ │
│ ③疑问__ │
│ │
│ 路径: │
│ 识→用→辨→写 │
│ →素养 │
└────────────────┘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分层作业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270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6596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【基础作业】1. 提交单元反思单（三行完整）。2. 将最满意方案归档。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7180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0815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52044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【提高作业】写150字「单元总结」，要求：①点明最重要方法；②举一例说明；③说想提升的方面。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54864" cy="4318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682935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本单元主题：跨媒介阅读与交流（信息时代的语文生活）。把今天学到的方法带进下一篇——自己读、自己想、自己写。</a:t>
            </a:r>
          </a:p>
          <a:p>
            <a:pPr algn="l"/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方法迁移：圈关键信息 → 理事件脉络 → 析人物精神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