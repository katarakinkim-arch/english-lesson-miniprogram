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第四单元 · 第八课时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单元活动——跨媒介产品展示与反思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把方案讲出来、展出来，再回看一遍媒介逻辑。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跨媒介阅读与交流（信息时代的语文生活）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参与展示或互评，做到用跨媒介标准（适配/创意）评方案。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在展示中体会信息时代负责任的表达与接收。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填单元反思单，梳理路径，培养元认知。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整合单元为成果。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本课为第四单元收官：媒介产品展示会（小组展示跨媒介方案+模拟产物如短视频脚本/海报）+反思单（回顾「识→用→辨→写」路径与媒介素养）。含三环节：①方案展示；②互评（适配/创意）；③反思单。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2904" r="22904"/>
          <a:stretch>
            <a:fillRect/>
          </a:stretch>
        </p:blipFill>
        <p:spPr>
          <a:xfrm>
            <a:off x="6324447" y="1783080"/>
            <a:ext cx="5227167" cy="42976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324447" y="1783080"/>
            <a:ext cx="5227167" cy="4297680"/>
          </a:xfrm>
          <a:prstGeom prst="rect">
            <a:avLst/>
          </a:prstGeom>
          <a:solidFill>
            <a:srgbClr val="1C2A33">
              <a:alpha val="55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2514600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来源：人民教育出版社 统编教材必修下第四单元单元活动（跨媒介产品展示）</a:t>
            </a:r>
          </a:p>
          <a:p>
            <a:pPr algn="l">
              <a:lnSpc>
                <a:spcPct val="145000"/>
              </a:lnSpc>
              <a:spcAft>
                <a:spcPts val="7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来源：统编教材用书 跨媒介阅读与交流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0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配图：wangfujing.jpg（Wikimedia Commons，自由授权）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展示：方案+模拟产物。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互评：适配/创意。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反思单：路径——识→用→辨→写。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展示工作坊。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互评法。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反思单法。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总结法。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展示条理。原因：易散，需框架。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互评深度。原因：易口号，需标准。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元认知。原因：反思空话，需具体。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单元活动——跨媒介产品展示与反思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媒介展示反思 【展示框架】 受众/组合/文案/ 节奏 【互评】 适配/创意 【反思三问】 ①学会__②提升__ ③疑问__ 路径: 识→用→辨→写 →素养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提交单元反思单（三行完整）。2. 将最满意方案归档。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【提高作业】写150字「单元总结」，要求：①点明最重要方法；②举一例说明；③说想提升的方面。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所属单元：第四单元 · 跨媒介阅读与交流（信息时代的语文生活）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展示：方案+模拟产物。）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