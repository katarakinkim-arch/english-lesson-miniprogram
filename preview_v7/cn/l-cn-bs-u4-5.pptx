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必修上册 · 第4单元 家乡文化生活 · 第5课时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资料整理与撰写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风物志与调查报告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把卡片变成文章，让家乡的故事被更多人看见。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学生课堂版 · 共 9 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67128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72424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能据素材写1篇风物志（描写+故事）或1篇调查报告（问题—方法—发现—建议）。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96596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167128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743200"/>
            <a:ext cx="472424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在成文中凸显家乡文化的价值，培养表达与传播本土文化的意识。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0624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07408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472424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通过「素材→结构→价值」的加工，培养信息整合与逻辑表达。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420624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3047" y="4407408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4983480"/>
            <a:ext cx="472424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掌握风物志/调查报告的写作框架，能独立产出。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从教材到课堂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5227167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写作指导，将前两次实践素材转化为文字成果：①风物志（以风物卡为基础，写成有描写有故事的短文）；②调查报告（以口述+观察为基础，按「问题—方法—发现—建议」结构成文）。教材提供示例。重点是从「记录」到「成文」的加工：增补描写、理顺结构、提炼价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874520"/>
            <a:ext cx="5227167" cy="2788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011680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468880"/>
            <a:ext cx="467852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来源：人教版《语文》必修上册教学参考书（调查报告要素）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来源：21世纪教育网《必修上第四单元大单元教学设计》（资料整理与撰写）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484632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本课件未使用无关配图（学科色块兜底）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本课要点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要点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风物志结构：引（位置年代）→描（特征）→事（故事）→评（价值）。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01168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01168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103120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要点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7432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调查报告结构：问题—方法—发现—建议，四段式。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01168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01168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103120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要点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7432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加工三动作：增补描写、理顺过渡、提炼价值（不空喊）。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12140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945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39112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框架法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039112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给风物志/报告结构图。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44368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3145536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2186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0632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升格示范法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063240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卡片句→成文句对比。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68496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416966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24281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08736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同伴互改法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087368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交换草稿提结构意见。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92624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" y="519379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26694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111496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点评法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111496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典型稿公开评。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怎么破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12140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945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29968"/>
            <a:ext cx="98142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从卡到文。原因：你直接复制卡片，需教「描写扩充+故事展开」。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44368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3145536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2186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054096"/>
            <a:ext cx="98142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报告结构。原因：你写成记叙文，需强化「问题—建议」框架。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68496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416966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24281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078224"/>
            <a:ext cx="98142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价值提炼。原因：易写「很有意义」空话，需落到具体。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资料整理与撰写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911535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10271455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资料整理与撰写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风物志:引描事评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引:位置年代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描:材质形制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事:传说使用者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评:为何值得记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调查报告: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问题→方法→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发现→建议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【加工三动作】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描写·过渡·价值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卡→文(升格)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4724247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据素材写1篇风物志或调查报告（400字左右），结构完整。2. 在文末写1句「价值/建议」要点。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01168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01168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10312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788920"/>
            <a:ext cx="4724247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两类各写1篇提纲（只写四段小标题+每段落核心句），对比两类文的结构差异。
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回到「家乡文化生活」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要点回望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风物志结构：引（位置年代）→描（特征）→事（故事）→评（价值）。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调查报告结构：问题—方法—发现—建议，四段式。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加工三动作：增补描写、理顺过渡、提炼价值（不空喊）。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965960"/>
            <a:ext cx="5227167" cy="41605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98767" y="2240280"/>
            <a:ext cx="54864" cy="3302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1647" y="2286000"/>
            <a:ext cx="44956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反思引导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647" y="2834640"/>
            <a:ext cx="4495647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你写成的风物志或调查报告，最想让人记住的是哪一句？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