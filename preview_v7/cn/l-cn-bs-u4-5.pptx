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第4单元 家乡文化生活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资料整理与撰写——风物志与调查报告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写作指导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学习任务群：当代文化参与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语言能力：能据素材写1篇风物志（描写+故事）或1篇调查报告（问题—方法—发现—建议）。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文化意识：在成文中凸显家乡文化的价值，培养表达与传播本土文化的意识。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思维品质：通过「素材→结构→价值」的加工，培养信息整合与逻辑表达。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学习能力：掌握风物志/调查报告的写作框架，能独立产出。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课为写作指导，将前两次实践素材转化为文字成果：①风物志（以风物卡为基础，写成有描写有故事的短文）；②调查报告（以口述+观察为基础，按「问题—方法—发现—建议」结构成文）。教材提供示例。重点是从「记录」到「成文」的加工：增补描写、理顺结构、提炼价值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风物志结构：引（位置年代）→描（特征）→事（故事）→评（价值）。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调查报告结构：问题—方法—发现—建议，四段式。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加工三动作：增补描写、理顺过渡、提炼价值（不空喊）。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两类成果说明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升格示范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风物志写法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调查报告写法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互改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从卡到文。原因：学生直接复制卡片，需教「描写扩充+故事展开」。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报告结构。原因：学生写成记叙文，需强化「问题—建议」框架。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价值提炼。原因：易写「很有意义」空话，需落到具体。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资料整理与撰写 ──┐
│ 风物志:引描事评 │
│ 引:位置年代 │
│ 描:材质形制 │
│ 事:传说使用者 │
│ 评:为何值得记 │
│ │
│ 调查报告: │
│ 问题→方法→ │
│ 发现→建议 │
│ │
│ 【加工三动作】 │
│ 描写·过渡·价值 │
│ │
│ 卡→文(升格)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据素材写1篇风物志或调查报告（400字左右），结构完整。2. 在文末写1句「价值/建议」要点。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【提高作业】两类各写1篇提纲（只写四段小标题+每段落核心句），对比两类文的结构差异。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本单元主题：家乡文化生活。把今天学到的方法带进下一篇——自己读、自己想、自己写。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