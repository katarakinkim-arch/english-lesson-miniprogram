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必修下册 · 第1单元 中华传统文化经典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鸿门宴 精读——史记笔法与人物的冲突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课文精读  ·  第5课时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学习任务群：思辨性阅读与表达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语言能力：梳理鸿门宴情节（谢罪→举玦→舞剑→闯帐→遁走），解释关键词，说出主要人物性格。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文化意识：体会《史记》「不虚美不隐恶」的实录精神与以人写史的叙事传统。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思维品质：通过分析细节动作写人，培养「于细微处见性格」的文本细读思维。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学习能力：掌握「理情节→析细节→品人物」的史传读法。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《鸿门宴》出自《史记·项羽本纪》。写楚汉相争关键一夜：刘邦谢罪、范增举玦、项庄舞剑、樊哙闯帐、刘邦遁走。司马迁以对话、动作、细节写活人物——项羽刚愎磊落、刘邦机变、范增焦灼、张良沉稳、樊哙忠勇。是史传写人范本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情节链：谢罪→举玦→舞剑→闯帐→遁走。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写人：细节动作（举玦/舞剑/闯帐）。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人物：项羽(磊落刚愎)/刘邦(机变)/樊哙(忠勇)。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情节链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细节写人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人物对比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实录精神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细节写人。原因：学生看情节不看笔法，需点「举一羽见一鸱」。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项羽性格。原因：易脸谱，需辨磊落与失策。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情节多。原因：人物杂，需理清。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鸿门宴·史记 ──┐
│ 楚汉拐点·一夜 │
│ │
│ 情节链: │
│ 谢罪→举玦→舞剑 │
│ →闯帐→遁走 │
│ │
│ 细节写人: │
│ 举玦(决·急) │
│ 舞剑(刺·机) │
│ 闯帐(忠·勇) │
│ │
│ 人物: │
│ 羽磊愎/邦机变 │
│ 哙忠勇 │
│ 实录精神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写出鸿门宴情节五节点。2. 说项羽、刘邦性格各一关键词。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【提高作业】写150字「我眼中的项羽」，要求：①用一细节支撑；②辨磊落与失策；③不脸谱。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本单元主题：中华传统文化经典。把今天学到的方法带进下一篇——自己读、自己想、自己写。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