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必修下册 · 第1单元《中华传统文化经典》· 第5课时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鸿门宴 精读——史记笔法与人物的冲突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把读到的经典，变成自己的眼光与方法。</a:t>
            </a:r>
          </a:p>
          <a:p>
            <a:pPr algn="l"/>
            <a:r>
              <a:rPr sz="12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本课件未使用无关配图，以学科色块呈现。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453563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5176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297680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梳理鸿门宴情节（谢罪→举玦→舞剑→闯帐→遁走），解释关键词，说出主要人物性格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31720"/>
            <a:ext cx="2453563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5176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297680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体会《史记》「不虚美不隐恶」的实录精神与以人写史的叙事传统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31720"/>
            <a:ext cx="2453563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5176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297680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通过分析细节动作写人，培养「于细微处见性格」的文本细读思维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31720"/>
            <a:ext cx="2453563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5176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297680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掌握「理情节→析细节→品人物」的史传读法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271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课文定位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鸿门宴》出自《史记·项羽本纪》。写楚汉相争关键一夜：刘邦谢罪、范增举玦、项庄舞剑、樊哙闯帐、刘邦遁走。司马迁以对话、动作、细节写活人物——项羽刚愎磊落、刘邦机变、范增焦灼、张良沉稳、樊哙忠勇。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本单元《中华传统文化经典》：整本书阅读与研讨 / 中华传统文化经典。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737360"/>
            <a:ext cx="5227167" cy="44805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920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468880"/>
            <a:ext cx="467852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1. 丁新闻：于微言处观风云——《鸿门宴》文本细读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2. 亦诗网：鸿门宴——楚汉之争的开端（司马迁的悲剧英雄写人）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本课件未使用无关配图，以学科色块呈现。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情节链：谢罪→举玦→舞剑→闯帐→遁走。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写人：细节动作（举玦/舞剑/闯帐）。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人物：项羽(磊落刚愎)/刘邦(机变)/樊哙(忠勇)。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14016"/>
            <a:ext cx="14477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① 情节图法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190492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五节点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42283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2283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2363" y="2414016"/>
            <a:ext cx="14477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② 细节解码法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3723" y="3200400"/>
            <a:ext cx="190492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动作写人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1687" y="2414016"/>
            <a:ext cx="14477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③ 人物对比法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3200400"/>
            <a:ext cx="190492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0931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0931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011" y="2414016"/>
            <a:ext cx="14477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④ 诵读法（樊哙段）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371" y="3200400"/>
            <a:ext cx="190492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细节写人。原因：学生看情节不看笔法，需点「举一羽见一鸱」。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项羽性格。原因：易脸谱，需辨磊落与失策。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情节多。原因：人物杂，需理清。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鸿门宴·史记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楚汉拐点·一夜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情节链: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谢罪→举玦→舞剑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→闯帐→遁走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细节写人: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举玦(决·急)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舞剑(刺·机)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闯帐(忠·勇)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人物: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羽磊愎/邦机变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哙忠勇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1. 写出鸿门宴情节五节点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2. 说项羽、刘邦性格各一关键词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写150字「我眼中的项羽」，要求：①用一细节支撑；②辨磊落与失策；③不脸谱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回望《中华传统文化经典》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115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本课要点回顾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情节链：谢罪→举玦→舞剑→闯帐→遁走。；② 写人：细节动作（举玦/舞剑/闯帐）。；③ 人物：项羽(磊落刚愎)/刘邦(机变)/樊哙(忠勇)。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9502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84048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哪一个概念或人物最触动你？用一句话写下来。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274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61772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把本课学到的方法，套用到下一篇阅读或写作里，会怎样？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440680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5046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39496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用三个词概括你对本单元的新认识。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