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第1单元 青春的价值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写作实践与讲评——新诗修改与提升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写作实践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语言能力：根据讲评反馈修改新诗终稿，做到意象鲜明、情感真挚、语言有节奏感。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文化意识：在公开讲评中学会欣赏他人作品，培养尊重与包容的文学交流态度。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思维品质：通过分析3种典型习作的优缺点，培养评价思维与自我修订能力。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学习能力：内化「好诗三标准」（意象鲜明·情感真挚·语言有张力），能独立评价和修改诗歌。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一单元第七课时，承接第六课时「学写新诗」的初稿与互评，进入修改提升与公开讲评环节。讲评选取3种典型习作：①意象清晰但语言平淡型；②情感强烈但意象模糊型；③意象与情感俱佳型。通过对比讲评，让学生在「看别人的诗改自己的诗」中提升写作意识。同时布置单元学习任务的总结准备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讲评三种典型：意象清晰语言平淡型 / 情感强烈意象模糊型 / 意象情感俱佳型。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修改三方向：换意象（更准确）/调节奏（分行长短）/炼字（动词形容词）。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好诗三标准：意象鲜明·情感真挚·语言有张力。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回顾标准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讲评典型A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讲评典型B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讲评典型C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当场修改示范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终稿修改+互签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「意象模糊」的诊断。原因：学生看不出自己诗中意象承载的情感不明确，需用「读者读完不知道你想表达什么」来检测。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「大改」的勇气。原因：学生舍不得删自己写的句子，需鼓励「删比加更重要」。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讲评的接受度。原因：被公开讲评的学生可能有压力，需先讲优点再提建议，保护写作热情。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写作讲评 ──┐
│ 【好诗三标准】 │
│ ①意象鲜明 │
│ ②情感真挚 │
│ ③语言有张力 │
│ │
│ 习作A:意象✓ │
│ 语言△ │
│ →改语言 │
│ 安静→沉默 │
│ 错字→痕迹 │
│ │
│ 习作B:意象✗ │
│ 情感✓ │
│ →换意象 │
│ 飞→具体物 │
│ │
│ 习作C:意象✓ │
│ 情感✓ │
│ 语言✓ │
│ →赏析 │
│ 台灯=种子 │
│ 我=种子 │
│ →都在生长 │
│ │
│ 【修改三方向】 │
│ 换意象/调节奏/ │
│ 炼字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提交新诗终稿（修改后誊抄版），附同桌互签评语。2. 在终稿下方写50字自评：我选了什么意象、改了什么、为什么改。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【提高作业】从单元四篇课文中选一首诗词，仿其风格再写一首新诗（不同于课上的仿写），要求风格有明显差异。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本单元主题：青春的价值。把今天学到的方法带进下一篇——自己读、自己想、自己写。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