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6576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必修上册 · 第1单元（青春的价值）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第7课时 · 写作实践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85855" y="320040"/>
            <a:ext cx="640080" cy="640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91153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写作实践与讲评——新诗修改与提升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343400"/>
            <a:ext cx="822960" cy="381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10911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读诗，也写诗；看他人的青春，想自己的成长。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 · 学科色块兜底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根据讲评反馈修改新诗终稿，做到意象鲜明、情感真挚、语言有节奏感。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3723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8003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在公开讲评中学会欣赏他人作品，培养尊重与包容的文学交流态度。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通过分析3种典型习作的优缺点，培养评价思维与自我修订能力。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051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371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651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内化「好诗三标准」（意象鲜明·情感真挚·语言有张力），能独立评价和修改诗歌。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课文定位与资料来源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本课为第一单元第七课时，承接第六课时「学写新诗」的初稿与互评，进入修改提升与公开讲评环节。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讲评选取3种典型习作：①意象清晰但语言平淡型；②情感强烈但意象模糊型；③意象与情感俱佳型。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通过对比讲评，让学生在「看别人的诗改自己的诗」中提升写作意识。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同时布置单元学习任务的总结准备。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11680"/>
            <a:ext cx="5227167" cy="4480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5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资料来源（WebSearch 核实）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697480"/>
            <a:ext cx="467852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9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杨佳宁《高中现代诗歌创作教学实践》（xueshu.qikan.com.cn）</a:t>
            </a:r>
          </a:p>
          <a:p>
            <a:pPr algn="l">
              <a:lnSpc>
                <a:spcPct val="140000"/>
              </a:lnSpc>
              <a:spcAft>
                <a:spcPts val="9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21世纪教育网《"学写诗歌"教学设计》（zy.21cnjy.com/9864053）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5715000"/>
            <a:ext cx="467852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 · 学科色块兜底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讲评三种典型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意象清晰语言平淡型 / 情感强烈意象模糊型 / 意象情感俱佳型。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82058" y="237744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2058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修改三方向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换意象（更准确）/调节奏（分行长短）/炼字（动词形容词）。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41156" y="237744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好诗三标准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6876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意象鲜明·情感真挚·语言有张力。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 · 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典型讲评法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选3种典型习作匿名展示，全班诊断+修改。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42283" y="237744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2283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8083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对比修改法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8003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展示原稿与修改稿对比，直观感受修改效果。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237744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7407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同伴互改法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两人交换终稿，用「好诗三标准」互相打分。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0931" y="2377440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0931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731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示范法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651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当场修改一首学生习作，展示修改思路。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 · 怎么破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「意象模糊」的诊断。原因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学生看不出自己诗中意象承载的情感不明确，需用「读者读完不知道你想表达什么」来检测。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82058" y="237744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2058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「大改」的勇气。原因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学生舍不得删自己写的句子，需鼓励「删比加更重要」。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41156" y="237744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讲评的接受度。原因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6876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被公开讲评的学生可能有压力，需先讲优点再提建议，保护写作热情。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本课结构精华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11535" cy="4480560"/>
          </a:xfrm>
          <a:prstGeom prst="roundRect">
            <a:avLst/>
          </a:prstGeom>
          <a:solidFill>
            <a:srgbClr val="E7DFD2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90712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写作讲评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【好诗三标准】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①意象鲜明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②情感真挚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③语言有张力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习作A:意象✓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语言△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→改语言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安静→沉默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错字→痕迹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习作B:意象✗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情感✓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2148840"/>
            <a:ext cx="490712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→换意象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飞→具体物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习作C:意象✓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情感✓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语言✓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→赏析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台灯=种子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我=种子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→都在生长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【修改三方向】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换意象/调节奏/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炼字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 · 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提交新诗终稿（修改后誊抄版），附同桌互签评语。2. 在终稿下方写50字自评：我选了什么意象、改了什么、为什么改。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从单元四篇课文中选一首诗词，仿其风格再写一首新诗（不同于课上的仿写），要求风格有明显差异。 【——用】终稿评价标准：有意象+情感+修改痕迹=合格；意象新颖+情感真挚+修改到位=良好；意象与情感浑然一体+语言有个人风格=优秀。自评评价：能说出改了什么=合格；能说出为什么改=良好；能评价修改前后效果差异=优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 · 反思引导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回望本单元：青春的价值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27167" cy="42062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反思引导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回望本单元，哪一首诗或哪个人物最打动你？写下理由。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用「意象」的眼光重读一段文字，你看到了什么？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把今天学到的读法，带进下一次自主阅读。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057400"/>
            <a:ext cx="5227167" cy="42062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本单元核心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74320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① 讲评三种典型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意象清晰语言平淡型 / 情感强烈意象模糊型 / 意象情感俱佳型。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② 修改三方向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换意象（更准确）/调节奏（分行长短）/炼字（动词形容词）。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③ 好诗三标准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意象鲜明·情感真挚·语言有张力。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806440"/>
            <a:ext cx="10911535" cy="6400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6035040"/>
            <a:ext cx="54864" cy="2794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943600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一条线：读 → 写 → 用；本单元的意义，在你自己的表达里。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