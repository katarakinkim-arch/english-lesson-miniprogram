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第3单元 实用性阅读与交流（知识性读物）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说"木叶" 精读——概念辨析与文艺性说明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语言能力：说出「木叶」与「树叶」在诗歌意味上的主要差异，解释「暗示性」含义。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文化意识：体会中国诗歌词语的意蕴之美与鉴赏传统。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思维品质：通过分析逐层辨析，培养由具体诗句归纳概念的思维。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学习能力：掌握文艺性说明文「由例到理、考据结合诗美」的读法。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说「木叶」》是林庚的文艺性说明文，考辨「木叶」与「树叶」在诗歌里的微妙差异：木叶含「落叶的疏朗、微黄干燥」之意，树叶绿意饱满。由诗句归纳、逐层辨析，融考据与诗美，是「文艺性知识读物」范本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差异：木叶=疏朗微黄落叶感；树叶=绿意饱满枝头感。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暗示性：词语引发联想（木→干燥/落叶）。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方法：由诗句归纳→逐层辨析→立概念。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诗句对照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暗示性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辨析路径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诵读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意蕴差。原因：细微，需诗句对比。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暗示性。原因：抽象，需解。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文艺说明体。原因：易当赏析，需辨「说文」性质。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说木叶·林 ──┐
│ 木叶≠树叶 │
│ │
│ 对照: │
│ 木叶:疏朗微黄 │
│ 落叶干燥感 │
│ 树叶:绿润饱满 │
│ 枝头春意 │
│ │
│ 暗示性:联想 │
│ 路径:例→理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说出「木叶」与「树叶」意味上的一个差异。2. 解释「暗示性」是什么意思。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【提高作业】写150字「我懂的木叶」，要求：①引一句诗；②说其暗示；③联暗示性概念。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本单元主题：实用性阅读与交流（知识性读物）。把今天学到的方法带进下一篇——自己读、自己想、自己写。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