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荷塘月色 精读——荷香月色中的淡淡喜悦与哀愁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语言能力：赏析月下荷塘的比喻与通感（清香如梵婀玲上奏着的名曲），说出叠词的表达效果。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文化意识：理解朱自清在时代夹缝中「颇不宁静」的生命状态与夜游的自我安顿。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思维品质：通过分析「景美情哀」的反衬，培养情景关系辨析能力。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学习能力：掌握「抓情感线→赏写景句→明情景交融」的散文读法。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荷塘月色》写朱自清夜游清华荷塘。以「颇不宁静」起，沿途景（小煤屑路、荷塘）渐入佳境，月下荷塘与塘上月色两段用比喻、通感（清香如歌声）、叠词极写素淡朦胧之美，结尾「猛一抬头，不觉已是自己的门前」回到不宁静。景愈美，反衬心中挥不去的淡淡哀愁，情景交融典范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情感线：颇不宁静→渐静→荷塘陶醉→回到不宁静（圆形结构）。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写景佳句：月下荷塘（比喻/通感）、塘上月色（如流水）。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情景交融：以极美之景反衬心底不宁静（乐景写哀）。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情感曲线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月下荷塘解码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塘上月色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情景交融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通感。原因：跨感官修辞陌生，需举例（香→声）。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乐景写哀。原因：学生只见美不见哀，需点明反衬。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圆形结构。原因：首尾「不宁静」回环，需框示。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荷塘月色 朱自清 ──┐
│ 情感线:颇不宁静 │
│ →静→醉→不宁静 │
│ (圆形结构) │
│ │
│ 月下荷塘: │
│ 比喻:舞女裙 │
│ 通感:香→歌声 │
│ 叠词:田田/亭亭 │
│ │
│ 塘上月色: │
│ 泻/浮/洗(活化) │
│ │
│ 情景交融: │
│ 乐景(荷塘)↔哀(不宁静)│
│ 反衬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划出文中运用比喻、通感、叠词的句子各一例。2. 解释「通感」并举文中例。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【提高作业】写160字「我的不宁静与安顿」，要求：①仿情感曲线写自己一次情绪；②用一处比喻或叠词写景；③点明安顿方式。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本单元主题：自然情怀。把今天学到的方法带进下一篇——自己读、自己想、自己写。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