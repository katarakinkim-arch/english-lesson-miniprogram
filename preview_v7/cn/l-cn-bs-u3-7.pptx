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必修上册 · 第3单元 生命的诗意 · 第7课时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文学短评修改与提升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读一首诗，写一句评——把心里的感受说清楚、说有据。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共 9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据讲评修改短评终稿，做到选点聚焦、引文准确、分析有据、有提升。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在公开讲评中学会以文本证据说话的批评态度。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通过三种典型诊断，培养评价与自我修订能力。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内化「好短评四标准」（聚焦/引文/分析/提升），能独立评价修改。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从教材到课堂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承接第六课时初稿与互评，进入修改提升与公开讲评。选取三种典型：①选点聚焦但分析空泛型；②引文完整但选点过大型；③选点分析俱佳型。通过对比讲评，让你在「看别人稿改自己稿」中提升短评写作。同时布置单元朗诵会准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74520"/>
            <a:ext cx="5227167" cy="2788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01168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来源：21世纪教育网《第三单元 学写文学短评》（技法：选点·以小见大·叙议结合）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来源：搜狐·黄听松《学写文学短评——必修上第三单元写作指引》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484632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三种典型：分析空泛型／选点过大型／俱佳型。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01168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修改三方向：缩小选点／补全引文／深化分析+加提升。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01168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好短评四标准：聚焦·引文·分析·提升。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39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典型讲评法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39112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匿名展示三典型，全班诊断。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对比修改法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6324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原稿vs修改稿对比。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873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同伴互改法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87368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交换终稿互签评语。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92624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19379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114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示范法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11496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当场改一稿展示思路。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分析空泛的诊断。原因：你看不出自己「只说写得好」，需用例文让其自见。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54096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提升段写法。原因：不知「由点及面」如何落笔，需给句式。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78224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讲评接受度。原因：被点评者可能有压力，需先扬后抑。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写作讲评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1153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71455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写作讲评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【四标准】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聚焦·引文·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分析·提升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A:分析△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→补为何好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写得好→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析机制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B:选点过大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→缩小一句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砍90%留一点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C:俱佳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点小引全析深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有提升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【改三方向】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缩小点/补引文/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深分析+提升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提交短评终稿（修改后），附互签评语。2. 写50字自评：我选的点、改了什么、为什么改。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01168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从本单元另选一首诗词，写一篇与前稿不同角度的短评，要求选点更小、提升段更具体。
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回到「生命的诗意」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要点回望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三种典型：分析空泛型／选点过大型／俱佳型。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修改三方向：缩小选点／补全引文／深化分析+加提升。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好短评四标准：聚焦·引文·分析·提升。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227167" cy="41605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8767" y="224028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286000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2834640"/>
            <a:ext cx="449564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翻看自己改定的短评：哪一处“分析”最让你满意？好短评的“四标准”，你内化了几条？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