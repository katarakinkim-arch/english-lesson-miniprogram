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第3单元 生命的诗意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写作实践与讲评——文学短评修改与提升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语言能力：据讲评修改短评终稿，做到选点聚焦、引文准确、分析有据、有提升。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文化意识：在公开讲评中学会以文本证据说话的批评态度。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思维品质：通过三种典型诊断，培养评价与自我修订能力。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学习能力：内化「好短评四标准」（聚焦/引文/分析/提升），能独立评价修改。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承接第六课时初稿与互评，进入修改提升与公开讲评。选取三种典型：①选点聚焦但分析空泛型；②引文完整但选点过大型；③选点分析俱佳型。通过对比讲评，让学生在「看别人稿改自己稿」中提升短评写作。同时布置单元朗诵会准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三种典型：分析空泛型／选点过大型／俱佳型。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修改三方向：缩小选点／补全引文／深化分析+加提升。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好短评四标准：聚焦·引文·分析·提升。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回顾四标准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现场改稿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终稿修改+互签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分析空泛的诊断。原因：学生看不出自己「只说写得好」，需用例文让其自见。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提升段写法。原因：不知「由点及面」如何落笔，需给句式。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讲评接受度。原因：被点评者可能有压力，需先扬后抑。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写作讲评 ──┐
│ 【四标准】 │
│ 聚焦·引文· │
│ 分析·提升 │
│ │
│ A:分析△ │
│ →补为何好 │
│ 写得好→ │
│ 析机制 │
│ │
│ B:选点过大 │
│ →缩小一句 │
│ 砍90%留一点│
│ │
│ C:俱佳 │
│ 点小引全析深│
│ 有提升 │
│ │
│ 【改三方向】│
│ 缩小点/补引文/│
│ 深分析+提升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提交短评终稿（修改后），附互签评语。2. 写50字自评：我选的点、改了什么、为什么改。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【提高作业】从本单元另选一首诗词，写一篇与前稿不同角度的短评，要求选点更小、提升段更具体。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本单元主题：生命的诗意。把今天学到的方法带进下一篇——自己读、自己想、自己写。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