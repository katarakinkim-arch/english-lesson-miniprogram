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第1单元 青春的价值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沁园春·长沙 精读（下）——忆青春与「谁主沉浮」之答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语言能力：准确背诵下阕，解释「粪土」「挥斥方遒」「中流击水」等词句的含义与用法。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文化意识：理解「同学少年」群像体现的革命青年精神，联系当代青年使命进行思考。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思维品质：发现上下阕「问—答」结构呼应，培养整体把握诗词结构的思维能力。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学习能力：运用「比较阅读」法，将上阕「看景」与下阕「忆人」对照分析，深化对诗词双线结构的理解。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延续第一课时，聚焦下阕。下阕以「忆」领起，回忆1913-1925年间在湖南第一师范的求学岁月：「恰同学少年，风华正茂；书生意气，挥斥方遒」四句十六字，凝练青春群像；「指点江山，激扬文字，粪土当年万户侯」展现革命青年的批判精神；末句「到中流击水，浪遏飞舟」以设问作答，回应上阕「谁主沉浮」——主宰中国命运的，正是这样的革命青年。结构上「问—忆—答」浑然一体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下阕结构：「忆」领起→「恰」字群像描写→「到」字设问作答。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关键词句：「粪土当年万户侯」——粪土（名词作动词，把……看作粪土）；「挥斥方遒」——挥斥（奔放），方（正），遒（强劲）。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上下阕呼应：上阕「问苍茫大地，谁主沉浮」→下阕「到中流击水，浪遏飞舟」即为回答。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复习导入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下阕诵读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群像分析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词类活用专题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上下阕对照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比较阅读+小结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「粪土」的词类活用。原因：学生习惯现代汉语「粪土=粪便」义，不知此处是名词作意动用法「以……为粪土」，需用例句固化。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「浪遏飞舟」的象征义。原因：字面是「浪大挡住飞舟」，象征义是「革命青年敢于搏击风浪、主宰命运」，学生易停在字面，需引导推导。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四字句的朗读节奏。原因：「风华正茂」「书生意气」等四字句密集，学生易读成2-2停顿而忽略语意连贯，需示范。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沁园春·长沙（下）──┐
│ 谁主沉浮？ → 答！ │
│ │
│ 【下阕结构】 │
│ 忆→恰→到 │
│ (领) (群像) (设问作答) │
│ │
│ 【同学少年群像表】 │
│ 风华正茂 | 才华横溢 │
│ 书生意气 | 意气风发 │
│ 指点江山 | 关心国事 │
│ 激扬文字 | 敢于批判 │
│ 粪土万户侯| 蔑视权贵 │
│ │
│ 【意动用法】 │
│ 粪土→以…为粪土 │
│ 异→以…为异 │
│ 美→以…为美 │
│ │
│ 【上下阕对照】 │
│ 上:看景→问沉浮 │
│ 下:忆人→答击水 │
│ 雪:数风流人物还看今朝 │
└────────────────────────┘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背诵默写《沁园春·长沙》全词。2. 解释下列词语在句中的含义：①粪土 ②挥斥方遒 ③中流击水。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【提高作业】写一段200字赏析，主题为「从《沁园春·长沙》上下阕的『问』与『答』看青年毛泽东的担当精神」。要求：①引用原文；②点明结构呼应；③联系当代青年。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本单元主题：青春的价值。把今天学到的方法带进下一篇——自己读、自己想、自己写。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