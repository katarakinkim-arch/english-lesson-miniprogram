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第一单元 · 青春的价值 · 第三课时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315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立在地球边上放号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红烛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群文阅读 · 现代诗的意象与情感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外放与内敛，青春激情的两种声音。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463040"/>
            <a:ext cx="3291840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0" y="1828800"/>
            <a:ext cx="54864" cy="3302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874519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诗里的话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423160"/>
            <a:ext cx="2514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不断的毁坏，
不断的创造，
不断的努力。</a:t>
            </a:r>
          </a:p>
          <a:p>
            <a:pPr algn="l">
              <a:spcAft>
                <a:spcPts val="1800"/>
              </a:spcAft>
            </a:pPr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—— 《立在地球边上放号》</a:t>
            </a:r>
          </a:p>
          <a:p>
            <a:pPr algn="l">
              <a:lnSpc>
                <a:spcPct val="150000"/>
              </a:lnSpc>
              <a:spcAft>
                <a:spcPts val="1400"/>
              </a:spcAft>
            </a:pPr>
            <a:r>
              <a:rPr sz="18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莫问收获，
但问耕耘。</a:t>
            </a:r>
          </a:p>
          <a:p>
            <a:pPr algn="l"/>
            <a:r>
              <a:rPr sz="12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—— 《红烛》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有感情地朗读两首诗，说出「白云」「洪涛」「红烛」等核心意象的象征义。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理解五四时期青年「破旧立新」的时代精神，体会诗人的社会责任感。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比较两首诗「外放—内敛」的不同抒情方式，培养对比分析的思维能力。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掌握「意象→象征→情感」的现代诗研读路径，能迁移到其他现代诗阅读。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两首诗，一个时代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029200" cy="3977639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写作坐标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4805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《立在地球边上放号》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写于 1919 年 9—10 月，收入诗集《女神》（1921）。时郭沫若留日，于横滨海岸面对大洋，感五四浪潮而作。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《红烛》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25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闻一多同名诗集（1923）的序诗，以一支红烛写青春抉择与赤子之心。</a:t>
            </a:r>
          </a:p>
          <a:p>
            <a:pPr algn="l">
              <a:lnSpc>
                <a:spcPct val="145000"/>
              </a:lnSpc>
            </a:pPr>
            <a:r>
              <a:rPr sz="125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共同的背景：五四运动——青年破旧立新、张扬个性的时代强音。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011680"/>
            <a:ext cx="5330952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76272"/>
            <a:ext cx="4782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统编教材总主编 · 温儒敏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33472"/>
            <a:ext cx="478231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闻一多把李商隐「蜡炬成灰泪始干」的旧意象，重写为「心火发光、泪流」的红烛，赋予牺牲与光明的新内涵；郭沫若「立在地球边上」的「大我」俯瞰，正是五四个性解放、自我发现的崭新精神。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502151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来源：《中学现代文教学直播实录》（腾讯新闻，2021）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023360"/>
            <a:ext cx="5330952" cy="1874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187952"/>
            <a:ext cx="4782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闻一多《诗的格律》（1926）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645152"/>
            <a:ext cx="4782312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新诗应具「三美」——音乐的美（音节）、绘画的美（辞藻）、建筑的美（章法均齐）。《红烛》反复低回、前后呼应的章法，正是「建筑的美」的体现。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513831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来源：《晨报副刊》；中国作家网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（本诗题为现代诗，现有可复用照片均属第二单元劳动主题，与诗题无关联；按规范 §2.3 以学科色块呈现，不强行套用无关图像。）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三个抓手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意象 · 象征 · 比较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9572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《放号》意象群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8446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白云 · 北冰洋 · 太平洋 · 洪涛——宏大意象叠加「力」的排比，表现毁灭与创造的力量。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28600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9572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《红烛》核心意象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3108960"/>
            <a:ext cx="28446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红烛——「烧蜡成灰」象征自我牺牲，「放光」象征传播光明，「泪」象征痛苦与赤诚。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28600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9572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比较阅读维度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3108960"/>
            <a:ext cx="2844698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抒情方式（外放 / 内敛）、意象风格（宏大 / 精微）、情感基调（激越 / 悲壮）。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 · 四招读懂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朗读 · 比较 · 支架 · 标注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朗读体验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37560"/>
            <a:ext cx="19963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听名家朗诵，体会《放号》的激越上扬与《红烛》的深沉倾诉，读出节奏差异。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8003" y="260604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群文比较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3337560"/>
            <a:ext cx="19963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用双栏对照表，从意象 / 象征 / 情感 / 节奏四个维度并排比较两首诗。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背景支架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3337560"/>
            <a:ext cx="19963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了解五四运动与闻一多留美经历，为「破旧立新」「赤子之心」提供理解背景。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651" y="260604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意象标注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651" y="3337560"/>
            <a:ext cx="199636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在诗上圈出意象、旁批象征义、末尾写一句话写清自己的感受。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三处容易卡住的地方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「力的律动」读不出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不熟悉自由诗节奏，看不见排比句式本身就是「力」的形式。→ 把「力的绘画，力的舞蹈……」当作一串快节奏鼓点，排比本身就在发力。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红烛的「泪」想简单了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容易只当作「伤心的泪」。→ 区分物理的蜡油与情感的焦灼——「烧得不稳时着急得流泪」，是怕理想来得太慢。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把意象当成了比喻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习惯「A 像 B」。→ 「红烛像奉献的人」是比喻；「红烛就是诗人自己」是意象——物本身就是情感的载体。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 · 双表对照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272887" cy="3108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《放号》意象表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724247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意象 | 特征 | 象征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白云 — 自由 — 宏大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洪涛 — 力量 — 毁灭+创造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力 — 律动 — 排比即形式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20240"/>
            <a:ext cx="5272887" cy="3108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057400"/>
            <a:ext cx="472424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《红烛》意象表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606040"/>
            <a:ext cx="4724247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意象 | 动作 | 象征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红烛 — 烧 — 牺牲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光 — 放 — 光明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泪 — 流 — 赤诚·焦灼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1208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21808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比较表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意象：放号宏大 | 红烛精微      情感：放号激越 | 红烛悲壮      节奏：放号排比 | 红烛反复</a:t>
            </a:r>
          </a:p>
          <a:p>
            <a:pPr algn="l"/>
            <a:r>
              <a:rPr sz="14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意象 ＝ 主观情志 ＋ 客观物象 → 融合体（≠ 比喻）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衔接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有感情地朗读两首诗，录制音频（不少于 1 分钟）；从每首诗中找出 3 个意象，写出其象征义。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写一首 8 行以内的现代诗，以「青春的____」为题（填一个意象）：至少用 2 个意象，且意象承载情感而非简单比喻。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衔接 · 铺垫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本单元后续将读小说《百合花》，意象从诗歌（红烛）迁移到小说（百合花被子）——可带着「借物寄情」的眼光去读。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911535" cy="13258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54864" cy="2794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30352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读法口诀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意象 → 象征 → 情感：读诗先找「物」，再问「它寄托了什么情」。下一站——小说《百合花》。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 · 青春的价值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两种声音，一样青春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200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意象读法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描摹景象特点 → 分析技法 → 挖掘象征 → 关联情感与背景。把「意象→象征→情感」走通。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286000"/>
            <a:ext cx="3393338" cy="3200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256032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两种青春表达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32004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《放号》如洪涛奔涌，《红烛》如烛火低语；一崇高一悲壮，都是五四青年的心声。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286000"/>
            <a:ext cx="3393338" cy="3200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2596" y="2560320"/>
            <a:ext cx="28446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向小说迁移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96" y="3200400"/>
            <a:ext cx="284469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意象不止在诗里——下读《百合花》，看「百合花被子」如何借情节与细节承载情感。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2064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5367528"/>
            <a:ext cx="54864" cy="304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285232"/>
            <a:ext cx="1018001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青春收束</a:t>
            </a:r>
          </a:p>
          <a:p>
            <a:pPr algn="l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「莫问收获，但问耕耘。」（闻一多《红烛》）——把青春交给行动，让意象自己说话。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