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第1单元 青春的价值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立在地球边上放号 / 红烛 群文阅读——现代诗的意象与情感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群文阅读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语言能力：有感情地朗读两首诗，说出「白云」「洪涛」「红烛」等核心意象的象征义。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文化意识：理解五四时期青年「破旧立新」的时代精神，体会诗人的社会责任感。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思维品质：通过比较两首诗「外放—内敛」的不同抒情方式，培养对比分析的思维能力。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学习能力：掌握「意象→象征→情感」的现代诗研读路径，能迁移到其他现代诗阅读。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一单元第三课时，从古典诗词转向现代诗群文阅读。《立在地球边上放号》是郭沫若《女神》代表作，写于1919年，以「力的绘画、力的舞蹈、力的音乐、力的诗歌」排比倾泻，体现五四狂飙精神。《红烛》是闻一多同名诗集序诗，以「烧蜡成灰」的红烛意象，象征自我牺牲与光明追求。两诗一外放一内敛，一崇高一悲壮，构成「青春激情」的两种表达，适合群文比较阅读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《立在地球边上放号》意象群：白云、北冰洋、太平洋、洪涛——宏大意象+「力」的排比，表现毁灭与创造的力量。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《红烛》核心意象：红烛——「烧蜡成灰」象征自我牺牲，「放光」象征传播光明，「泪」象征痛苦与赤诚。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比较阅读维度：抒情方式（外放/内敛）、意象风格（宏大/精微）、情感基调（激越/悲壮）。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朗读对比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《放号》意象分析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《红烛》意象分析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群文比较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意象概念辨析+小结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《放号》的「力的律动」。原因：学生不熟悉自由诗的节奏，看不到排比句式本身就是「力」的形式，需指导朗读体验。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《红烛》的「泪」的多义性。原因：学生易理解为「伤心的泪」，此处是「为不能更快烧完而焦灼的泪」，需逐句细读。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「意象」与「比喻」的区别。原因：学生习惯「A像B」的比喻思维，需点明意象是「借物寄情」而非「打比方」。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现代诗群文阅读 ──┐
│ 红烛:奉献·光明·赤诚 │
│ │
│ 放号:呐喊·爆发 │
│ 红烛:诉说·低语 │
│ │
│ 【放号意象表】 │
│ 白云|自由|宏大 │
│ 洪涛|力量|毁灭+创造 │
│ 力 |律动|排比=形式 │
│ │
│ 【红烛意象表】 │
│ 红烛|烧→牺牲 │
│ 光 |放→光明 │
│ 泪 |流→赤诚·焦灼 │
│ │
│ 【比较表】 │
│ 意象: 放号宏大|红烛精微│
│ 情感: 放号激越|红烛悲壮│
│ 节奏: 放号排比|红烛反复│
│ │
│ 意象=情志+物象(≠比喻) │
└────────────────────────┘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有感情地朗读两首诗，录制音频（不少于1分钟）。2. 从每首诗中找出3个意象，写出其象征义。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【提高作业】写一首8行以内的现代诗，以「青春的____」为题（填一个意象），要求：①至少使用2个意象；②意象要承载情感而非简单比喻。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本单元主题：青春的价值。把今天学到的方法带进下一篇——自己读、自己想、自己写。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