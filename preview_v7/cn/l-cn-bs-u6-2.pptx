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第6单元 学习之道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师说 精读——从师之道与破立结合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语言能力：朗读背诵，解释「说、惑、不齿、不拘于时」等词，说出三组对比的论证指向。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文化意识：理解韩愈倡导的从师之道与「能者为师」的进步师生观。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思维品质：通过分析「立—破—立」结构，培养论证结构意识。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学习能力：掌握「抓定义→析对比→明破立」的论说文读法。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师说》是韩愈抨击当时「耻学于师」风气的论说文。中心「古之学者必有师」，从「师者所以传道受业解惑」定义出发，用「古圣—今众」「其子—其身」「巫医乐师—士大夫」三组对比，批判耻师之风，提出「道之所存，师之所存」「弟子不必不如师」的进步师生观。论证上「立（正面定义）—破（批判时弊）—立（正确师生观）」结构清晰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正面立论：师者传道受业解惑；道之所存师之所存。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三组对比（破）：古圣从师vs今众耻师；爱其子vs于其身；巫医乐师vs士大夫。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再立：弟子不必不如师，术业有专攻（进步师生观）。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正面立论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三组对比（破）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再立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破立结构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对比的「破」功能。原因：学生赏对比不论证，需点明「用反差显谬」。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破立结构。原因：学生看不出「立—破—立」，需框示。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历史语境。原因：不知唐「耻学于师」风气，需补背景。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师说 韩愈 ──┐
│ 古之学者必有师 │
│ (耻学于师背景) │
│ │
│ 【立】 │
│ 师=传道受业解 │
│ 道存即师 │
│ │
│ 【破:三组对比】 │
│ 古圣↔今众 │
│ 爱子↔其身 │
│ 巫医↔士大夫 │
│ →耻师之谬 │
│ │
│ 【再立】 │
│ 能者为师 │
│ 术业有专攻 │
│ │
│ 结构:立-破-立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背诵全文。2. 解释：①说 ②受业 ③不齿 ④不拘于时。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【提高作业】写180字比较《劝学》《师说》论证方式异同，要求：①各引一句；②点明比喻vs对比；③说结构差异。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本单元主题：学习之道。把今天学到的方法带进下一篇——自己读、自己想、自己写。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