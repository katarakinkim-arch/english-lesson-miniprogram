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146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· 第六单元 · 学习之道 · 第二课时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1247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师说 精读——从师之道与破立结合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韩愈针砭「耻学于师」之风，先立「古之学者必有师」，再用三组对比破时弊，终立「能者为师」。读它的立—破—立。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语言能力：朗读背诵，解释「说、惑、不齿、不拘于时」等词，说出三组对比的论证指向。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2860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5292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文化意识：理解韩愈倡导的从师之道与「能者为师」的进步师生观。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1772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617720"/>
            <a:ext cx="5272887" cy="5029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7608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思维品质：通过分析「立—破—立」结构，培养论证结构意识。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617720"/>
            <a:ext cx="5272887" cy="2057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78727" y="4617720"/>
            <a:ext cx="5272887" cy="50292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8727" y="47091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5276088"/>
            <a:ext cx="472424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学习能力：掌握「抓定义→析对比→明破立」的论说文读法。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课文背景与权威来源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4206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师说》是韩愈抨击当时「耻学于师」风气的论说文。中心「古之学者必有师」，从「师者所以传道受业解惑」定义出发，用「古圣—今众」「爱其子—于其身」「巫医乐师—士大夫」三组对比批判耻师之风，提出「道之所存，师之所存」「弟子不必不如师」的进步师生观。结构清晰：立—破—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2057400"/>
            <a:ext cx="5227167" cy="420624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2240280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8767" y="2697480"/>
            <a:ext cx="467852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第一范文网《师说》教案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国建教育《师说》教学设计（立破结合）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100" b="0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正面立论——师者传道受业解惑；道之所存，师之所存。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三组对比（破）——古圣↔今众、爱子↔其身、巫医↔士大夫，显耻师之谬。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再立——弟子不必不如师，术业有专攻（能者为师）。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688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1401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诵读法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听朗读示范，自己练读，再背诵关键段。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19456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9895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9895" y="24688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7407" y="241401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对比解码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306324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三组对比逐一看：它破了「耻师」的哪一种荒谬？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8912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590288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634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60857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结构图示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用「立—破—立」框架标出全文论证脉络。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389120"/>
            <a:ext cx="5272887" cy="1828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9895" y="4590288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9895" y="466344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7407" y="460857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背景支架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了解唐代「耻学于师」的风气，读懂为何而写。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对比不只是文采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看清每组反差在显什么「谬」——对比是破的武器。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9298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看不出破立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先立「什么是师」才有标准去破，顺序不能乱。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8396" y="2441448"/>
            <a:ext cx="225033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读不懂时代背景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补一则唐代学风：门第观念下，从师被视为耻。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11535" cy="50292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3794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37944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32304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中心论点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32304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古之学者必有师（耻学于师背景）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53512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54096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立·定义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054096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师=传道受业解惑；道存即师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75304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8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破·三组对比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675888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古圣↔今众 / 爱子↔其身 / 巫医↔士大夫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97096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再立·师生观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297680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能者为师 · 术业有专攻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818888"/>
            <a:ext cx="10911535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19472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919472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 — 破 — 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911535" cy="566928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41264"/>
            <a:ext cx="3108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关键词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541264"/>
            <a:ext cx="7680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说=文体 受=授 不齿=不屑 不拘于时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基础·必做：背诵全文；解释「说、受业、不齿、不拘于时」的意思。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提升·选做：写180字比较《劝学》《师说》论证方式：各引一句，点明比喻与对比，说清结构差异。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拓展·衔接：下节课群文比较两文「治学观」——先想：荀子论「怎么学」，韩愈论「跟谁学」。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单元小结与反思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0911535" cy="429768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33172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99971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第六单元 · 学习之道 · 收束引导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981425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本单元讲「学习之道」。《师说》先立「学者必有师」，再用三组对比破掉「耻师」的荒谬，最后立起「能者为师」。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读它，留意作者的「立—破—立」：先有标准，再去批判，才有力量。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回头问自己：我遇到难题，愿不愿意向身边「有道」的人请教？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 · 学科色块设计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