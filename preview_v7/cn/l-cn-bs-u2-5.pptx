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c.jpg"/>
          <p:cNvPicPr>
            <a:picLocks noChangeAspect="1"/>
          </p:cNvPicPr>
          <p:nvPr/>
        </p:nvPicPr>
        <p:blipFill>
          <a:blip r:embed="rId2"/>
          <a:srcRect t="7844" b="784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第二单元 · 劳动光荣 · 第五课时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1247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口语交流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人物访谈 与 新闻播报训练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976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把前四课读到的劳动人物，用口语"说出来"——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访谈练"问与答"，播报练"说与听"。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设计 3–5 个有层次的访谈问题；用新闻播报语态播报一段劳动人物事迹（约1分钟）。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在访谈与播报中深化对劳动精神的理解，感受口语传播劳动故事的文化价值。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借"由浅入深·由事及理"的提问层次，培养提问的逻辑性与层次感。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掌握"设计问题→模拟访谈→整理记录"访谈三步法与"选材→组稿→播报"播报三步法。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知人论世 · 从读到说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22716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为什么练"口语交流"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本单元前四课，我们读了袁隆平、张秉贵、钟扬的劳动故事——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5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"读到了"不等于"说得出"。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本课两种口语能力互为补充：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访谈——"问与答"的互动交流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播报——"说与听"的单向传递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依据《普通高中语文课程标准》"实用性阅读与交流"任务群：口语交际须"清楚·连贯·得体"。</a:t>
            </a:r>
          </a:p>
        </p:txBody>
      </p:sp>
      <p:pic>
        <p:nvPicPr>
          <p:cNvPr id="7" name="Picture 6" descr="vintagemic.jpg"/>
          <p:cNvPicPr>
            <a:picLocks noChangeAspect="1"/>
          </p:cNvPicPr>
          <p:nvPr/>
        </p:nvPicPr>
        <p:blipFill>
          <a:blip r:embed="rId2"/>
          <a:srcRect t="13668" b="13668"/>
          <a:stretch>
            <a:fillRect/>
          </a:stretch>
        </p:blipFill>
        <p:spPr>
          <a:xfrm>
            <a:off x="6324447" y="1783080"/>
            <a:ext cx="5227167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4447" y="434340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早期广播话筒（Public domain）· 播报传统的实物见证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4447" y="4754880"/>
            <a:ext cx="5227167" cy="1828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4892040"/>
            <a:ext cx="467852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口语三原则（本课总纲）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目的性 —— 为什么说（传递信息）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条理性 —— 怎么说清楚（有框架）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得体性 —— 对谁说（看对象）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访谈问题三层次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访谈问题三层次（金字塔）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785" y="2286000"/>
            <a:ext cx="3031757" cy="10789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785" y="2395728"/>
            <a:ext cx="303175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价值层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785" y="2788920"/>
            <a:ext cx="3031757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为什么重要？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945" y="3108960"/>
            <a:ext cx="275743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例：他的种子对未来有何意义？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5068" y="3474720"/>
            <a:ext cx="4077190" cy="10789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5068" y="3584448"/>
            <a:ext cx="407719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感受层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5068" y="3977640"/>
            <a:ext cx="407719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怎么想的？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228" y="4297680"/>
            <a:ext cx="380287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例：他想过放弃吗？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4623" y="4663440"/>
            <a:ext cx="5018080" cy="107899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4623" y="4773168"/>
            <a:ext cx="5018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事实层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4623" y="5166360"/>
            <a:ext cx="50180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做了什么？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783" y="5486400"/>
            <a:ext cx="474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例：在西藏每天怎么采种？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▲ 由浅入深·由事及理：先问"做了什么"，再追问"为何重要"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口语三原则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4447" y="2286000"/>
            <a:ext cx="5227167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047" y="2450592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目的性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1807" y="2468880"/>
            <a:ext cx="33069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先想"为什么开口"——传递信息，不是随便闲聊。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7" y="3767328"/>
            <a:ext cx="5227167" cy="1371600"/>
          </a:xfrm>
          <a:prstGeom prst="roundRect">
            <a:avLst/>
          </a:prstGeom>
          <a:solidFill>
            <a:srgbClr val="E7DFD2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047" y="393192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条理性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1807" y="3950208"/>
            <a:ext cx="33069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按框架说：访谈有层次，播报有结构，不东拉西扯。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4447" y="5248656"/>
            <a:ext cx="5227167" cy="13716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047" y="5413248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得体性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1807" y="5431536"/>
            <a:ext cx="33069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看对象调整：对同学、对长辈、对镜头，语气不一样。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问题缺层次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只会问"你觉得怎么样"这种空问题。→ 用三层次框架填空：事实→感受→价值，每个问题都要"具体可答"。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找不到"新闻语态"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要么太随意（像聊天），要么太夸张（像朗诵）。→ 中间态：客观·简洁·有节奏，看主播示范对比。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当众开口紧张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不敢说、低头念稿、忘词。→ 4人小组分工（记者/受访者/记录员/观察员），降低个体压力。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探究 · 招牌招式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角色扮演法 + 示范模仿法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① 角色扮演法（4人小组）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785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记者 / 受访者（扮演劳动者同事）/ 记录员 / 观察员，用设计好的问题做 3 分钟模拟访谈。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受访者须"基于课文回答"，不确定的就说"这点我不确定"——守住真实性。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97680"/>
            <a:ext cx="5227167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53128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示范模仿法（播报语态）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46785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先听央视新闻片段，再跟读示范稿："据本台消息，被誉为杂交水稻之父的袁隆平院士……"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同一内容用三种语态说——讲故事 / 朗诵 / 新闻，自己对比差异最直观。</a:t>
            </a:r>
          </a:p>
        </p:txBody>
      </p:sp>
      <p:pic>
        <p:nvPicPr>
          <p:cNvPr id="12" name="Picture 11" descr="vintagemic.jpg"/>
          <p:cNvPicPr>
            <a:picLocks noChangeAspect="1"/>
          </p:cNvPicPr>
          <p:nvPr/>
        </p:nvPicPr>
        <p:blipFill>
          <a:blip r:embed="rId2"/>
          <a:srcRect t="21742" b="21742"/>
          <a:stretch>
            <a:fillRect/>
          </a:stretch>
        </p:blipFill>
        <p:spPr>
          <a:xfrm>
            <a:off x="6324447" y="2057400"/>
            <a:ext cx="5227167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4447" y="406908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广播话筒 · 播报传统的实物见证（PD）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447" y="4434840"/>
            <a:ext cx="5227167" cy="1920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4572000"/>
            <a:ext cx="46785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5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张颂（播音学奠基人）定义"播报"语言样态：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感而不入·讲究分寸 → 客观
节奏明快·语流晓畅 → 有节奏</a:t>
            </a:r>
          </a:p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（字正腔圆·语尾不坠 → 简洁清晰）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 · 访谈与播报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1051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口语三原则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231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目的性(为何说) · 条理性(说清楚) · 得体性(对谁说)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访谈三层次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08376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事实层(做了什么) → 感受层(怎么想) → 价值层(为何重要)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播报语态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935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客观(不评价) · 简洁(一句一事) · 节奏(句间微顿) ≠朗诵 ≠日常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评价量表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178808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内容(准不准) · 语态(像不像) · 节奏(停不好) · 表达(清不清)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访谈三步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764024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设计问题 → 模拟访谈 → 整理记录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播报三步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34924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选材 → 组稿 → 播报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完善访谈问题：三层次各 2 个，且"具体可答"；② 整理模拟访谈记录 3 条关键信息；③ 修改播报稿（5句内），标停顿"/"，录1分钟音频。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采访一位身边的劳动者（家长 / 校工 / 身边爱岗敬业的普通人）：写访谈目的 + 5个三层次问题 + 预设回答 + 播报稿。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访谈记录与播报稿，直接作为下节课"学写人物通讯"的素材——口语素材转化为书面写作。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总结 · 两种口语方法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访谈三步 · 播报三步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访谈三步法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8446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设计问题 → 模拟访谈 → 整理记录。问题要"具体可答"，由事实到价值层层追问。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286000"/>
            <a:ext cx="3393338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播报三步法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3154680"/>
            <a:ext cx="28446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选材 → 组稿 → 播报。语态要客观·简洁·有节奏，抬头看"观众"像主播。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286000"/>
            <a:ext cx="3393338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核心一句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96" y="3154680"/>
            <a:ext cx="28446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读到的劳动故事，用口语"说出来"——这就是实用性表达。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10911535" cy="1920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80060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09160"/>
            <a:ext cx="1018001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口语交流，贵在"得体"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访谈练"会问"——问题有层次，才挖得出真故事。
播报练"会说"——语态客观简洁，信息才传得准。
下节课：把口语素材写成人物通讯，口头表达落地为书面写作。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