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第2单元 劳动光荣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口语交流——人物访谈与新闻播报训练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口语交流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学习任务群：实用性阅读与交流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语言能力：能设计3-5个有层次的访谈问题，用新闻播报语态播报一段劳动人物事迹（1分钟）。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文化意识：在访谈与播报中深化对劳动精神的理解，感受口语传播劳动故事的文化价值。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思维品质：通过设计访谈问题（由浅入深·由事及理），培养提问的逻辑性与层次感。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学习能力：掌握「设计问题→模拟访谈→整理记录」的访谈三步法和「选材→组稿→播报」的播报三步法。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第五课时，从阅读理解转向口语表达，属学习任务群「实用性阅读与交流」中的「交流」环节。教材单元学习任务要求学生进行「人物访谈」和「新闻播报」实践。本课以本单元阅读过的劳动人物（袁隆平·张秉贵·钟扬）为素材，训练两种口语能力：①人物访谈——设计问题、模拟采访、整理记录；②新闻播报——用新闻语言播报劳动人物事迹。两种训练互为补充，访谈侧重「问与答」的互动交流，播报侧重「说与听」的单向传递，共同提升实用性口语表达能力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访谈问题设计三层次：事实层（做了什么）→感受层（怎么想的）→价值层（为什么重要）。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新闻播报语态：客观·简洁·有节奏，不同于日常说话和朗诵。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口语交流三原则：目的性（为什么说）·条理性（怎么说清楚）·得体性（对谁说）。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访谈问题设计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模拟访谈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新闻播报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播报展示+互评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访谈问题的层次设计。原因：学生习惯只问「是什么」，不会追问「为什么」和「意味着什么」，需给出问题层次框架。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新闻播报的语态。原因：学生要么用日常口语（太随意），要么用朗诵腔（太夸张），找不到「新闻播报」的中间语态，需示范。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紧张情绪的克服。原因：B班部分学生不敢当众开口，需用小组模拟降低压力。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口语交流:访谈与播报 ──┐
│ 目的·条理·得体 │
│ │
│ 【访谈问题三层次】 │
│ 价值层:为什么重要? │
│ 感受层:怎么想的? │
│ 事实层:做了什么? │
│ (金字塔:由浅入深) │
│ │
│ 【播报语态】 │
│ 客观:不带个人评价 │
│ 简洁:一句一事 │
│ 节奏:句间微顿 │
│ ≠朗诵 ≠日常说话 │
│ │
│ 【评价量表】 │
│ 内容|语态|节奏|表达 │
│ │
│ 访谈:设计→模拟→整理 │
│ 播报:选材→组稿→播报 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完善你的访谈问题（三层次各2个问题），并整理模拟访谈记录（3条关键信息）。2. 修改播报稿（5句话以内），标注停顿符号（/），录制1分钟播报音频。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【提高作业】选择一位身边的劳动者（家长//学校工作人员），设计一份完整的访谈方案：①访谈目的；②5个三层次问题；③；④访谈后的播报稿。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本单元主题：劳动光荣。把今天学到的方法带进下一篇——自己读、自己想、自己写。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