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第8单元 · 思辨性阅读与表达（古代说理文）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谏太宗十思疏 精读——居安思危与谏诤艺术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固本浚源、居安思危——一篇奏疏里的治国忧思与谏诤智慧。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第1课时 · 课文精读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梳理奏疏的论证思路（类比立本→十思条目），说出「居安思危」的核心观点。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7327" y="225856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687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理解魏征「以讽谏见忠」的臣道与贞观忧患意识。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3600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通过分析类比与条理，培养严密论证思维。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7327" y="463600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掌握「抓论点、理层次、品谏艺」的文言说理读法。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课文背景与研读来源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《谏太宗十思疏》是魏征写给唐太宗的奏疏，劝其「居安思危、戒奢以俭」。先以「求木长/欲流远」类比立「积德义」之本，再列「十思」具体条目，逻辑严密、言辞恳切。是古代劝谏说理典范。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57200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研读来源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来源：瑞文网《魏徵〈谏太宗十思疏〉原文·注释·译文·鉴赏》。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36576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来源：人民教育出版社《必修下册》第八单元「思辨性阅读与表达（古代说理文）」。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6446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本课件未使用无关配图（无契合照片，学科色块兜底）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论点：居安思危、戒奢以俭（积德义为本）。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层次：类比(木/流)立本→十思条目(戒傲/纳下…)。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6876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6876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谏艺：委婉恳切、层层推进。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论证层次图法。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论证层次图法。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39572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5435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类比解码法（木/流）。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5435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类比解码法（木/流）。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39572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759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十思归类法。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十思归类法。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39572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083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诵读法（恳切段）。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083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诵读法（恳切段）。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学习难点与突破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论证链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突破：容易读断，需层次图。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类比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突破：易略，可读作「木/流」。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十思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突破：易背清单，需明逻辑。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十思疏·魏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居安思危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论点:积德义为本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两层: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类比立本(木/流)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十思条目(戒傲/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纳下/慎始)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谏艺:委婉恳切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写出奏疏核心观点。2. 说出论证的两层（类比/十思）。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写150字「我眼中的魏征」，要求：①联论证一处；②说谏艺；③不脸谱。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 · 第8单元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73152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03628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思辨性阅读与表达（古代说理文）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我读到了什么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本单元围绕「思辨性阅读与表达（古代说理文）」展开；本课抓住：论点：居安思危、戒奢以俭（积德义为本）。。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我留下什么疑问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哪一处最想再细读？写下你的一个问题，带着它走向课外阅读。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我怎样去运用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把「论证层次图法。」用到一部剧或一篇科普的观赏与阅读中。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