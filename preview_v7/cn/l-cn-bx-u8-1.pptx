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谏太宗十思疏 精读——居安思危与谏诤艺术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语言能力：梳理奏疏的论证思路（类比立本→十思条目），说出「居安思危」的核心观点。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文化意识：理解魏征「以讽谏见忠」的臣道与贞观忧患意识。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思维品质：通过分析类比与条理，培养严密论证思维。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学习能力：掌握「抓论点、理层次、品谏艺」的文言说理读法。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《谏太宗十思疏》是魏征写给唐太宗的奏疏，劝其「居安思危、戒奢以俭」。先以「求木长/欲流远」类比立「积德义」之本，再列「十思」具体条目，逻辑严密、言辞恳切。是古代劝谏说理典范。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论点：居安思危、戒奢以俭（积德义为本）。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层次：类比(木/流)立本→十思条目(戒傲/纳下…)。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谏艺：委婉恳切、层层推进。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论点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层次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类比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十思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论证链。原因：学生读断，需层次图。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类比。原因：易略，需解「木/流」。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十思。原因：易背清单，需明逻辑。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十思疏·魏 ──┐
│ 居安思危 │
│ │
│ 论点:积德义为本 │
│ │
│ 两层: │
│ 类比立本(木/流) │
│ 十思条目(戒傲/ │
│ 纳下/慎始) │
│ │
│ 谏艺:委婉恳切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写出奏疏核心观点。2. 说出论证的两层（类比/十思）。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【提高作业】写150字「我眼中的魏征」，要求：①联论证一处；②说谏艺；③不脸谱。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