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语文 · 必修下册 · 第8单元 思辨性阅读与表达（古代说理文）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37215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群文阅读——古代说理艺术：立论与驳论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群文比较《谏太宗十思疏》（立论：类比+条目）与《答司马谏议书》（驳论：原则+破罪）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6144768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181344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第3课时 · 群文阅读 · 学生课堂版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73952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科目：语文　册次：必修下册　单元：思辨性阅读与表达（古代说理文）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109728" cy="8686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194560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用双栏比较两文（目的/结构/方法/风格），说出古代说理的立论与驳论差异。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18688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218688"/>
            <a:ext cx="109728" cy="8686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218688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体会古人「以理服君」的不同智慧。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42816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242816"/>
            <a:ext cx="109728" cy="868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242816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通过比较培养同中求异、提炼范式思维。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66944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266944"/>
            <a:ext cx="109728" cy="86868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266944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掌握说理文群文双栏比较法。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教材定位与来源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群文比较《谏太宗十思疏》（立论：类比+条目）与《答司马谏议书》（驳论：原则+破罪）。同是古代臣子说理，但路径异：一劝（立论疏导），一辩（驳论破敌）。比较提炼说理文的两种范式。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828800"/>
            <a:ext cx="5227167" cy="402336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01168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560320"/>
            <a:ext cx="467852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来源：济南市教育教学研究院《群文阅读中的问题引领——统编高中语文必修(下)第八单元教学举例》（jggz.jinan-edu.cn）——第八单元两组四篇古代思辨文，第一组《谏太宗十思疏》取立论模式（以「思」为线、层层递进），《答司马谏议书》落「立论与批驳结合」的论述思路，核心任务为「倾听理性的声音」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来源：21世纪教育网《谏太宗十思疏》《答司马谏议书》比较阅读任务式教案（zy.21cnjy.com）——魏征以「居安思危，戒奢以俭」立论、比喻论证开篇；王安石先立「名实之争」根本分歧，再逐条驳斥司马光五点责难，先破后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98767" y="4343400"/>
            <a:ext cx="4678527" cy="1270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98767" y="4480560"/>
            <a:ext cx="46785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本课件未使用无关配图，画面以学科色块呈现。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十思：立论/劝君/类比+条目/委婉。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答司马：驳论/辩敌/原则+破罪/犀利。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共性：皆逻辑严密、以理服人。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双栏比较法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23995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3995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23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范式命名法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23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立/驳。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3319" y="2359152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0247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归纳法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62643" y="2359152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62643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571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迁移法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571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体例分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B23A2A"/>
                </a:solidFill>
                <a:latin typeface="楷体"/>
                <a:ea typeface="楷体"/>
                <a:cs typeface="楷体"/>
              </a:rPr>
              <a:t>破解：学生混，需点。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双栏填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2E7D6B"/>
                </a:solidFill>
                <a:latin typeface="楷体"/>
                <a:ea typeface="楷体"/>
                <a:cs typeface="楷体"/>
              </a:rPr>
              <a:t>破解：维度不清，需框架。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共性提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破解：易停异，需归纳。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4297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28016" cy="4297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57400"/>
            <a:ext cx="1018001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同:说理·异:立/驳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【双栏】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目的:劝↔辩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结构:类条目↔尺破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方法:立论↔驳论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风格:委婉↔犀利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范式: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立论型↔驳论型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共性:逻辑服人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完成双栏（目的/结构/方法/风格）。2. 用一句话说两文范式差异。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写180字比较短文，要求：①同维度；②各引一句；③提炼范式差异。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单元回望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13716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180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本单元「思辨性阅读与表达（古代说理文）」：双栏让比较有抓手，B班也填；范式命名（立/驳）抓内核；共性「逻辑服人」有高度。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7472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3666744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216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47472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双栏让比较有抓手，B班也填；范式命名（立/驳）抓内核；共性「逻辑服人」有高度。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3484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4626864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68172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43484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B班生常混两体例，需更多对比例；下次加判定口诀。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9496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558698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6418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39496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下节课《阿房宫赋》，赋体说理。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