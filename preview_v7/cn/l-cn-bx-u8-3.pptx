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第8单元 思辨性阅读与表达（古代说理文）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群文阅读——古代说理艺术：立论与驳论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群文阅读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学习任务群：思辨性阅读与表达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语言能力：用双栏比较两文（目的/结构/方法/风格），说出古代说理的立论与驳论差异。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文化意识：体会古人「以理服君」的不同智慧。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思维品质：通过比较培养同中求异、提炼范式思维。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学习能力：掌握说理文群文双栏比较法。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群文比较《谏太宗十思疏》（立论：类比+条目）与《答司马谏议书》（驳论：原则+破罪）。同是古代臣子说理，但路径异：一劝（立论疏导），一辩（驳论破敌）。比较提炼说理文的两种范式。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十思：立论/劝君/类比+条目/委婉。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答司马：驳论/辩敌/原则+破罪/犀利。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共性：皆逻辑严密、以理服人。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双栏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范式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共性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迁移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体例分。原因：学生混，需点。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双栏填。原因：维度不清，需框架。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共性提。原因：易停异，需归纳。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说理群文 ──┐
│ 同:说理·异:立/驳│
│ │
│ 【双栏】 │
│ 目的:劝↔辩 │
│ 结构:类条目↔尺破│
│ 方法:立论↔驳论 │
│ 风格:委婉↔犀利 │
│ │
│ 范式: │
│ 立论型↔驳论型 │
│ 共性:逻辑服人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完成双栏（目的/结构/方法/风格）。2. 用一句话说两文范式差异。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【提高作业】写180字比较短文，要求：①同维度；②各引一句；③提炼范式差异。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本单元主题：思辨性阅读与表达（古代说理文）。把今天学到的方法带进下一篇——自己读、自己想、自己写。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