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第7单元 整本书阅读与研讨（红楼梦）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单元导入——走进《红楼梦》与整本书阅读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单元导入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语言能力：说出《红楼梦》基本面貌（作者/时代/主线），说出整本书阅读与单篇阅读的不同。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文化意识：理解《红楼梦》作为中国古典小说巅峰的文化地位。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思维品质：通过建立「整本」框架，培养整体把握思维。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学习能力：建立整本书阅读的方法认知（脉络/人物/象征）。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七单元是整本书阅读与研讨，读《红楼梦》。导入：认识《红楼梦》（曹雪芹，清代，以贾府兴衰写四大家族与儿女悲剧）与整本书阅读方法（不同于单篇，要抓整体脉络、主要人物、象征体系）。为后续研讨奠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面貌：曹雪芹/清/贾府兴衰+儿女悲剧。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主线：宝黛钗爱情+贾府盛衰。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整本读法≠单篇：抓脉络/人物群/象征。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面貌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双主线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整本≠单篇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路线图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整本框架。原因：畏长，需拆模块。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主线抓。原因：线索多，需点双线。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读法异。原因：易当长文，需辨。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走进红楼 ──┐
│ 贾府盛衰·儿女悲│
│ │
│ 面貌:曹/清/主线│
│ 双线: │
│ 爱情(宝黛钗) │
│ 盛衰(四大家族) │
│ │
│ 整本三抓: │
│ 脉络/人物群/象征│
│ 路线:人→境→词 │
│ →专题→报告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写出《红楼梦》作者与一条主线。2. 说整本书阅读与单篇的一个不同。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【提高作业】写100字「我的红楼初印象」，要求：①说所知一点；②说最想探究的模块；③不空。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本单元主题：整本书阅读与研讨（红楼梦）。把今天学到的方法带进下一篇——自己读、自己想、自己写。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