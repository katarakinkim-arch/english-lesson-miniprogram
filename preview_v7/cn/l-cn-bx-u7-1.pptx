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必修下册 · 第7单元 · 整本书阅读与研讨（红楼梦）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单元导入——走进《红楼梦》与整本书阅读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4612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56432"/>
            <a:ext cx="10607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一座贵族之家的盛衰，一部「千红一哭」的青春悲剧，从回目与第五回走入。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第1课时 · 单元导入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25856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说出《红楼梦》基本面貌（作者/时代/主线），说出整本书阅读与单篇阅读的不同。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07327" y="225856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1687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理解《红楼梦》作为中国古典小说巅峰的文化地位。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63600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通过建立「整本」框架，培养整体把握思维。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07327" y="463600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1687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47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建立整本书阅读的方法认知（脉络/人物/象征）。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课文背景与研读来源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七单元是整本书阅读与研讨，读《红楼梦》。本课导入：认识《红楼梦》（曹雪芹，清代，以贾府兴衰写四大家族与儿女悲剧）与整本书阅读方法（不同于单篇，要抓整体脉络、主要人物、象征体系）。为后续研讨奠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11680"/>
            <a:ext cx="5227167" cy="457200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研读来源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7432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来源：维基百科《曹雪芹》——名霑，字梦阮，清代小说家，《红楼梦》前八十回作者。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36576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来源：人民教育出版社《普通高中教科书·语文必修下册》第七单元「整本书阅读与研讨」。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447" y="644652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本课件未使用无关配图（无契合照片，学科色块兜底）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面貌：曹雪芹/清/贾府兴衰+儿女悲剧。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7778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7778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主线：宝黛钗爱情+贾府盛衰。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6876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876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整本读法≠单篇：抓脉络/人物群/象征。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9572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面貌简介法。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面貌简介法。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60571" y="239572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5435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双主线法。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5435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双主线法。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9895" y="239572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9895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4759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模块拆解法（人物/环境/诗词）。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4759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模块拆解法（人物/环境/诗词）。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9219" y="239572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9219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083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讨论法。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083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讨论法。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学习难点与突破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整本框架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突破：畏长，需拆模块。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主线抓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突破：线索多，需点双线。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读法异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突破：易当长文，需辨。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走进红楼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贾府盛衰·儿女悲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面貌:曹/清/主线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双线: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05072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爱情(宝黛钗)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盛衰(四大家族)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整本三抓: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脉络/人物群/象征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路线:人→境→词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0167" y="4005072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→专题→报告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基础作业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写出《红楼梦》作者与一条主线。2. 说整本书阅读与单篇的一个不同。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写100字「我的红楼初印象」，要求：①说所知一点；②说最想探究的模块；③不空。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 · 第7单元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73152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103628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整本书阅读与研讨（红楼梦）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我读到了什么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本单元围绕「整本书阅读与研讨（红楼梦）」展开；本课抓住：面貌：曹雪芹/清/贾府兴衰+儿女悲剧。。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我留下什么疑问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哪一处最想再细读？写下你的一个问题，带着它走向课外阅读。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我怎样去运用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把「面貌简介法。」用到一部剧或一篇科普的观赏与阅读中。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