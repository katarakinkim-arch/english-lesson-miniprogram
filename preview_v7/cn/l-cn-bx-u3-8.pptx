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必修下册 · 第三单元 · 第八课时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单元活动——科普分享会与知识性阅读反思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2801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把读到的讲出来——用知识文标准做一场科普分享与单元反思。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实用性阅读与交流（知识性读物）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2813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2813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参与宣讲或互评，做到用知识文标准（特征/顺序/语言）评文。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02137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2137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8859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在分享中体会科学知识传播的价值。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1461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1461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填单元反思单，梳理路径，培养元认知。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0785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0785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507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整合四文为单元成果。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本课为第三单元收官：科普分享会（优秀知识性短文宣讲）+阅读反思单（回顾「精读—群文—写作」路径与知识性读物读法）。含三环节：①短文宣讲；②互评（特征/顺序/语言）；③单元反思单。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783080"/>
            <a:ext cx="5227167" cy="4297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2514599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来源：人民教育出版社用书 必修下第三单元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来源：统编教材单元学习任务（科普分享与反思）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本课件未使用无关配图（学科色块兜底）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宣讲：知识性短文口述。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互评：特征/顺序/语言三标。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反思单：路径——精读→群文→写作。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宣讲工作坊。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8003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03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7327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127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651" y="2450592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651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451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总结法。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以上读法 / 写法可迁移到同类知识性文本。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宣讲条理。原因：易念稿无重点，需框架。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互评深度。原因：易口号，需术语。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元认知。原因：反思空话，需具体。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单元活动——科普分享会与知识性阅读反思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27145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科普分享反思 【宣讲框架】 特征 顺序 语言 【互评三标】 特征具体/序清/ 语准平 【反思三问】 ①学会__②提升__ ③疑问__ 路径: 精读→群文→写作 读知识文→以真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4447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将最满意知识短文归档。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【提高作业】写150字「单元总结」，要求：①点明最重要方法；②举一文说明；③说想提升的方面。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围绕单元，做一次反思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77240"/>
          </a:xfrm>
          <a:prstGeom prst="round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所属单元：第三单元 · 实用性阅读与交流（知识性读物）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反思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回顾本课，你最能向他人讲清哪一个要点？（如：① 宣讲：知识性短文口述。）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反思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把本单元几篇课文放在一起，它们共同教给我们怎样的读法？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反思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能否用今天学到的方法，去读懂一篇课外的知识性文章？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