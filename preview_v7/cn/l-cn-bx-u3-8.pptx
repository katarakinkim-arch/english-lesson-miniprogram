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第3单元 实用性阅读与交流（知识性读物）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单元活动——科普分享会与知识性阅读反思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单元活动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学习任务群：实用性阅读与交流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语言能力：参与宣讲或互评，做到用知识文标准（特征/顺序/语言）评文。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文化意识：在分享中体会科学知识传播的价值。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思维品质：填单元反思单，梳理路径，培养元认知。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学习能力：整合四文为单元成果。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本课为第三单元收官：科普分享会（优秀知识性短文宣讲）+阅读反思单（回顾「精读—群文—写作」路径与知识性读物读法）。含三环节：①短文宣讲；②互评（特征/顺序/语言）；③单元反思单。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宣讲：知识性短文口述。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互评：特征/顺序/语言三标。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反思单：路径——精读→群文→写作。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宣讲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互评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反思单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总结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宣讲条理。原因：易念稿无重点，需框架。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互评深度。原因：易口号，需术语。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元认知。原因：反思空话，需具体。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科普分享反思 ──┐
│ 【宣讲框架】 │
│ 特征·顺序·语言 │
│ │
│ 【互评三标】 │
│ 特征具体/序清/ │
│ 语准平 │
│ │
│ 【反思三问】 │
│ ①学会__②提升__ │
│ ③疑问__ │
│ │
│ 路径: │
│ 精读→群文→写作 │
│ 读知识文→以真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提交单元反思单（三行完整）。2. 将最满意知识短文归档。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【提高作业】写150字「单元总结」，要求：①点明最重要方法；②举一文说明；③说想提升的方面。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本单元主题：实用性阅读与交流（知识性读物）。把今天学到的方法带进下一篇——自己读、自己想、自己写。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