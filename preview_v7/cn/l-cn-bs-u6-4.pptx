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14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· 第六单元 · 学习之道 · 第四课时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1247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反对党八股 精读——破立结合的批判文风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毛泽东1942年整风演讲，先列党八股的八条罪状，再立「马克思主义文风」。读它的「先破后立」，看清批判文怎么写。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语言能力：概括八股八条罪状，解释「有的放矢」「甲乙丙丁」等词语，说出「破立结合」结构。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文化意识：理解「文风反映作风」，体会优良文风对今天写作的启示。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5272887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思维品质：通过分析「先破后立」，培养论证结构意识。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617720"/>
            <a:ext cx="5272887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学习能力：掌握「抓罪状→析危害→明正面主张」的批判文读法。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课文背景与权威来源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反对党八股》（节选）是毛泽东1942年整风演讲，批判党内八股文风（空话连篇、言之无物、无的放矢、语言无味等八条罪状）。写法上「先破后立」：破八股之弊，立「马克思主义文风」（内容充实、有的放矢、语言鲜活）。是学习「破立结合」议论文写法的范例，与《师说》破弊一脉相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057400"/>
            <a:ext cx="5227167" cy="420624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央视网 毛泽东《反对党八股》原文（1942）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党建网《反对党八股》导读：树立马克思主义文风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1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八条罪状（破）——空话、无物、无的放矢、语言无味、甲乙丙丁、不负责任等。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正面主张（立）——内容充实、有的放矢、语言鲜活、为群众喜闻乐见。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结构——先破八股之弊，后立正确文风（破是手段，立是目的）。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八条归类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把八条归为内容/态度/语言三类，按「坏在哪方面」记。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7407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破立图示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画「破→立」框：先破八股，后立正确文风。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59028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联系今天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找自己作文里的「新八股」：套话、堆砌、无的放矢。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9895" y="459028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9895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7407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典型诵读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朗读八条罪状与正面主张，感受犀利有力的文风。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八条记不住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归为三类（内容/态度/语言）再记，不逐条背。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298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重破轻立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记住：立才是目的，批判文最后要有建设性主张。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8396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以为「八股」是历史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自检作文：套话总结、官样文章就是今天的「新八股」。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3794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230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党八股=空话文风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3230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1942 整风背景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53512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破·八条三类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54096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内容：空话/无物/无的放矢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75304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破·八条三类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75888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态度：不负责任/甲乙丙丁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97096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破·八条三类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297680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语言：无味/像瘪三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18888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1947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立·文风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19472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充实 · 有的放矢 · 鲜活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4126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54126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先破后立（破手段·立目的）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基础·必做：将八条罪状归为三类，各举1—2条；解释「有的放矢」「甲乙丙丁」（文中义）。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提升·选做：写180字「我作文里的『新八股』自查」：借八条之一自查，说危害，提改进。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拓展·衔接：下节课读《拿来主义》——同样先破（闭关/送去）后立（拿来），破立一脉。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单元小结与反思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911535" cy="42976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第六单元 · 学习之道 · 收束引导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981425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本单元学「思辨性阅读与表达」。《反对党八股》教我们：批判文要「先破后立」。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破八条空话，立充实、有的放矢、鲜活的文风——文风背后是作风。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回头查自己：作文里有没有「空话连篇、无的放矢」？把这条记进下一课的「拿来」。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