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第6单元 学习之道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反对党八股 精读——破立结合的批判文风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课文精读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学习任务群：思辨性阅读与表达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语言能力：概括八股八条罪状，解释「有的放矢」「甲乙丙丁」等词语，说出「破立结合」结构。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文化意识：理解「文风反映作风」，体会马克思主义文风对今天写作的启示。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思维品质：通过分析「先破后立」，培养论证结构意识。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学习能力：掌握「抓罪状→析危害→明正面主张」的批判文读法。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反对党八股》（节选）是毛泽东1942年整风演讲，批判党内八股文风（空话连篇、言之无物、无的放矢、语言无味等八条罪状）。写法上「先破后立」：破八股之弊，立「马克思主义文风」（内容充实、有的放矢、语言鲜活）。是学习「破立结合」议论文写法的范例，与《师说》破弊一脉相承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八条罪状（破）：空话连篇、言之无物、无的放矢、语言无味、甲乙丙丁、不负责任等。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正面主张（立）：内容充实、有的放矢、语言鲜活、为群众喜闻乐见。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结构：先破八股之弊，后立正确文风（破立结合）。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八条归类（破）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正面主张（立）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破立结构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联今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八条归类。原因：学生逐条记易乱，需归为「内容/态度/语言」三类。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破立关系。原因：易重破轻立，需点明「立是目的」。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现实关联。原因：以为「八股」是历史，需联今天套话。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反对党八股 ──┐
│ 党八股=空话文风 │
│ │
│ 【破:八条三类】 │
│ 内容:空话/无物/ │
│ 无的放矢 │
│ 态度:不负/甲乙 │
│ 语言:无味/瘪三 │
│ │
│ 【立:文风】 │
│ 充实·有的放矢· │
│ 鲜活(人喜见) │
│ │
│ 结构:先破后立 │
│ 破手段·立目的 │
│ │
│ 今:新八股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将八条罪状归为三类（内容/态度/语言）各举1-2条。2. 解释：①有的放矢 ②甲乙丙丁（文中义）。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【提高作业】写180字「我作文里的『新八股』自查」，要求：①借八条之一自查；②说危害；③提改进。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本单元主题：学习之道。把今天学到的方法带进下一篇——自己读、自己想、自己写。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