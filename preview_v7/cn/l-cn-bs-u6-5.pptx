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第六单元 · 学习之道 · 第五课时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拿来主义 精读——比喻论证与「拿来」智慧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鲁迅先破「闭关」「送去」之谬，再立「拿来主义」：占有之后，要挑选。读四个比喻，看清每种文化成分该怎么对待。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语言能力：概括「闭关/送去/拿来」三层，说清鱼翅/鸦片/烟枪/姨太太四喻体对应的取舍态度。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文化意识：理解「拿来主义」对今天吸收外来文化的启示——占有且批判挑选。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思维品质：通过分析喻体→态度的对应，培养符号解读与辩证取舍思维。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61772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学习能力：掌握「先破后立+比喻论证」的杂文读法。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拿来主义》是鲁迅1934年杂文。先破「闭关主义」「送去主义」之谬，再立「拿来主义」：对外来文化要「运用脑髓，放出眼光，自己来拿」——占有、挑选（鱼翅/鸦片/烟枪烟灯/姨太太的喻体对应不同态度：吸收/批判利用/留样毁弃/剔除）。比喻论证精妙，与《劝学》《反对党八股》构成论证方式谱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057400"/>
            <a:ext cx="5227167" cy="42062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瑞文网《拿来主义》教学设计（人教版高一必修）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21世纪教育网《拿来主义》教学设计（统编版必修上）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破——闭关主义（锁国）、送去主义（媚外）皆错。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立——拿来主义：运用脑髓、放出眼光、自己来拿，占有后挑选。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四喻体——鱼翅（吸收）、鸦片（批判利用）、烟枪（留样）、姨太太（剔除）。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破立图示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先破闭关/送去，再立拿来，看清三层推进。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407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喻体解码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四喻逐一对应一种态度：吸收/利用/留样/剔除。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9028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联系今天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面对外来文化与网络信息，照样「占有+批判挑选」。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9895" y="459028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关键诵读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朗读「运用脑髓，放出眼光，自己来拿」一段。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喻体对应不清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每个喻体对应一种成分的处理方式，不是随便比。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298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误读「拿来=全收」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关键是「挑」：占有之后要挑选，不照单全收。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396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读不懂反语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文中「丰富」「大度」是反话，别当真夸。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379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3230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闭关（锁） / 送去（媚）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540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拿来 = 占有 + 挑选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立·要义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7588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脑髓（独立判断）·眼光（判断）·自己拿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四喻→态度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鱼翅：吸收精华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947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四喻→态度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1947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鸦片：批判利用 / 烟枪：留样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4126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四喻→态度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姨太太：坚决剔除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基础·必做：写出「闭关/送去/拿来」三者含义；填表说明鱼翅/鸦片/烟枪烟灯/姨太太各自的取舍态度。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提升·选做：写180字「今天的拿来主义」：引文中一句，用四喻之一说明，联信息或外来文化。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拓展·衔接：下节课写作——把今天的比喻论证用进自己的议论段。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单元小结与反思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11535" cy="42976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第六单元 · 学习之道 · 收束引导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8142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本单元一路看古人、今人如何「学」与「说」。《拿来主义》给了一条对外来文化的清醒法则：占有，再挑选。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四喻提醒我们：鱼翅吸收、鸦片利用、姨太太剔除——不是全收，也不是拒斥。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回头想：面对刷不完的信息，你是「闭关」还是「拿来」？下一课，把这套论证写进议论段。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