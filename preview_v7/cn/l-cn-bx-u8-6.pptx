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第8单元 思辨性阅读与表达（古代说理文）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方法指导——学写议论文（立论·论据·论证）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方法指导  ·  第6课时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语言能力：写一篇议论文（300字），做到论点鲜明、论据典型、论证有序。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文化意识：在写作中体会「以理服人」的表达伦理。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思维品质：通过格式约束，培养观点—论据—论证的结构思维。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学习能力：掌握「立论+论据+论证」写法。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八单元写作任务，写议论文（如「谈__」300字）：①立论（鲜明论点）；②论据（事实/道理，典型）；③论证（因果/对比/假设）。要点：观点先行、论据服人、论证有序。学生常论点模糊、论据不典型、论证跳跃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立论：首句亮观点，鲜明。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论据：事实/道理，典型可信。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论证：因果/对比/假设，有序讲理。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三件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立论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论据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论证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升格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写+互评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立论。原因：易藏，需首句。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论据。原因：易不典型，需选。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论证。原因：易跳，需法。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学写议论文 ──┐
│ 三件: │
│ 论/据/证 │
│ │
│ 立论:首句亮观点 │
│ │
│ 论据:事实/道理 │
│ 典型可信 │
│ │
│ 论证三法: │
│ 因果/对比/假设 │
│ 升格:加分析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据互评改终稿（300字）：论点+论据+论证。2. 写一句「我的论点」。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【提高作业】在文加一层「对比/假设」论证，使说理更严密。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本单元主题：思辨性阅读与表达（古代说理文）。把今天学到的方法带进下一篇——自己读、自己想、自己写。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