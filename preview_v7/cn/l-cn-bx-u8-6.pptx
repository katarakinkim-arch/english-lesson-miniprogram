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语文 · 必修下册 · 第8单元 思辨性阅读与表达（古代说理文）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372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方法指导——学写议论文（立论·论据·论证）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本课为第八单元写作任务，写议论文（如「谈__」300字）：①立论（鲜明论点）；②论据（事实…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6144768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81344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第6课时 · 方法指导 · 学生课堂版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73952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科目：语文　册次：必修下册　单元：思辨性阅读与表达（古代说理文）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" cy="8686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写一篇议论文（300字），做到论点鲜明、论据典型、论证有序。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18688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18688"/>
            <a:ext cx="109728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18688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在写作中体会「以理服人」的表达伦理。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42816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42816"/>
            <a:ext cx="109728" cy="868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通过格式约束，培养观点—论据—论证的结构思维。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66944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266944"/>
            <a:ext cx="109728" cy="8686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掌握「立论+论据+论证」写法。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第八单元写作任务，写议论文（如「谈__」300字）：①立论（鲜明论点）；②论据（事实/道理，典型）；③论证（因果/对比/假设）。要点：观点先行、论据服人、论证有序。学生常论点模糊、论据不典型、论证跳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4023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60320"/>
            <a:ext cx="467852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来源：《中国教育报》2022-12-23 第9版《参透教材，提升思辨能力》（jyb.cn）——议论文框架含典型结构与开头结尾类型；论证方法可模仿《劝学》比喻论证、《师说》对比论证、《邹忌讽齐王纳谏》类比论证。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来源：北京教育考试院《四步越过高考议论文写作这道坎》（bjeea.cn）——「引言—正文（论点+论据+论证）—结论」框架；论据应典型权威，运用因果/对比/类比分析使论据与论点紧密结合。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767" y="4343400"/>
            <a:ext cx="4678527" cy="127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448056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本课件未使用无关配图，画面以学科色块呈现。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立论：首句亮观点，鲜明。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论据：事实/道理，典型可信。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论证：因果/对比/假设，有序讲理。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立论模板法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首句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3995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23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论据选法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23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典型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3319" y="2359152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论证三法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因果/对比/假设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643" y="235915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643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571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升格示范法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571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立论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破解：易藏，需首句。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论据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破解：易不典型，需选。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论证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破解：易跳，需法。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三件: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论/据/证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立论:首句亮观点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论据:事实/道理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典型可信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论证三法: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因果/对比/假设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升格:加分析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据互评改终稿（300字）：论点+论据+论证。2. 写一句「我的论点」。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在文加一层「对比/假设」论证，使说理更严密。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单元回望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本单元「思辨性阅读与表达（古代说理文）」：三件（论/据/证）框架清晰，B班也懂；论证三法（因果/对比/假设）给讲理工具；升格（加分析）破例堆。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三件（论/据/证）框架清晰，B班也懂；论证三法（因果/对比/假设）给讲理工具；升格（加分析）破例堆。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部分A班生论证仍只摆例，需给「分析句式」库；下次加。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下节课写作讲评+思辨论坛。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