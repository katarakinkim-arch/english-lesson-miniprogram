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第8单元 思辨性阅读与表达（古代说理文）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阿房宫赋 精读——借古讽今与赋体铺陈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学习任务群：思辨性阅读与表达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语言能力：说出赋的铺陈内容与其「讽谏」目的，解释「后人哀之而不鉴之」的含义。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文化意识：理解杜牧借秦警唐的忧患与「以史为鉴」传统。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思维品质：通过分析铺陈与议论的转折，培养「由盛写衰」的思辨。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学习能力：掌握「抓铺陈、明转折、品讽谏」的赋体读法。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《阿房宫赋》是杜牧借秦建阿房宫之奢、速亡之鉴，讽唐敬宗大兴宫室。前半极写宫之巨与奢（铺陈），后半陡转入「骄奢必亡」「后人哀之而不鉴」的议论。赋体铺陈与警策议论结合，是「以史为论」范本。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铺陈：宫巨/人众/奢极(写秦之盛)。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转折：奢→亡(『戍卒叫，函谷举』)。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讽谏：不鉴则复亡(警唐)。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铺陈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陡转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讽谏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传统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铺陈用。原因：易当堆砌，需点讽。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转折。原因：易略，需点「陡」。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讽今。原因：易当叹古，需联唐。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阿房宫赋·杜 ──┐
│ 借古讽今 │
│ │
│ 铺陈写盛: │
│ 宫巨/人众/奢极 │
│ │
│ 陡转:盛→亡 │
│ (一炬焦土) │
│ │
│ 讽谏:不鉴→复亡 │
│ 以史为鉴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写出赋中铺陈写的任一方面（宫/人/奢）。2. 解释「后人哀之而不鉴之」大意。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【提高作业】写150字「我眼中的杜牧」，要求：①联铺陈或讽谏；②说借古讽今；③不肤浅。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本单元主题：思辨性阅读与表达（古代说理文）。把今天学到的方法带进下一篇——自己读、自己想、自己写。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