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必修下册 · 第8单元 思辨性阅读与表达（古代说理文）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阿房宫赋 精读——借古讽今与赋体铺陈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《阿房宫赋》是杜牧借秦建阿房宫之奢、速亡之鉴，讽唐敬宗大兴宫室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第4课时 · 课文精读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册次：必修下册　单元：思辨性阅读与表达（古代说理文）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说出赋的铺陈内容与其「讽谏」目的，解释「后人哀之而不鉴之」的含义。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理解杜牧借秦警唐的忧患与「以史为鉴」传统。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通过分析铺陈与议论的转折，培养「由盛写衰」的思辨。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掌握「抓铺陈、明转折、品讽谏」的赋体读法。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《阿房宫赋》是杜牧借秦建阿房宫之奢、速亡之鉴，讽唐敬宗大兴宫室。前半极写宫之巨与奢（铺陈），后半陡转入「骄奢必亡」「后人哀之而不鉴」的议论。赋体铺陈与警策议论结合，是「以史为论」范本。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来源：金圣叹《金圣叹批才子古文》评《阿房宫赋》「穷其极丽，至矣尽矣！却是一篇最清出的文字」；元·祝尧《古赋辨体》称「至杜牧之《阿房宫赋》，古今脍炙」。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来源：教学实录（瑞文网 ruiwen.com）——赋「铺事写志」（托物言志）：前半铺陈宫殿—美人—珍宝，后半议论秦亡教训，劝诫唐敬宗勿蹈覆辙；「六王毕，四海一，蜀山兀，阿房出」仅十二字写尽统一气象。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铺陈：宫巨/人众/奢极(写秦之盛)。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转折：奢→亡(『戍卒叫，函谷举』)。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讽谏：不鉴则复亡(警唐)。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铺陈解码法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陡转点破法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讽谏联今法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诵读法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3063240"/>
            <a:ext cx="153916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警策段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铺陈用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破解：易当堆砌，需点讽。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转折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破解：易略，需点「陡」。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讽今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破解：易当叹古，需联唐。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借古讽今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铺陈写盛: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宫巨/人众/奢极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陡转:盛→亡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(一炬焦土)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讽谏:不鉴→复亡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以史为鉴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写出赋中铺陈写的任一方面（宫/人/奢）。2. 解释「后人哀之而不鉴之」大意。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写150字「我眼中的杜牧」，要求：①联铺陈或讽谏；②说借古讽今；③不肤浅。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本单元「思辨性阅读与表达（古代说理文）」：铺陈解码（写盛为讽）破「堆砌」误读，B班也懂；陡转（盛→亡）显赋笔张力；讽谏联唐破「叹古」；三体（立/驳/史）收束拓全局。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铺陈解码（写盛为讽）破「堆砌」误读，B班也懂；陡转（盛→亡）显赋笔张力；讽谏联唐破「叹古」；三体（立/驳/史）收束拓全局。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B班对唐敬宗背景仍薄，部分不知讽谁；下次加1分钟背景。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下节课《六国论》，论点法。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