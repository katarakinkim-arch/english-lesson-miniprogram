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3657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7548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第1单元（青春的价值）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第5课时 · 略读+群文比较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85855" y="320040"/>
            <a:ext cx="640080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9115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哦，香雪 略读——「铅笔盒」意象与单元群文比较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822960" cy="381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读诗，也写诗；看他人的青春，想自己的成长。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在15分钟内略读全文，概括情节（上火车→换铅笔盒→走夜路回家），说出「铅笔盒」的象征义。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3723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理解改革开放初期城乡差距下乡村少女对知识尊严的渴望，感受青春觉醒的力量。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通过单元四篇课文群文比较，归纳「青春的价值」在不同文本中的共同主题与不同表达。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371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掌握「略读抓大意+精读品意象」的弹性阅读策略，能根据文本长度调整阅读方法。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课文定位与资料来源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本课为第一单元第五课时，略读《哦，香雪》并做单元群文比较。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《哦，香雪》是铁凝1982年成名作，写改革开放初期大山深处的台儿沟，火车开通后少女香雪用一篮鸡蛋换取铅笔盒的故事。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核心意象「自动铅笔盒」象征现代文明、知识尊严与青春觉醒。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与《百合花》对读：同为第一人称限知视角、同为青春主题、核心意象都承载「纯真→成长」的变化，但时代背景与情感基调不…。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资料来源（WebSearch 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697480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21世纪教育网《哦，香雪》教案（zy.21cnjy.com/23809226）</a:t>
            </a:r>
          </a:p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学科网《哦，香雪》教学设计（zxxk.com/soft/36047204）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5715000"/>
            <a:ext cx="4678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情节三幕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上火车（冲动）→换铅笔盒（交易）→走夜路（成长）。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核心意象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自动铅笔盒——象征现代文明、知识尊严、青春自尊。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单元群文比较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四篇课文共同主题「青春的价值」，不同表达——诗词（豪迈/抒情）、小说（纯真/觉醒）。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 · 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定时略读法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15分钟限时阅读，用任务单驱动（填情节三幕+圈意象）。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083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意象迁移法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从「百合花被子」迁移到「铅笔盒」，用上节课的追踪法分析。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群文比较法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四篇课文横向比较表（文本|意象|青春内涵|表达方式）。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77440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731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背景支架法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补充1980年代城乡差距数据，帮助理解铅笔盒的分量。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「铅笔盒」与「鸡蛋」的价…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「铅笔盒」与「鸡蛋」的价值对比。原因：学生生活在物质丰裕时代，不理解一篮鸡蛋对香雪意味着什么，需补充时代背景。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「走夜路」段的叙事节奏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「走夜路」段的叙事节奏。原因：学生易只看到「害怕」，忽略这是「成长仪式」——恐惧中的坚定，需细读。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群文比较的归纳提升。原因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学生习惯逐篇分析，不习惯跨文本提炼共性，需提供比较框架。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本课结构精华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480560"/>
          </a:xfrm>
          <a:prstGeom prst="roundRect">
            <a:avLst/>
          </a:prstGeom>
          <a:solidFill>
            <a:srgbClr val="E7DFD2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哦，香雪 铁凝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铅笔盒=知识尊严+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现代文明+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青春自尊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【情节三幕】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上火车→换铅笔盒→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走夜路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(冲动) (交易) (成长)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【单元群文比较】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沁园春|秋景/同学|担当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放号红|力/红烛|激情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百合花|被子|纯真牺牲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香雪 |铅笔盒|渴望觉醒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【共同主题】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青春的价值=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主动追求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(担当·激情·牺牲·渴望)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 · 分层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概括《哦，香雪》中「走夜路」段落的心理变化（恐惧→坚定→自豪），引用原文佐证。2. 完成单元群文比较总表（文本|意象|青春内涵|表达方式）。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选择单元中你最受触动的一篇课文，写一段200字「青春微感悟」，要求：①点明核心意象；②联系自身经历；③体现对「青春价值」的感悟。 【——用】基础1示例：恐惧——「她害怕这黑暗」；坚定——「她要回去，她必须回去」；自豪——「她有了铅笔盒，她是个有铅笔盒的人了」。提高作业评价：有点明意象+联系自身=合格；有真情实感+感悟深刻=良好；能跨越单篇提炼共性感悟=优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 · 反思引导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回望本单元：青春的价值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回望本单元，哪一首诗或哪个人物最打动你？写下理由。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用「意象」的眼光重读一段文字，你看到了什么？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把今天学到的读法，带进下一次自主阅读。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情节三幕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上火车（冲动）→换铅笔盒（交易）→走夜路（成长）。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② 核心意象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自动铅笔盒——象征现代文明、知识尊严、青春自尊。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③ 单元群文比较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四篇课文共同主题「青春的价值」，不同表达——诗词（豪迈/抒情）、小说（纯真/觉醒）。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806440"/>
            <a:ext cx="10911535" cy="6400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03504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943600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一条线：读 → 写 → 用；本单元的意义，在你自己的表达里。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