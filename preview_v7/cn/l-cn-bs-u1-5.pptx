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语文 · 必修上册 · 第1单元 青春的价值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哦，香雪 略读——「铅笔盒」意象与单元群文比较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略读+群文比较  ·  第5课时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学习任务群：文学阅读与写作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语言能力：在15分钟内略读全文，概括情节（上火车→换铅笔盒→走夜路回家），说出「铅笔盒」的象征义。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文化意识：理解改革开放初期城乡差距下乡村少女对知识尊严的渴望，感受青春觉醒的力量。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思维品质：通过单元四篇课文群文比较，归纳「青春的价值」在不同文本中的共同主题与不同表达。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学习能力：掌握「略读抓大意+精读品意象」的弹性阅读策略，能根据文本长度调整阅读方法。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第一单元第五课时，略读《哦，香雪》并做单元群文比较。《哦，香雪》是铁凝1982年成名作，写改革开放初期大山深处的台儿沟，火车开通后少女香雪用一篮鸡蛋换取铅笔盒的故事。核心意象「自动铅笔盒」象征现代文明、知识尊严与青春觉醒。与《百合花》对读：同为第一人称限知视角、同为青春主题、核心意象都承载「纯真→成长」的变化，但时代背景与情感基调不同。本课兼做单元四篇课文的群文比较总结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情节三幕：上火车（冲动）→换铅笔盒（交易）→走夜路（成长）。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7848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1882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2712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核心意象：自动铅笔盒——象征现代文明、知识尊严、青春自尊。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8536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8950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3400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单元群文比较：四篇课文共同主题「青春的价值」，不同表达——诗词（豪迈/抒情）、小说（纯真/觉醒）。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定时略读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意象分析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单元群文比较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单元主题归纳+小结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「铅笔盒」与「鸡蛋」的价值对比。原因：学生生活在物质丰裕时代，不理解一篮鸡蛋对香雪意味着什么，需补充时代背景。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「走夜路」段的叙事节奏。原因：学生易只看到「害怕」，忽略这是「成长仪式」——恐惧中的坚定，需细读。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群文比较的归纳提升。原因：学生习惯逐篇分析，不习惯跨文本提炼共性，需提供比较框架。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哦，香雪 铁凝 ──┐
│ 铅笔盒=知识尊严+ │
│ 现代文明+ │
│ 青春自尊 │
│ │
│ 【情节三幕】 │
│ 上火车→换铅笔盒→ │
│ 走夜路 │
│ (冲动) (交易) (成长) │
│ │
│ 【单元群文比较】 │
│ 沁园春|秋景/同学|担当 │
│ 放号红|力/红烛|激情 │
│ 百合花|被子|纯真牺牲 │
│ 香雪 |铅笔盒|渴望觉醒│
│ │
│ 【共同主题】 │
│ 青春的价值= │
│ 主动追求 │
│ (担当·激情·牺牲·渴望) │
└──────────────────────┘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概括《哦，香雪》中「走夜路」段落的心理变化（恐惧→坚定→自豪），引用原文佐证。2. 完成单元群文比较总表（文本|意象|青春内涵|表达方式）。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【提高作业】选择单元中你最受触动的一篇课文，写一段200字「青春微感悟」，要求：①点明核心意象；②联系自身经历；③体现对「青春价值」的思考。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本单元主题：青春的价值。把今天学到的方法带进下一篇——自己读、自己想、自己写。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