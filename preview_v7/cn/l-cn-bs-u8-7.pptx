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语文 · 必修上册 · 第8单元 词语积累与词语解释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词语的运用——在语境中准确、得体用词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用词两道关：准确是底线，得体是高分。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第7课时 · 词语运用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科目：语文　册次：必修上册　单元：词语积累与词语解释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在语境中准确用词（避近义混/望文）并得体（敬谦辞、语体合场合），修改一段用词不当文字。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体会汉语「敬谦辞」体现的礼文化，培养得体表达素养。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通过修改训练，培养语境敏感与选词权衡思维。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综合本单元积累（家族/词义/近义/成语）于实际表达。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单元写作/实践任务，练在语境中准确得体用词。准确：词义精准（不滥用近义、不望文生义）；得体：看对象/场合/语体（对长辈敬辞、书面正式、口语自然）。结合本单元积累（家族/词义/近义/成语/文化），在一段文字中综合选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新华网《太全了！大家都来看看咋说敬语》（2016-06-16）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广东教育资源《语言表达要得体》导学案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准确：词义精准，不混近义、不望文。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得体：看对象（敬谦辞）、场合、语体。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综合：一段文字里家族/词义/近义/成语协同。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病例修改法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给错段改。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敬谦辞卡法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语境填空法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互评法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得体盲区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破解：学生不分对象，需敬谦辞支架。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准确落地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破解：积累难转写作，需修改练。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破解：多法并用易乱，需示范。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双标:准确+得体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准确: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不混近义·不望文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得体: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敬他/谦己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看对象·场合·语体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敬辞:您/惠存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谦辞:鄙人/寒舍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语体:半书面(短信)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修改病例段（近义混/望文/不得体各一处）。2. 写「邀请师长」短信终稿（含1敬辞+1成语）。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另写一段「给同学」的读书邀约（口语自然、用1近义准确），对比两者语体差异。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本单元「词语积累与词语解释」：准确是底线，得体是高分；看对象、看场合、看语体，词才用得恰当。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写一封正式的求助短信，你会注意哪些敬谦词？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同一件事，对朋友和对长辈说法有何不同？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你最容易在哪种场合用词不当？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