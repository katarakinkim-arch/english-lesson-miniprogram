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第8单元 词语积累与词语解释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词语的运用——在语境中准确、得体用词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词语运用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学习任务群：语言积累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语言能力：在语境中准确用词（避近义混/望文）并得体（敬谦辞、语体合场合），修改一段用词不当文字。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文化意识：体会汉语「敬谦辞」体现的礼文化，培养得体表达素养。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思维品质：通过修改训练，培养语境敏感与选词权衡思维。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学习能力：综合本单元积累（家族/词义/近义/成语）于实际表达。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单元写作/实践任务，练在语境中准确得体用词。准确：词义精准（不滥用近义、不望文生义）；得体：看对象/场合/语体（对长辈敬辞、书面正式、口语自然）。结合本单元积累（家族/词义/近义/成语/文化），在一段文字中综合选词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准确：词义精准，不混近义、不望文。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得体：看对象（敬谦辞）、场合、语体。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综合：一段文字里家族/词义/近义/成语协同。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双标导入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病例修改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敬谦辞卡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写+改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互评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得体盲区。原因：学生不分对象，需敬谦辞支架。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准确落地。原因：积累难转写作，需修改练。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综合。原因：多法并用易乱，需示范。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词语运用 ──┐
│ 双标:准确+得体 │
│ │
│ 准确: │
│ 不混近义·不望文│
│ │
│ 得体: │
│ 敬他/谦己 │
│ 看对象·场合·语体│
│ │
│ 敬辞:您/惠存 │
│ 谦辞:鄙人/寒舍 │
│ │
│ 语体:半书面(短信)│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修改病例段（近义混/望文/不得体各一处）。2. 写「邀请」短信终稿（含1敬辞+1成语）。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【提高作业】另写一段「给同学」的读书邀约（口语自然、用1近义准确），对比两者语体差异。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本单元主题：词语积累与词语解释。把今天学到的方法带进下一篇——自己读、自己想、自己写。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