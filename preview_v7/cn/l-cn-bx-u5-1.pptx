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第5单元 实用性阅读与交流（演说与书信）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在《人民报》创刊纪念会上的演说 精读——真理的力量与演说艺术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语言能力：说出演说的核心观点（资本主义矛盾必然引发革命），解释文中关键比喻的含义。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文化意识：理解马克思对时代矛盾的洞察与革命信念。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思维品质：通过分析比喻与逻辑，培养透过形象把握本质的思维。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学习能力：掌握「抓观点、解比喻、品鼓动」的演说读法。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在〈人民报〉创刊纪念会上的演说》是马克思1856年作。他以「革命」为线，用比喻（如「蒸汽、电力和自动走锭纺纱机」代表生产力）揭示资本主义矛盾，预言革命必然。演说短小犀利、逻辑严密、富有鼓动性，是经典政治演说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观点：生产力发展暴露资本主义矛盾，革命必然。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比喻：蒸汽/电力=生产力；衰颓现象=矛盾。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演说艺术：短小、逻辑密、鼓动性强。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比喻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艺术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诵读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比喻解。原因：喻体陌生(生产力)，需解码。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观点抓。原因：散在比喻中，需提炼。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演说体。原因：易当议论文，需辨现场感。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人民报演说·马 ──┐
│ 短而力 │
│ │
│ 观点链: │
│ 生产力→矛盾→ │
│ 革命必然 │
│ │
│ 比喻: │
│ 蒸汽电力=生产力 │
│ 衰颓=矛盾 │
│ │
│ 艺术:短/密/鼓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说出演说的一个核心观点。2. 解释文中「蒸汽、电力和自动走锭纺纱机」比喻指什么。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【提高作业】写150字「我眼中的演说力量」，要求：①用一喻；②说其观点；③联鼓动性。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本单元主题：实用性阅读与交流（演说与书信）。把今天学到的方法带进下一篇——自己读、自己想、自己写。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