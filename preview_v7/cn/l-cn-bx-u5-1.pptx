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第五单元 · 第一课时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在《人民报》创刊纪念会上的演说 精读——真理的力量与演说艺术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从 1848 年革命谈起——看一篇演说如何以理服人、以情动人。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实用性阅读与交流（演说与书信）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说出演说的核心观点（资本主义矛盾必然引发革命），解释文中关键比喻的含义。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理解马克思对时代矛盾的洞察与革命信念。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通过分析比喻与逻辑，培养透过形象把握本质的思维。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掌握「抓观点、解比喻、品鼓动」的演说读法。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在〈人民报〉创刊纪念会上的演说》是马克思1856年作。他以「革命」为线，用比喻（如「蒸汽、电力和自动走锭纺纱机」代表生产力）揭示资本主义矛盾，预言革命必然。演说短小犀利、逻辑严密、富有鼓动性，是经典政治演说。</a:t>
            </a:r>
          </a:p>
        </p:txBody>
      </p:sp>
      <p:pic>
        <p:nvPicPr>
          <p:cNvPr id="6" name="Picture 5" descr="vintagemic.jpg"/>
          <p:cNvPicPr>
            <a:picLocks noChangeAspect="1"/>
          </p:cNvPicPr>
          <p:nvPr/>
        </p:nvPicPr>
        <p:blipFill>
          <a:blip r:embed="rId2"/>
          <a:srcRect l="10471" r="10471"/>
          <a:stretch>
            <a:fillRect/>
          </a:stretch>
        </p:blipFill>
        <p:spPr>
          <a:xfrm>
            <a:off x="6324447" y="1783080"/>
            <a:ext cx="5227167" cy="4297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24447" y="1783080"/>
            <a:ext cx="5227167" cy="4297680"/>
          </a:xfrm>
          <a:prstGeom prst="rect">
            <a:avLst/>
          </a:prstGeom>
          <a:solidFill>
            <a:srgbClr val="1C2A33">
              <a:alpha val="55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5146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 统编教材必修下第五单元《在〈人民报〉创刊纪念会上的演说》课文解说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来源：马克思 1856 年 4 月 14 日于伦敦《人民报》创刊纪念会演说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配图：vintagemic.jpg（Wikimedia Commons，自由授权）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观点：生产力发展暴露资本主义矛盾，革命必然。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比喻：蒸汽/电力=生产力；衰颓现象=矛盾。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演说艺术：短小、逻辑密、鼓动性强。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比喻解码法。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观点提炼法。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诵读体悟法（鼓动点）。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背景支架法。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比喻解。原因：喻体陌生(生产力)，需解码。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观点抓。原因：散在比喻中，需提炼。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演说体。原因：易当议论文，需辨现场感。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在《人民报》创刊纪念会上的演说 精读——真理的力量与演说艺术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人民报演说 马 短而力 观点链: 生产力→矛盾→ 革命必然 比喻: 蒸汽电力=生产力 衰颓=矛盾 艺术:短/密/鼓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说出演说的一个核心观点。2. 解释文中「蒸汽、电力和自动走锭纺纱机」比喻指什么。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【提高作业】写150字「我眼中的演说力量」，要求：①用一喻；②说其观点；③联鼓动性。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所属单元：第五单元 · 实用性阅读与交流（演说与书信）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观点：生产力发展暴露资本主义矛盾，革命必然。）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