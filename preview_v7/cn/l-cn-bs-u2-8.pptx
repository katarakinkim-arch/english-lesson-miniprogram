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必修上册 · 第2单元 劳动光荣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单元活动——"我身边的劳动者"分享会与单元总结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单元活动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学习任务群：实用性阅读与交流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语言能力：能用口语讲述一个身边劳动者的故事（2分钟），做到有细节、有精神、不念稿。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文化意识：在分享与倾听中深化对「劳动光荣」的体认，从概念认知走向情感认同。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思维品质：通过填写单元学习反思单，梳理8课时学习路径，培养元认知与自我评价能力。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学习能力：能将阅读所得（通讯品析）、口语所得（访谈技巧）、写作所得（通讯写作）整合为单元学习成果。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二单元收官课时，执行教材「单元学习任务」要求：以「我身边的劳动者」分享会为载体，整合本单元阅读（4课）、口语（1课）、写作（2课）成果。活动包含三个环节：①劳动者故事分享会（口头讲述自己通讯中的人物）；②劳动精神关键词展（用一个关键词概括单元学习感悟）；③单元学习总结（填写学习反思单）。本课不是知识新，而是综合展示与元认知反思课，串联通讯阅读、口语访谈、通讯写作三大能力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劳动者故事分享会：每人/小组讲述自己通讯中的人物，限时2分钟，不念稿。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劳动精神关键词展：每人用一个关键词+一句话概括单元学习感悟。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单元学习反思单：回顾8课时学习路径，填写「我学会了/我还需要提升/我的疑问」。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单元回顾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劳动者故事分享会（上）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劳动精神关键词展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单元学习反思单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分享反思+总结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从「念稿」到「讲故事」的转换。原因：学生习惯读自己写的文字，缺乏口语化讲述训练，需给讲述技巧卡。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反思的深度。原因：学生习惯写「学到了很多」，需用具体提示引导（「我学会的最重要的一个方法是……」）。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活动节奏控制。原因：分享环节容易超时，需严格计时+灵活裁剪。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劳动者分享会·单元收官 ──┐
│ │
│ 【8课时路径】 │
│ ①袁隆平通讯→②群文比较→ │
│ ③工匠评论→④古诗劳动→ │
│ ⑤访谈播报→⑥写通讯→ │
│ ⑦讲评→⑧分享会 │
│ 终点:通讯 读→写→说 │
│ │
│ 【劳动精神墙】 │
│ 坚守/张秉贵练了几十年 │
│ 细节/不说伟大写细节 │
│ 14万株/科学也是劳动 │
│ 手抖/勺子替她说话 │
│ ……(便签贴满) │
│ │
│ 【反思三问】 │
│ ①我学会了__ │
│ ②我需提升__ │
│ ③我的疑问__ │
│ │
│ 读→写→说→用:以事写人可迁移 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提交单元学习反思单（三行完整填写）。2. 在作文本上誊抄你分享的劳动者故事（通讯终稿）+ 一句分享感受。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【提高作业】写一段150字「单元学习总结」，要求：①点明本单元最重要的一个方法；②举一个具体例子说明你用了这个方法；③说一个你想在下单元继续提升的方面。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本单元主题：劳动光荣。把今天学到的方法带进下一篇——自己读、自己想、自己写。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