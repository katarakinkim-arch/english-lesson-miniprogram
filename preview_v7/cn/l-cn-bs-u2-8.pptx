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arvest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第二单元 · 劳动光荣 · 第八课时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"我身边的劳动者"分享会与单元总结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把读到的、写到的、说到的，汇成一句话。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一条能力线：读通讯 → 说访谈 → 写通讯 → 改通讯 → 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用口语讲述一个身边劳动者的故事（2分钟），做到有细节、有精神、不念稿。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在分享与倾听中深化对"劳动光荣"的体认，从概念走向情感认同。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填写单元学习反思单，梳理8课时路径，培养自我评价与元认知能力。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把阅读所得、口语所得、写作所得整合为一份单元学习成果。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承前启后 · 单元收官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从读到说，今天收口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这个单元走了8节课：读通讯、说访谈、写通讯、改通讯——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5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今天把它们汇成一场分享与一份总结。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统编版必修上第二单元属"实用性阅读与交流"任务群，人文主题"劳动光荣"（陈玉《大单元教学设计》）。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单元的八课，本身就是一次完整的综合实践 / 研究性学习课题——从生活里发现问题，在探究中获得真实经验（劳动教育与语文融合研究）。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语文里的劳动教育，靠叙事之美与形象之感打动人，远胜空洞说教。</a:t>
            </a:r>
          </a:p>
        </p:txBody>
      </p:sp>
      <p:pic>
        <p:nvPicPr>
          <p:cNvPr id="7" name="Picture 6" descr="ricefield.jpg"/>
          <p:cNvPicPr>
            <a:picLocks noChangeAspect="1"/>
          </p:cNvPicPr>
          <p:nvPr/>
        </p:nvPicPr>
        <p:blipFill>
          <a:blip r:embed="rId2"/>
          <a:srcRect l="3414" r="3414"/>
          <a:stretch>
            <a:fillRect/>
          </a:stretch>
        </p:blipFill>
        <p:spPr>
          <a:xfrm>
            <a:off x="6324447" y="1783080"/>
            <a:ext cx="5227167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24447" y="4160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中国稻田（CC BY-SA 4.0）· "劳动创造价值"的具象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4572000"/>
            <a:ext cx="5227167" cy="2011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47091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一条能力线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521208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读通讯：抓典型事件与细节</a:t>
            </a:r>
          </a:p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说访谈：用口语讲，不念稿</a:t>
            </a: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写通讯：以事写人，不说"好"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· 三个环节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分享会 · 关键词展 · 反思单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劳动者故事分享会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每人上台讲述通讯中的人物，限时2分钟——讲细节、讲精神，不念稿。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284469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 B班可小组讲述降低压力；A班单独讲述、自选配图。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劳动精神关键词展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2971800"/>
            <a:ext cx="284469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在便签上写一个关键词 + 一句话，概括本单元最大感悟，贴成"劳动精神墙"。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5120640"/>
            <a:ext cx="284469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关键词尽量不重复：坚守 / 细节 / 14万株 都算好词。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单元学习反思单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2971800"/>
            <a:ext cx="284469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三行：我学会了 / 我还需提升 / 我的疑问（可空）。结构化回顾8课时。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5120640"/>
            <a:ext cx="284469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自我评价与元认知：群文活动设计即以自评收口。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· 讲述技巧卡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上台前看一眼：四句话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不念稿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19963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用口语说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抬头看人，像聊天："我写的是门卫王师傅，有件事印象特别深……"，不是背作文。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4688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有细节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8003" y="3154680"/>
            <a:ext cx="19963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讲画面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379476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讲1–2个具体画面：一抓准、手抖、凌晨四点——让事实自己说话。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4688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有精神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154680"/>
            <a:ext cx="19963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点一句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79476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结尾点一句他身上的劳动精神，不喊口号，落在那件事上。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4688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2分钟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651" y="3154680"/>
            <a:ext cx="19963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守时间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379476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严格计时，超时叫停；内容宁愿少而精，不要拖。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 · 怎么破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念稿不像讲故事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习惯读自己写的文字。→ 用技巧卡"抬头看人"，把通讯稿翻成口语讲。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反思写不深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爱写"学到了很多"。→ 用具体提示："我学会的最重要的一个方法是……"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活动节奏拖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分享环节易超时。→ 严格计时 + 灵活裁剪，必要时分两组并行。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探究 · 招牌招式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劳动精神墙 + 反思单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① 劳动精神墙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785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把每个人的"关键词+一句话"写在便签上，贴成一面墙。可视化让感悟互相看见——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"14万株""手抖""凌晨四点"都成了关键词。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97680"/>
            <a:ext cx="5227167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5312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② 单元学习反思单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46785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三行：我学会了 / 我还需提升 / 我的疑问。越具体越好——</a:t>
            </a: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"我学会了访谈问题要分三层" 比 "我学会了访谈" 有力得多。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205740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22402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单元主线：以事写人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78892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从袁隆平的稻田，走到你身边的门卫师傅——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读通讯、说访谈、写通讯，一条能力线贯穿。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下单元"生命的诗意"回到古诗词：古诗也"以事写人"，用意象与典故写情——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带着"以事写人"去读诗，会发现熟悉的写法。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 · 单元收官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02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板块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105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八课时路径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231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①袁隆平 ②群文 ③工匠 ④古诗 ⑤访谈 ⑥写通讯 ⑦讲评 ⑧分享会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16936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0837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能力线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08376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读通讯 → 说访谈 → 写通讯 → 改通讯 → 用（可迁移）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02152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93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劳动精神墙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59359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坚守 / 细节 / 14万株 / 手抖 / 凌晨四点（便签贴满成墙）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87368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78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反思三问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17880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我学会了 __ ｜ 我还需提升 __ ｜ 我的疑问 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72584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4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单元共识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76402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劳动的价值，在于创造与坚守；以事写人，好自现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257800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下单元衔接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34924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第三单元"生命的诗意"：古诗亦以事写人，用意象与典故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提交单元学习反思单（三行完整填写）；誊抄你分享的劳动者故事（通讯终稿）+ 一句分享感受。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写一段150字单元学习总结：①点明本单元最重要的一个方法；②举一个具体例子；③说一个想在下单元继续提升的方面。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把"以事写人"用到课外阅读与写作中，继续关注身边的劳动者——它不只是这一单元的事。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66360"/>
            <a:ext cx="10911535" cy="13258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539496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单元收官口诀</a:t>
            </a: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读 → 写 → 说 → 用：以事写人，好自现。下一站——第三单元"生命的诗意"。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