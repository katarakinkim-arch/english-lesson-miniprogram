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必修上册 · 第4单元 家乡文化生活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调查方法指导——怎样做家乡文化调查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方法指导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学习任务群：当代文化参与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语言能力：能设计一份结构清晰的访谈提纲（开场—主体—收尾），并规范记录。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文化意识：在真实调查中体会「本地文化由具体的人承载」，培养尊重与倾听态度。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思维品质：通过方法选择（文献/观察/访谈）匹配不同调查目标，培养方法适配思维。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学习能力：掌握「定目标→选方法→做记录」的调查三步骤，能独立开展小型调查。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方法指导课，承接导入，教学生三种基础调查方法：①文献法（查地方志、村史、老照片）；②观察法（定点记录风物与活动）；③访谈法（设计提纲、倾听记录）。教材「调查的技术」一文提供操作框架。重点是访谈提纲设计与记录规范，避免「聊闲天」式无效调查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三方法：文献法（查资料）、观察法（定点记）、访谈法（对话录）。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访谈提纲三结构：开场（说明目的+征得同意）、主体（主问题+追问）、收尾（致谢+确认）。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记录规范：当场记关键词、标注时间地点对象、保护隐私（化名）。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回顾+引方法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访谈提纲结构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模拟访谈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记录规范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纠错练习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任务布置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提纲的逻辑性。原因：学生问题无序，需教「由浅入深、由事实到看法」的排序。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追问能力。原因：学生不敢追问，需示范「为什么」「能举个例子吗」。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记录习惯。原因：学生依赖记忆，需强制「当场记」。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调查方法 ──┐
│ 文献/观察/访谈 │
│ (常组合用) │
│ │
│ 【访谈提纲】 │
│ 开场:目的+同意 │
│ 主体:浅→深 │
│ 事实→看法 │
│ 收尾:致谢+确认 │
│ │
│ 【好vs差】 │
│ 好:具体·递进 │
│ 差:抽象·跑题 │
│ │
│ 【记录四要素】 │
│ 时/地/人(化名)/ │
│ 关键句 │
│ │
│ 忌:无序·诱导· │
│ 跑题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设计一份本组访谈提纲（开场/主体3问/收尾），主体问题须「由事实到看法」排序。2. 设计记录表头（含时/地/化名/关键句）。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【提高作业】就「家乡某种老手艺/老建筑」拟一份调查方案，含：目标、方法组合、访谈对象、预计成果。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本单元主题：家乡文化生活。把今天学到的方法带进下一篇——自己读、自己想、自己写。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