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029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必修上册 · 第4单元 家乡文化生活 · 第2课时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258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1155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调查方法指导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80360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怎样做家乡文化调查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77639"/>
            <a:ext cx="10972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想弄清一件事，先学会怎么问、怎么记。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学生课堂版 · 共 9 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67128"/>
            <a:ext cx="47242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72424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能设计一份结构清晰的访谈提纲（开场—主体—收尾），并规范记录。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96596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3047" y="2167128"/>
            <a:ext cx="47242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3047" y="2743200"/>
            <a:ext cx="472424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在真实调查中体会「本地文化由具体的人承载」，培养尊重与倾听态度。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20624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407408"/>
            <a:ext cx="47242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983480"/>
            <a:ext cx="472424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通过方法选择（文献/观察/访谈）匹配不同调查目标，培养方法适配思维。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8727" y="420624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3047" y="4407408"/>
            <a:ext cx="47242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3047" y="4983480"/>
            <a:ext cx="472424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掌握「定目标→选方法→做记录」的调查三步骤，能独立开展小型调查。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从教材到课堂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20"/>
            <a:ext cx="5227167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方法指导课，承接导入，教你三种基础调查方法：①文献法（查地方志、村史、老照片）；②观察法（定点记录风物与活动）；③访谈法（设计提纲、倾听记录）。教材「调查的技术」一文提供操作框架。重点是访谈提纲设计与记录规范，避免「聊闲天」式无效调查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874520"/>
            <a:ext cx="5227167" cy="27889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2011680"/>
            <a:ext cx="46785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468880"/>
            <a:ext cx="4678527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来源：《研究性学习活动·访谈法》（提纲结构·由浅入深）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来源：人教版《语文》必修上册教学参考书（访谈基本概念与方法）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4447" y="484632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本课件未使用无关配图（学科色块兜底）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本课要点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要点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4320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三方法：文献法（查资料）、观察法（定点记）、访谈法（对话录）。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01168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01168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103120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要点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74320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访谈提纲三结构：开场（说明目的+征得同意）、主体（主问题+追问）、收尾（致谢+确认）。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01168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01168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103120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要点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74320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记录规范：当场记关键词、标注时间地点对象、保护隐私（化名）。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911535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8" y="2121408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19456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039112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讲解+示范法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039112"/>
            <a:ext cx="74368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展示一份优秀提纲并模拟一段访谈。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944368"/>
            <a:ext cx="10911535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8" y="3145536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21868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06324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演练法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063240"/>
            <a:ext cx="74368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同桌互当「受访者」练提问。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968496"/>
            <a:ext cx="10911535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8" y="4169664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24281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087368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案例纠错法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4087368"/>
            <a:ext cx="74368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展示一份糟糕提纲让你改。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992624"/>
            <a:ext cx="10911535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41248" y="5193792"/>
            <a:ext cx="457200" cy="45720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526694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111496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清单法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5111496"/>
            <a:ext cx="74368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给「调查三步骤」检查单。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怎么破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911535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8" y="2121408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19456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029968"/>
            <a:ext cx="981425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提纲的逻辑性。原因：你问题无序，需教「由浅入深、由事实到看法」的排序。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44368"/>
            <a:ext cx="10911535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8" y="3145536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321868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3054096"/>
            <a:ext cx="981425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追问能力。原因：你不敢追问，需示范「为什么」「能举个例子吗」。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68496"/>
            <a:ext cx="10911535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1248" y="4169664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424281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4078224"/>
            <a:ext cx="981425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记录习惯。原因：你依赖记忆，需强制「当场记」。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调查方法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911535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11680"/>
            <a:ext cx="10271455" cy="406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调查方法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文献/观察/访谈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(常组合用)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【访谈提纲】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开场:目的+同意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主体:浅→深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事实→看法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收尾:致谢+确认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【好vs差】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好:具体·递进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差:抽象·跑题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【记录四要素】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时/地/人(化名)/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关键句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忌:无序·诱导·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跑题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分层任务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88920"/>
            <a:ext cx="4724247" cy="297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设计一份本组访谈提纲（开场/主体3问/收尾），主体问题须「由事实到看法」排序。2. 设计记录表头（含时/地/化名/关键句）。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01168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01168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103120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788920"/>
            <a:ext cx="4724247" cy="297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就「家乡某种老手艺/老建筑」拟一份调查方案，含：目标、方法组合、访谈对象、预计成果。
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回到「家乡文化生活」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要点回望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522716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三方法：文献法（查资料）、观察法（定点记）、访谈法（对话录）。</a:t>
            </a:r>
          </a:p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访谈提纲三结构：开场（说明目的+征得同意）、主体（主问题+追问）、收尾（致谢+确认）。</a:t>
            </a:r>
          </a:p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记录规范：当场记关键词、标注时间地点对象、保护隐私（化名）。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965960"/>
            <a:ext cx="5227167" cy="41605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98767" y="2240280"/>
            <a:ext cx="54864" cy="3302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81647" y="2286000"/>
            <a:ext cx="44956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反思引导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81647" y="2834640"/>
            <a:ext cx="4495647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如果要采访一位长辈，你的第一个问题会是什么？为什么这么问？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