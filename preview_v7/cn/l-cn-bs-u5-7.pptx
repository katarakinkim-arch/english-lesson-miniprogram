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必修上册 · 第5单元《乡土中国》· 第7课时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学写学术札记——把阅读思考落成文字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把读到的经典，变成自己的眼光与方法。</a:t>
            </a:r>
          </a:p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写1篇学术札记（300字），按「引/释/联/评」四步，针对一个概念，有理有据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体会学术写作「尊重原典、清晰概念、慎用判断」的规范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通过「评」环节，培养对概念的批判与评价思维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掌握学术札记四步写法，能独立产出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教写学术札记（读书笔记的一种）：针对书中一个概念/论点，写300字左右——结构：①引（概念+原文出处）②释（我的理解）③联（现实例/质疑）④评（价值或局限）。区别于文学感想，重「有理有据、概念清晰」。是整本书阅读的输出能力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本单元《乡土中国》：整本书阅读与研讨 / 中华传统文化经典。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1. 中国教育报：读《乡土中国》的「三把钥匙」（生命经验解概念、写读书笔记）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2. 费孝通《乡土中国》（1948）：差序格局 / 乡土本色等核心概念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四步：引（概念+出处）/释（理解）/联（现实或疑）/评（价值局限）。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区别于感想：重概念清晰、有据、不抒情。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关键：引要标出处，评要有判断。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① 四步讲解法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2363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升格示范法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723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感想vs札记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③ 支架法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四步卡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011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④ 互评法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结构落地。原因：学生写散，需四步框。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引注出处。原因：易忘标篇名，需强。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评的批判。原因：易空夸，需给判断。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学术札记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四步: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引(概念+出处)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释(我的理解)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联(现实/疑)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评(价值/局限)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非感想: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不抒情·重有据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分水岭: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引标出处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评给判断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据互评改札记终稿（300字），四步齐+引标篇名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写一句「我评的概念价值/局限」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另写一篇「血缘与地缘」札记（四步+评判），要求评中含一处质疑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回望《乡土中国》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本课要点回顾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四步：引（概念+出处）/释（理解）/联（现实或疑）/评（价值局限）。；② 区别于感想：重概念清晰、有据、不抒情。；③ 关键：引要标出处，评要有判断。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84048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哪一个概念或人物最触动你？用一句话写下来。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274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61772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把本课学到的方法，套用到下一篇阅读或写作里，会怎样？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04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9496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用三个词概括你对本单元的新认识。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