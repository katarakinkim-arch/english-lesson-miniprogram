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第5单元 乡土中国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学写学术札记——把阅读思考落成文字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写作指导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学习任务群：整本书阅读与研讨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语言能力：写1篇学术札记（300字），按「引/释/联/评」四步，针对一个概念，有理有据。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文化意识：体会学术写作「尊重原典、清晰概念、慎用判断」的规范。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思维品质：通过「评」环节，培养对概念的批判与评价思维。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学习能力：掌握学术札记四步写法，能独立产出。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教写学术札记（读书笔记的一种）：针对书中一个概念/论点，写300字左右——结构：①引（概念+原文出处）②释（我的理解）③联（现实例/质疑）④评（价值或局限）。区别于文学感想，重「有理有据、概念清晰」。是整本书阅读的输出能力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四步：引（概念+出处）/释（理解）/联（现实或疑）/评（价值局限）。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区别于感想：重概念清晰、有据、不抒情。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关键：引要标出处，评要有判断。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四步结构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升格示范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样例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写初稿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互评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结构落地。原因：学生写散，需四步框。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引注出处。原因：易忘标篇名，需强。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评的批判。原因：易空夸，需给判断。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学术札记 ──┐
│ 四步: │
│ 引(概念+出处) │
│ 释(我的理解) │
│ 联(现实/疑) │
│ 评(价值/局限) │
│ │
│ 非感想: │
│ 不抒情·重有据 │
│ │
│ 分水岭: │
│ 引标出处 │
│ 评给判断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据互评改札记终稿（300字），四步齐+引标篇名。2. 写一句「我评的概念价值/局限」。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【提高作业】另写一篇「血缘与地缘」札记（四步+评判），要求评中含一处质疑。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本单元主题：乡土中国。把今天学到的方法带进下一篇——自己读、自己想、自己写。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