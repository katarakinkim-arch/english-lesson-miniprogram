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第3单元 生命的诗意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梦游天姥吟留别 精读——李白式的浪漫与傲骨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课文精读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学习任务群：文学阅读与写作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语言能力：有感情朗读全诗，划分「入梦—梦游—梦醒」三部分并概括各段画面。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文化意识：理解李白「不事权贵」的傲骨，体会浪漫主义对自由人格的张扬。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思维品质：通过分析梦境虚实转换，培养「以梦写心」的象征解读能力。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学习能力：掌握「理梦境脉络→赏奇幻意象→悟傲骨宣言」的浪漫诗读法。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聚焦李白《梦游天姥吟留别》。这是李白被赐金放还后南游吴越所作，借「梦游天姥」的奇幻想象，写仙境的壮丽与梦醒的失落，末以「安能摧眉折腰事权贵，使我不得开心颜」收束，宣告不事权贵的人格傲骨。全诗以梦为线：入梦（瀛洲难求/天姥可睹）→梦游（飞渡镜湖/著屐登山/洞天奇景）→梦醒（忽魂悸/惟枕席），想象雄奇，句式长短错落，是浪漫主义绝唱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梦境三阶段：入梦（瀛洲/天姥）→梦游（镜湖/登山/洞天）→梦醒（魂悸/枕席）。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奇幻意象：霓衣风马、虎鼓鸾回、金银台——想象雄奇，色彩瑰丽。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收束宣言：「安能摧眉折腰事权贵，使我不得开心颜」——梦境壮美反衬现实屈辱，明傲骨之志。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诵读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梦游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梦醒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浪漫手法小结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梦境的象征义。原因：学生易把梦当真，需点明「天姥」是李白精神世界投影。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虚实转换。原因：入梦用「我欲因之梦吴越」过渡，学生易忽略叙述视角切换。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结尾宣言的情感分量。原因：需联系「赐金放还」背景，否则「傲骨」成空话。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梦游天姥吟留别 ──┐
│ 梦 → 傲骨 │
│ │
│ 【梦境三阶段】 │
│ 入梦:瀛洲难求 │
│ 天姥可睹 │
│ 梦游:镜湖→登山 │
│ →洞天奇景 │
│ 梦醒:魂悸→枕席 │
│ │
│ 【奇幻意象】 │
│ 霓衣风马|壮丽 │
│ 虎鼓鸾回|神奇 │
│ 金银台 |仙界 │
│ │
│ 【梦→现实→傲骨】 │
│ 梦美→现实屈→ │
│ 不事权贵 │
│ 开心颜(舒展) │
│ │
│ 浪漫=以梦写心 │
└────────────────────┘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背诵默写全诗。2. 划分「入梦—梦游—梦醒」并各用一句话概括画面。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【提高作业】写一段180字赏析「安能摧眉折腰事权贵」一句，要求：①联系梦境与现实对照；②说出傲骨的情感来源；③联系李白生平。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本单元主题：生命的诗意。把今天学到的方法带进下一篇——自己读、自己想、自己写。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