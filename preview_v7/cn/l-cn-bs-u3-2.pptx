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3657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7548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第3单元（生命的诗意）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第2课时 · 课文精读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85855" y="320040"/>
            <a:ext cx="640080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115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梦游天姥吟留别 精读——李白式的浪漫与傲骨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822960" cy="381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八首诗词，八种生命的姿态与回响。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有感情朗读全诗，划分「入梦—梦游—梦醒」三部分并概括各段画面。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3723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理解李白「不事权贵」的傲骨，体会浪漫主义对自由人格的张扬。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通过分析梦境虚实转换，培养「以梦写心」的象征解读能力。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371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掌握「理梦境脉络→赏奇幻意象→悟傲骨宣言」的浪漫诗读法。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课文定位与资料来源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本课聚焦李白《梦游天姥吟留别》。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这是李白被赐金放还后南游吴越所作，借「梦游天姥」的奇幻想象，写仙境的壮丽与梦醒的失落，末以「安能摧眉折腰事权贵，使我不得开心颜」收束，宣告不事权贵的人格傲骨。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全诗以梦为线：入梦（瀛洲难求/天姥可睹）→梦游（飞渡镜湖/著屐登山/洞天奇景）→梦醒（忽魂悸/惟枕席），想象雄奇，句式长短错落，是浪漫主义绝唱。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资料来源（WebSearch 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697480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学科网《梦游天姥吟留别》教学设计（zxxk.com/soft/52231325）</a:t>
            </a:r>
          </a:p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 游仙诗与"安能摧眉折腰"人格精神（zy.21cnjy.com/19956117）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5715000"/>
            <a:ext cx="4678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梦境三阶段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入梦（瀛洲/天姥）→梦游（镜湖/登山/洞天）→梦醒（魂悸/枕席）。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奇幻意象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霓衣风马、虎鼓鸾回、金银台——想象雄奇，色彩瑰丽。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收束宣言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「安能摧眉折腰事权贵，使我不得开心颜」——梦境壮美反衬现实屈辱，明傲骨之志。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 · 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诵读法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范读→分段读→，体会长短句节奏与情感起伏。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083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画面还原法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让学生口述梦游三阶段画面，训练想象与概括。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背景支架法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补充李白被赐金放还经历，理解「梦醒」的失落感。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77440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731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联系《短歌行》现实志趣，看李白以「梦」写志趣的不同。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梦境的象征义。原因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学生易把梦当真，需点明「天姥」是李白精神世界投影。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虚实转换。原因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入梦用「我欲因之梦吴越」过渡，学生易忽略叙述视角切换。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结尾宣言的情感分量。原因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需联系「赐金放还」背景，否则「傲骨」成空话。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本课结构精华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480560"/>
          </a:xfrm>
          <a:prstGeom prst="roundRect">
            <a:avLst/>
          </a:prstGeom>
          <a:solidFill>
            <a:srgbClr val="E7DFD2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梦游天姥吟留别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梦 → 傲骨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【梦境三阶段】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入梦:瀛洲难求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天姥可睹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梦游:镜湖→登山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→洞天奇景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梦醒:魂悸→枕席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【奇幻意象】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霓衣风马|壮丽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虎鼓鸾回|神奇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金银台 |仙界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【梦→现实→傲骨】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梦美→现实屈→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不事权贵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开心颜(舒展)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浪漫=以梦写心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 · 分层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背诵默写全诗。2. 划分「入梦—梦游—梦醒」并各用一句话概括画面。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写一段180字赏析「安能摧眉折腰事权贵」一句，要求：①联系梦境与现实对照；②说出傲骨的情感来源；③联系李白生平。 【——用】基础2示例：入梦——由越人传说引发神游天姥之念；梦游——飞渡镜湖、著屐登山、洞天仙境奇景；梦醒——魂悸惊起，唯见枕席。提高作业评价：有对照+情感来源=合格；联系生平（赐金放还）=良好；能分析「梦越美现实越屈」的张力=优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 · 反思引导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回望本单元：生命的诗意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八首诗词里，哪一种生命姿态最让你共鸣？为什么？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选一句原诗，说说它如何写尽一种心境。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把「知人论世」的方法，用到课外的古诗词里。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梦境三阶段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入梦（瀛洲/天姥）→梦游（镜湖/登山/洞天）→梦醒（魂悸/枕席）。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② 奇幻意象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霓衣风马、虎鼓鸾回、金银台——想象雄奇，色彩瑰丽。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③ 收束宣言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「安能摧眉折腰事权贵，使我不得开心颜」——梦境壮美反衬现实屈辱，明傲骨之志。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806440"/>
            <a:ext cx="10911535" cy="6400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03504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943600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从曹陶到苏辛，诗词写尽生命的姿态；带着方法，去读更多。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