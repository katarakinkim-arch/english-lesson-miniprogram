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群文阅读——故都的秋·荷塘月色 情景交融比较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同写自然，融法各异——两篇散文，两种情景交融的范式。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第3课时 · 群文阅读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单元：自然情怀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用双栏比较两文「情感基调/写景方式/情景关系」，说出范式差异。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在比较中体会中国文人「借自然安顿心灵」的共同传统。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通过比较培养同中求异、提炼范式的思维。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掌握散文群文双栏比较法，能迁移他文。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故都的秋》与《荷塘月色》——同写自然、同情景交融，但路径不同：郁达夫以「悲凉」统摄五幅散景（以情驭景），朱自清以「不宁静」起伏中写荷塘之美反衬哀（以景衬情）。通过比较提炼写景散文「情景交融」的两种范式，为单元写作蓄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人民教育出版社《语文·必修上册》第七单元导语：人文主题「自然情怀」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周刚《现代作家审美取向的文本解析——以〈故都的秋〉和〈荷塘月色〉为例》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故都：以情驭景（悲凉统五画）。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荷塘：以景衬情（美荷塘反衬不宁静）。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共性：皆情景交融，皆借自然安顿心。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双栏比较法。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范式命名法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情驭景/景衬情。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迁移法。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范式区分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破解：学生混「情驭景/景衬情」，需点明谁主谁宾。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双栏填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破解：维度不清，需给框架。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共性提炼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破解：易停差异，需归纳。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同:情景交融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异:法不同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【双栏】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基调:悲凉↔不宁静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写景:五画↔荷塘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情景:情驭↔景衬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范式: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情驭景(情主)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景衬情(景主)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共性: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借自然安顿心灵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完成双栏（基调/写景/情景）。2. 用一句话说两文范式差异。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写180字比较短文，要求：①同维度；②各引一句；③提炼范式差异。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本单元「自然情怀」：从《故都的秋》到《荷塘月色》，体会中国文人借自然安顿心灵的传统。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哪一篇更打动你？它怎样用自然之景安顿了作者的心境？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两文的「情景交融」有何不同——是以情驭景，还是以景衬情？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用本单元学到的方法，写（或回想）一段属于你自己的景物文字。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