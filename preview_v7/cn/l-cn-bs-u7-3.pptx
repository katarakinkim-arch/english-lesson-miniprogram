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第7单元 自然情怀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群文阅读——故都的秋·荷塘月色 情景交融比较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群文阅读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语言能力：用双栏比较两文「情感基调/写景方式/情景关系」，说出范式差异。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文化意识：在比较中体会中国文人「借自然安顿心灵」的共同传统。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思维品质：通过比较培养同中求异、提炼范式的思维。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学习能力：掌握散文群文双栏比较法，能迁移他文。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比较《故都的秋》与《荷塘月色》——同写自然、同情景交融，但路径不同：郁达夫以「悲凉」统摄五幅散景（以情驭景），朱自清以「不宁静」起伏中写荷塘之美反衬哀（以景衬情）。通过比较提炼写景散文「情景交融」的两种范式，为单元写作蓄势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故都：以情驭景（悲凉统五画）。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荷塘：以景衬情（美荷塘反衬不宁静）。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共性：皆情景交融，皆借自然安顿心。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双栏比较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范式命名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共性提炼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迁移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范式区分。原因：学生混「情驭景/景衬情」，需点明谁主谁宾。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双栏填。原因：维度不清，需给框架。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共性提炼。原因：易停差异，需归纳。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故都·荷塘 群文 ──┐
│ 同:情景交融 │
│ 异:法不同 │
│ │
│ 【双栏】 │
│ 基调:悲凉↔不宁静│
│ 写景:五画↔荷塘 │
│ 情景:情驭↔景衬 │
│ │
│ 范式: │
│ 情驭景(情主) │
│ 景衬情(景主) │
│ │
│ 共性: │
│ 借自然安顿心灵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完成双栏（基调/写景/情景）。2. 用一句话说两文范式差异。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【提高作业】写180字比较短文，要求：①同维度；②各引一句；③提炼范式差异。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本单元主题：自然情怀。把今天学到的方法带进下一篇——自己读、自己想、自己写。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