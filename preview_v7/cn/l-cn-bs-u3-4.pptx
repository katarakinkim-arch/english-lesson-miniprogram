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第3单元 生命的诗意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念奴娇·赤壁怀古 精读——苏轼的旷达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语言能力：有感情朗读并背诵全词，解释「大江东去」「羽扇纶巾」「樯橹」「一尊还酹」等词句。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文化意识：理解苏轼在贬谪逆境中以旷达化解悲慨的生命智慧，体会豪放词的精神气象。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思维品质：通过分析「景—人—我」的对照结构，培养辩证解读词人复杂情感的能力。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学习能力：掌握「赏壮景→怀英雄→照自我→悟旷达」的怀古词读法。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聚焦苏轼《念奴娇·赤壁怀古》。苏轼因「乌台诗案」被贬黄州，游赤壁时有此作。上阕写赤壁壮景（大江东去/乱石穿空/惊涛拍岸），下阕怀周瑜（雄姿英发/羽扇纶巾/谈笑间樯橹灰飞烟灭），末以「人生如梦，一尊还酹江月」收束。全词以壮阔之景衬英雄之事，又以英雄之成反衬自我之贬，最终以「酹江月」的超然消解悲慨，体现苏轼特有的旷达胸襟，是豪放词代表作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上阕壮景：大江/乱石/惊涛/千堆雪——时空壮阔，奠定豪放基调。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下阕怀瑜：周瑜「雄姿英发、羽扇纶巾、谈笑灭敌」——年少功成。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自我反衬＋旷达收束：周瑜功成vs苏轼被贬→「人生如梦，一尊还酹江月」以超然消解。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上阕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下阕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周瑜vs苏轼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悟旷达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「人生如梦」的情感。原因：学生易读成消极，需点明是「旷达」——承认短暂却不被压垮。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周瑜与苏轼对照。原因：学生看不到「怀古实为伤今」，需显性对照。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「樯橹灰飞烟灭」的炼字。原因：「灰飞烟灭」是比喻性夸张，需体会力度。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念奴娇·赤壁怀古 ──┐
│ 逆境 → 旷达(超然) │
│ │
│ 【上阕壮景】 │
│ 大江去/乱石穿 │
│ 惊涛拍/千堆雪 │
│ 动词:去穿拍卷→力 │
│ │
│ 【下阕怀瑜】 │
│ 雄姿英发 羽扇纶巾 │
│ 谈笑灭敌(年少功成) │
│ │
│ 【周瑜 vs 苏轼】 │
│ 功成年少 | 贬谪华发 │
│ 怀古→伤今 │
│ │
│ 【悟旷达】 │
│ 人生如梦 │
│ 一尊还酹江月 │
│ (承认短暂·不被压垮)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背诵默写全词。2. 解释：①羽扇纶巾 ②樯橹灰飞烟灭 ③一尊还酹江月。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【提高作业】写一段180字赏析「人生如梦，一尊还酹江月」，要求：①联系周瑜与苏轼对照；②说出旷达的内涵；③联系苏轼贬谪背景。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本单元主题：生命的诗意。把今天学到的方法带进下一篇——自己读、自己想、自己写。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