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36576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7548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必修上册 · 第3单元（生命的诗意）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第4课时 · 课文精读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85855" y="320040"/>
            <a:ext cx="640080" cy="6400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91153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念奴娇·赤壁怀古 精读——苏轼的旷达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343400"/>
            <a:ext cx="822960" cy="381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八首诗词，八种生命的姿态与回响。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有感情朗读并背诵全词，解释「大江东去」「羽扇纶巾」「樯橹」「一尊还酹」等词句。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3723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8003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理解苏轼在贬谪逆境中以旷达化解悲慨的生命智慧，体会豪放词的精神气象。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通过分析「景—人—我」的对照结构，培养辩证解读词人复杂情感的能力。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051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371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651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掌握「赏壮景→怀英雄→照自我→悟旷达」的怀古词读法。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课文定位与资料来源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本课聚焦苏轼《念奴娇·赤壁怀古》。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苏轼因「乌台诗案」被贬黄州，游赤壁时有此作。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上阕写赤壁壮景（大江东去/乱石穿空/惊涛拍岸），下阕怀周瑜（雄姿英发/羽扇纶巾/谈笑间樯橹灰飞烟灭），末以「人生如梦，一尊还酹江月」收束。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全词以壮阔之景衬英雄之事，又以英雄之成反衬自我之贬，最终以「酹江月」的超然消解悲慨，体现苏轼特有的旷达胸襟，是豪放词代表作。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4805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资料来源（WebSearch 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697480"/>
            <a:ext cx="4678527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9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21世纪教育网《念奴娇·赤壁怀古》教学设计（zy.21cnjy.com/20395930）</a:t>
            </a:r>
          </a:p>
          <a:p>
            <a:pPr algn="l">
              <a:lnSpc>
                <a:spcPct val="140000"/>
              </a:lnSpc>
              <a:spcAft>
                <a:spcPts val="9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中职语文《念奴娇·赤壁怀古》·旷达解读（zy.21cnjy.com/20114966）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5715000"/>
            <a:ext cx="4678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上阕壮景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大江/乱石/惊涛/千堆雪——时空壮阔，奠定豪放基调。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82058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2058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下阕怀瑜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周瑜「雄姿英发、羽扇纶巾、谈笑灭敌」——年少功成。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41156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1156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自我反衬＋旷达收束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6876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周瑜功成vs苏轼被贬→「人生如梦，一尊还酹江月」以超然消解。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 · 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诵读法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范读（豪迈→苍凉→超然三层次）。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42283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2283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8083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对照法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8003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周瑜（功成年少）vs苏轼（贬谪暮年）双栏。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61607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407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知人论世法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补充乌台诗案与黄州贬谪。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80931" y="2377440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0931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731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意象品鉴法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651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聚焦「乱石穿空/惊涛拍岸」的动词力度。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 · 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「人生如梦」的情感。原因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学生易读成消极，需点明是「旷达」——承认短暂却不被压垮。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82058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2058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周瑜与苏轼对照。原因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学生看不到「怀古实为伤今」，需显性对照。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41156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1156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「樯橹灰飞烟灭」的炼字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6876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「樯橹灰飞烟灭」的炼字。原因：「灰飞烟灭」是比喻性夸张，需体会力度。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本课结构精华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480560"/>
          </a:xfrm>
          <a:prstGeom prst="roundRect">
            <a:avLst/>
          </a:prstGeom>
          <a:solidFill>
            <a:srgbClr val="E7DFD2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90712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念奴娇·赤壁怀古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逆境 → 旷达(超然)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【上阕壮景】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大江去/乱石穿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惊涛拍/千堆雪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动词:去穿拍卷→力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【下阕怀瑜】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雄姿英发 羽扇纶巾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7" y="2148840"/>
            <a:ext cx="490712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谈笑灭敌(年少功成)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【周瑜 vs 苏轼】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功成年少 | 贬谪华发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怀古→伤今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【悟旷达】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人生如梦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一尊还酹江月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(承认短暂·不被压垮)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 · 分层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背诵默写全词。2. 解释：①羽扇纶巾 ②樯橹灰飞烟灭 ③一尊还酹江月。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写一段180字赏析「人生如梦，一尊还酹江月」，要求：①联系周瑜与苏轼对照；②说出旷达的内涵；③联系苏轼贬谪背景。 【——用】基础2：①羽扇纶巾——写周瑜儒雅从容的将帅风度。②樯橹灰飞烟灭——战船顷刻烧毁，喻周瑜破曹之速。③酹——以酒洒地祭奠；向江月敬酒，喻超然。提高作业评价：有对照+旷达内涵=合格；联系贬谪背景=良好；能辩证「梦」义=优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 · 反思引导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回望本单元：生命的诗意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27167" cy="42062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反思引导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八首诗词里，哪一种生命姿态最让你共鸣？为什么？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选一句原诗，说说它如何写尽一种心境。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把「知人论世」的方法，用到课外的古诗词里。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57400"/>
            <a:ext cx="5227167" cy="42062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本单元核心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① 上阕壮景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大江/乱石/惊涛/千堆雪——时空壮阔，奠定豪放基调。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② 下阕怀瑜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周瑜「雄姿英发、羽扇纶巾、谈笑灭敌」——年少功成。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③ 自我反衬＋旷达收束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周瑜功成vs苏轼被贬→「人生如梦，一尊还酹江月」以超然消解。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806440"/>
            <a:ext cx="10911535" cy="6400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6035040"/>
            <a:ext cx="54864" cy="2794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943600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从曹陶到苏辛，诗词写尽生命的姿态；带着方法，去读更多。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