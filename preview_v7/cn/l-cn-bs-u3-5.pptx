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第3单元 生命的诗意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永遇乐·京口北固亭怀古 / 声声慢 群文——豪放与婉约的对话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群文阅读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语言能力：背诵《声声慢》，概括《永遇乐》五处用典所指；说出两词核心情感与手法。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文化意识：理解辛弃疾的家国襟怀与李清照的乱世孤怀，体会宋词双峰的精神气象。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思维品质：通过比较豪放与婉约，培养避免二元对立、看见风格交融的辩证思维。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学习能力：掌握「知人论世+抓典故/叠字→辨风格」的词作读法。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群文阅读辛弃疾《永遇乐·京口北固亭怀古》与李清照《声声慢》。辛词写于镇江知府任上，借京口历史人物（孙权、刘裕、刘义隆、拓跋焘、廉颇）讽谏南宋草率北伐，慷慨悲凉，属豪放词；李词写于南渡后孤寂晚年，「寻寻觅觅，冷冷清清」起笔，叠字七组写尽凄苦，属婉约词。两词一豪放一婉约，一家国一自我，构成宋词双峰对话，适合作者身份、题材、风格的群文比较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《永遇乐》五典：孙权（英雄）、刘裕（北伐功业）、刘义隆（草率败北）、拓跋焘（敌踪）、廉颇（老当益壮）——借古讽今。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《声声慢》叠字：寻寻觅觅/冷冷清清/凄凄惨惨戚戚——七组叠字写愁之递进。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风格对话：豪放（家国·用典·悲凉）vs婉约（自我·白描·凄婉）；但并非绝对对立。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永遇乐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声声慢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群文比较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意象对照+小结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《永遇乐》用典密集。原因：五处典故学生大多不熟，需逐一搭桥并点明讽谏用意。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《声声慢》叠字之妙。原因：学生感受得到悲，说不清「叠字如何层层加深」。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风格辩证。原因：学生易贴标签，需引导发现豪放中的个人悲与婉约中的骨力。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永遇乐·声声慢 ──┐
│ 豪放 婉约 │
│ │
│ 【永遇乐】五典 │
│ 孙权(英雄) │
│ 刘裕(北伐) │
│ 刘义隆(草率败) │
│ 佛狸祠(敌踪) │
│ 廉颇(自比老) │
│ →借古讽今 │
│ │
│ 【声声慢】七叠字 │
│ 寻觅→冷清→凄惨 │
│ 动作→环境→心理 │
│ →愁递进 │
│ │
│ 【比较】 │
│ 题材:家国/自我 │
│ 手法:用典/白描 │
│ 风格:豪放/婉约 │
│ 交融(非二分)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背诵《声声慢》。2. 写出《永遇乐》中你理解的三个典故及其用意。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【提高作业】写一段200字「豪放与婉约的对话」，要求：①各引一句原词；②点明风格差异；③说一处风格交融。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本单元主题：生命的诗意。把今天学到的方法带进下一篇——自己读、自己想、自己写。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