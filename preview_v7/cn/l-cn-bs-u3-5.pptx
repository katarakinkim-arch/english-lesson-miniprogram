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36576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7548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第3单元（生命的诗意）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第5课时 · 群文阅读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85855" y="320040"/>
            <a:ext cx="640080" cy="6400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91153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永遇乐·京口北固亭怀古 / 声声慢 群文——豪放与婉约的对话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822960" cy="381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八首诗词，八种生命的姿态与回响。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背诵《声声慢》，概括《永遇乐》五处用典所指；说出两词核心情感与手法。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3723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理解辛弃疾的家国襟怀与李清照的乱世孤怀，体会宋词双峰的精神气象。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通过比较豪放与婉约，培养避免二元对立、看见风格交融的辩证思维。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377440"/>
            <a:ext cx="245356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371" y="2578608"/>
            <a:ext cx="19506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337560"/>
            <a:ext cx="1996363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掌握「知人论世+抓典故/叠字→辨风格」的词作读法。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课文定位与资料来源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本课群文阅读辛弃疾《永遇乐·京口北固亭怀古》与李清照《声声慢》。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辛词写于镇江知府任上，借京口历史人物（孙权、刘裕、刘义隆、拓跋焘、廉颇）讽谏南宋草率北伐，慷慨悲凉，属豪放词；李词写于南渡后孤寂晚年，「寻寻觅觅，冷冷清清」起笔，叠字七组写尽凄苦，属婉约词。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两词一豪放一婉约，一家国一自我，构成宋词双峰对话，适合作者身份、题材、风格的群文比较。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资料来源（WebSearch 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697480"/>
            <a:ext cx="467852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21世纪教育网《永遇乐》《声声慢》联读（zy.21cnjy.com/17860108）</a:t>
            </a:r>
          </a:p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张綖《诗余图谱》豪放婉约之分（zxxk.com/soft/47154341）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5715000"/>
            <a:ext cx="4678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《永遇乐》五典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孙权（英雄）、刘裕（北伐功业）、刘义隆（草率败北）、拓跋焘（敌踪）、廉颇（老当益壮）——借古讽今。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2058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2058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《声声慢》叠字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寻寻觅觅/冷冷清清/凄凄惨惨戚戚——七组叠字写愁之递进。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1156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风格对话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豪放（家国·用典·悲凉）vs婉约（自我·白描·凄婉）；但并非绝对对立。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 · 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知人论世法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补辛弃疾（抗金志士）、李清照（南渡孤老）生平。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8083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典故串讲法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8003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《永遇乐》五典用时间线串讲。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诵读品鉴法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《声声慢》慢读叠字，体会声情。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80931" y="2377440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731" y="2395728"/>
            <a:ext cx="13562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群文比较法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651" y="3154680"/>
            <a:ext cx="1996363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双栏对照（题材/手法/情感/风格）。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《永遇乐》用典密集。原因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五处典故学生大多不熟，需逐一搭桥并点明讽谏用意。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82058" y="237744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2058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《声声慢》叠字之妙。原因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学生感受得到悲，说不清「叠字如何层层加深」。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41156" y="237744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95728"/>
            <a:ext cx="22960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风格辩证。原因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3154680"/>
            <a:ext cx="293613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学生易贴标签，需引导发现豪放中的个人悲与婉约中的骨力。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本课结构精华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480560"/>
          </a:xfrm>
          <a:prstGeom prst="roundRect">
            <a:avLst/>
          </a:prstGeom>
          <a:solidFill>
            <a:srgbClr val="E7DFD2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90712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永遇乐·声声慢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豪放 婉约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【永遇乐】五典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孙权(英雄)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刘裕(北伐)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刘义隆(草率败)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佛狸祠(敌踪)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廉颇(自比老)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→借古讽今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7" y="2148840"/>
            <a:ext cx="490712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【声声慢】七叠字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寻觅→冷清→凄惨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动作→环境→心理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→愁递进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【比较】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题材:家国/自我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手法:用典/白描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风格:豪放/婉约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交融(非二分)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 · 分层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背诵《声声慢》。2. 写出《永遇乐》中你理解的三个典故及其用意。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写一段200字「豪放与婉约的对话」，要求：①各引一句原词；②点明风格差异；③说一处风格交融。 【——用】基础2示例：孙权——在京口抗曹的英雄，慨叹当世无英雄；刘裕——北伐功业，向往收复；廉颇——老当益壮，自比报国无门。提高作业评价：引原句+差异=合格；指出交融=良好；能辩证风格光谱=优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 · 反思引导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回望本单元：生命的诗意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4206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八首诗词里，哪一种生命姿态最让你共鸣？为什么？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选一句原诗，说说它如何写尽一种心境。</a:t>
            </a:r>
          </a:p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把「知人论世」的方法，用到课外的古诗词里。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57400"/>
            <a:ext cx="5227167" cy="4206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本单元核心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《永遇乐》五典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孙权（英雄）、刘裕（北伐功业）、刘义隆（草率败北）、拓跋焘（敌踪）、廉颇（老当益壮）——借古讽今。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② 《声声慢》叠字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寻寻觅觅/冷冷清清/凄凄惨惨戚戚——七组叠字写愁之递进。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③ 风格对话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豪放（家国·用典·悲凉）vs婉约（自我·白描·凄婉）；但并非绝对对立。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806440"/>
            <a:ext cx="10911535" cy="6400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03504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943600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从曹陶到苏辛，诗词写尽生命的姿态；带着方法，去读更多。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