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第6单元《文学阅读与写作（小说）》· 第4课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装在套子里的人 精读——别里科夫与讽刺艺术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一个把一切套起来的人，让全城都怕——可笑又可悲。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本课件未使用无关配图，画面以学科色块呈现。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说出「套子」在文中的具体表现与象征含义，解释别里科夫这一形象的典型性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理解小说对专制保守、扼杀个性的社会批判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通过分析夸张与讽刺，培养由形象到本质的思维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掌握「抓形象、解象征、品讽刺」的小说读法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装在套子里的人》是契诃夫讽刺小说。别里科夫把一切「套」起来（雨鞋、棉大衣、甚至思想），恐惧新事物、告密卫道，成为沙皇专制下保守势力的符号。小说以夸张与讽刺，写「套子」对人性的窒息与可笑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本单元《文学阅读与写作（小说）》：文学阅读与写作（小说）/ 实用性阅读与交流。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830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语文网《装在套子里的人》课文解说（必修下册第六单元）：套子=法令 / 陈规 / 奴性心理，夸张与讽刺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瑞文网《装在套子里的人》教学参考：别里科夫是专制产物，「套子」成隐喻象征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戈宝权《契诃夫与中国》：「不能够再这样生活下去」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本课件未使用无关配图，画面以学科色块呈现。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套子：雨鞋/棉大衣/忌讳新事物/告密(行为+思想)。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象征：套子=专制保守对个性的扼杀。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讽刺：夸张可笑中见沉重。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① 套子枚举法。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② 象征解码法。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③ 讽刺品读法（可笑/可悲）。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④ 对比法（与前两篇）。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象征解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破解：易当怪癖，需点社会。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典型性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破解：易当个人，需指一类人。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讽刺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破解：易只笑，需品沉。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套中人·契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怪→怕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套子两层: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行为(雨鞋棉衣)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思想(怕新禁异)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象征: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专制扼个性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讽:可笑↔沉重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写出「套子」在文中的一处表现（行为或思想）。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说「套子」象征什么。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写150字「我眼中的套子」，要求：①联表现一处；②说象征；③不肤浅笑。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回望《文学阅读与写作（小说）》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套子象征专制对个性的扼杀；讽刺在可笑之下，藏着沉重的悲。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别里科夫的「怪」背后，你看到什么？写一句。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用「行为 / 思想」两层说「套子」。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三个词概括你眼中的讽刺。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