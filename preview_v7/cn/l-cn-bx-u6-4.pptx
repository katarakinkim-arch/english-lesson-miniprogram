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第6单元 文学阅读与写作（小说）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装在套子里的人 精读——别里科夫与讽刺艺术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语言能力：说出「套子」在文中的具体表现与象征含义，解释别里科夫这一形象的典型性。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文化意识：理解小说对专制保守、扼杀个性的社会批判。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思维品质：通过分析夸张与讽刺，培养由形象到本质的思维。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学习能力：掌握「抓形象、解象征、品讽刺」的小说读法。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装在套子里的人》是契诃夫讽刺小说。别里科夫把一切「套」起来（雨鞋、棉大衣、甚至思想），恐惧新事物、告密卫道，成为沙皇专制下保守势力的符号。小说以夸张与讽刺，写「套子」对人性的窒息与可笑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套子：雨鞋/棉大衣/忌讳新事物/告密(行为+思想)。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象征：套子=专制保守对个性的扼杀。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讽刺：夸张可笑中见沉重。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套子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象征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讽刺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象征解。原因：易当怪癖，需点社会。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典型性。原因：易当个人，需指一类人。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讽刺。原因：易只笑，需品沉。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套中人·契 ──┐
│ 怪→怕 │
│ │
│ 套子两层: │
│ 行为(雨鞋棉衣) │
│ 思想(怕新禁异) │
│ │
│ 象征: │
│ 专制扼个性 │
│ 讽:可笑↔沉重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写出「套子」在文中的一处表现（行为或思想）。2. 说「套子」象征什么。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【提高作业】写150字「我眼中的套子」，要求：①联表现一处；②说象征；③不肤浅笑。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本单元主题：文学阅读与写作（小说）。把今天学到的方法带进下一篇——自己读、自己想、自己写。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