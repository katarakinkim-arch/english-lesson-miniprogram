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必修下册 · 第1单元《中华传统文化经典》· 第4课时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1247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烛之武退秦师 精读——危局说客与辞令艺术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把读到的经典，变成自己的眼光与方法。</a:t>
            </a:r>
          </a:p>
          <a:p>
            <a:pPr algn="l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本课件未使用无关配图，以学科色块呈现。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2453563" cy="3474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65176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297680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解释「缒、鄙、陪、阙」等词，复述烛之武说秦伯的四层理由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31720"/>
            <a:ext cx="2453563" cy="3474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65176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297680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理解春秋辞令「动以利害、婉而切」的说服传统与行人（外交使）智慧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31720"/>
            <a:ext cx="2453563" cy="3474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65176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297680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通过分析四层说辞的递进，培养利害权衡与策略思维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31720"/>
            <a:ext cx="2453563" cy="3474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65176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297680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掌握「抓危局→理说辞→赏辞令」的史传读法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2271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课文定位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《烛之武退秦师》出自《左传·僖公三十年》。秦晋围郑，烛之武夜缒而出，说秦伯：①郑亡于秦无益（越国鄙远）。②存郑为秦「东道主」有利。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本单元《中华传统文化经典》：整本书阅读与研讨 / 中华传统文化经典。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737360"/>
            <a:ext cx="5227167" cy="44805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468880"/>
            <a:ext cx="46785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1. 黄陂教育云：文约而意丰 辞婉而理骋——《烛之武退秦师》辞令赏析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2. 瑞文网：《烛之武退秦师》原文译文及赏析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本课件未使用无关配图，以学科色块呈现。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要点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危局：秦晋围郑，郑将亡。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四层说辞：亡郑无益/存郑利秦/晋负秦/晋将阙秦。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要点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辞令：利害为纲、迂回离间。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14016"/>
            <a:ext cx="14477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① 危局导入法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190492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42283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2283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2363" y="2414016"/>
            <a:ext cx="14477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② 说辞分层法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3723" y="3200400"/>
            <a:ext cx="190492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四层表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61607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1607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1687" y="2414016"/>
            <a:ext cx="14477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③ 辞令解码法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3200400"/>
            <a:ext cx="190492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利害/离间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80931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0931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011" y="2414016"/>
            <a:ext cx="14477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④ 语境释义法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371" y="3200400"/>
            <a:ext cx="190492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易卡处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四层逻辑。原因：学生罗列不分，需标递进。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易卡处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离间术。原因：易看表面，需点明「间秦晋」。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易卡处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文言词。原因：僻词多，需随文。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烛之武退秦师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秦晋围郑→说秦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四层说辞: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①亡郑无益(鄙远)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②存郑利秦(东道)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③晋负秦(焦瑕)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④晋将阙秦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辞令: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利害为纲·离间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婉而切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左传:以辞载史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1. 写出烛之武说秦伯的四层理由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2. 解释：①缒 ②鄙 ③陪 ④阙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写150字「我的说服一事」，要求：①仿烛之武动以利害；②分两层说；③联生活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回望《中华传统文化经典》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本课要点回顾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危局：秦晋围郑，郑将亡。；② 四层说辞：亡郑无益/存郑利秦/晋负秦/晋将阙秦。；③ 辞令：利害为纲、迂回离间。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886200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9502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840480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哪一个概念或人物最触动你？用一句话写下来。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663440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7274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617720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把本课学到的方法，套用到下一篇阅读或写作里，会怎样？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440680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50468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394960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用三个词概括你对本单元的新认识。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