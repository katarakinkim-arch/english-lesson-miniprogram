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第1单元 中华传统文化经典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烛之武退秦师 精读——危局说客与辞令艺术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学习任务群：思辨性阅读与表达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语言能力：解释「缒、鄙、陪、阙」等词，复述烛之武说秦伯的四层理由。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文化意识：理解春秋辞令「动以利害、婉而切」的说服传统与行人（外交使）智慧。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思维品质：通过分析四层说辞的递进，培养利害权衡与策略思维。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学习能力：掌握「抓危局→理说辞→赏辞令」的史传读法。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烛之武退秦师》出自《左传·僖公三十年》。秦晋围郑，烛之武夜缒而出，说秦伯：①郑亡于秦无益（越国鄙远）；②存郑为秦「东道主」有利；③晋曾负秦（许君焦瑕）；④晋贪无止将阙秦。层层利害，离间秦晋，终退秦师。是春秋辞令（利害说理、迂回婉转）典范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危局：秦晋围郑，郑将亡。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四层说辞：亡郑无益/存郑利秦/晋负秦/晋将阙秦。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辞令：利害为纲、迂回离间。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四层说辞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辞令解码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关键词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叙事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四层逻辑。原因：学生罗列不分，需标递进。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离间术。原因：易看表面，需点明「间秦晋」。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文言词。原因：僻词多，需随文。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烛之武退秦师 ──┐
│ 秦晋围郑→说秦 │
│ │
│ 四层说辞: │
│ ①亡郑无益(鄙远)│
│ ②存郑利秦(东道)│
│ ③晋负秦(焦瑕) │
│ ④晋将阙秦 │
│ │
│ 辞令: │
│ 利害为纲·离间 │
│ 婉而切 │
│ │
│ 左传:以辞载史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写出烛之武说秦伯的四层理由。2. 解释：①缒 ②鄙 ③陪 ④阙。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【提高作业】写150字「我的说服一事」，要求：①仿烛之武动以利害；②分两层说；③联生活。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本单元主题：中华传统文化经典。把今天学到的方法带进下一篇——自己读、自己想、自己写。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