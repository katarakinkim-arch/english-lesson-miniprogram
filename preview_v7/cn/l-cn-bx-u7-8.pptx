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第7单元 整本书阅读与研讨（红楼梦）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单元活动——《红楼梦》研读分享会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语言能力：参与汇报或互评，做到用报告标准（聚焦/观点/文本）评研读。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文化意识：在分享中体会整本经典的恒久价值。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思维品质：填单元反思单，梳理路径，培养元认知。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学习能力：整合整本阅读为成果。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七单元收官：研读分享会（分组汇报：人物/环境/语言/悲剧任一专题，用报告/人物卡支撑）+整本反思单（回顾「导入—方法—研讨—写作」路径与整本读法）。含三环节：①汇报；②互评（聚焦/观点/文本）；③反思单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汇报：专题(人物/境/语/悲)支撑。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互评：聚焦/观点/文本。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反思单：路径——导入→方法→研讨→写作。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反思单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汇报条理。原因：易散，需框架。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互评深度。原因：易口号，需标准。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元认知。原因：反思空话，需具体。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红楼分享反思 ──┐
│ 【汇报框架】 │
│ 聚焦/观点/文本 │
│ │
│ 【互评】 │
│ 聚焦/观点/文本 │
│ │
│ 【反思三问】 │
│ ①学会__②提升__ │
│ ③疑问__ │
│ │
│ 路径: │
│ 导入→方法→研讨 │
│ →写作 │
│ 整本读→有法不惧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提交单元反思单（三行完整）。2. 将最满意报告/人物卡归档。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【提高作业】写150字「单元总结」，要求：①点明最重要方法；②举一例说明；③说想提升的方面。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本单元主题：整本书阅读与研讨（红楼梦）。把今天学到的方法带进下一篇——自己读、自己想、自己写。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