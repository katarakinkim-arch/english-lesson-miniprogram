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必修下册 · 第7单元 · 整本书阅读与研讨（红楼梦）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单元活动——《红楼梦》研读分享会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24612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456432"/>
            <a:ext cx="106070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从导入到方法，从研讨到写作——用一场分享，把红楼读成自己的。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064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学生课堂版 · 第8课时 · 单元活动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5272887" cy="2103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258568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1343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276856"/>
            <a:ext cx="4267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语言能力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88036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参与汇报或互评，做到用报告标准（聚焦/观点/文本）评研读。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2057400"/>
            <a:ext cx="5272887" cy="2103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07327" y="2258568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7327" y="231343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01687" y="2276856"/>
            <a:ext cx="4267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文化意识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3047" y="288036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在分享中体会整本经典的恒久价值。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434840"/>
            <a:ext cx="5272887" cy="2103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4636008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69087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654296"/>
            <a:ext cx="4267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思维品质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25780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填单元反思单，梳理路径，培养元认知。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78727" y="4434840"/>
            <a:ext cx="5272887" cy="2103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507327" y="4636008"/>
            <a:ext cx="457200" cy="45720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7327" y="469087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01687" y="4654296"/>
            <a:ext cx="426704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53047" y="525780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整合整本阅读为成果。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课文背景与研读来源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227167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第七单元收官：研读分享会（分组汇报：人物/环境/语言/悲剧任一专题，用报告/人物卡支撑）+整本反思单（回顾「导入—方法—研讨—写作」路径与整本读法）。含三环节：①汇报；②互评（聚焦/观点/文本）；③反思单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2011680"/>
            <a:ext cx="5227167" cy="4572000"/>
          </a:xfrm>
          <a:prstGeom prst="roundRect">
            <a:avLst/>
          </a:prstGeom>
          <a:solidFill>
            <a:srgbClr val="1C2A33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98767" y="2212848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研读来源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2743200"/>
            <a:ext cx="467852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来源：人民教育出版社《必修下册》第七单元「单元活动」：研读分享与互评。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3657600"/>
            <a:ext cx="467852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来源：统编教材「整本书阅读与研讨」任务群——建构读书方法、提升鉴赏能力。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4447" y="6446520"/>
            <a:ext cx="522716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本课件未使用无关配图（无契合照片，学科色块兜底）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23160"/>
            <a:ext cx="293613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63240"/>
            <a:ext cx="293613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汇报：专题(人物/境/语/悲)支撑。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27778" y="2423160"/>
            <a:ext cx="293613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重点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7778" y="3063240"/>
            <a:ext cx="293613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互评：聚焦/观点/文本。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6876" y="2423160"/>
            <a:ext cx="293613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重点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6876" y="3063240"/>
            <a:ext cx="293613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反思单：路径——导入→方法→研讨→写作。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学习路径与方法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41248" y="2395728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441448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944368"/>
            <a:ext cx="19963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汇报工作坊。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977640"/>
            <a:ext cx="1996363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汇报工作坊。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60571" y="2395728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60571" y="2441448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5435" y="2944368"/>
            <a:ext cx="19963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互评法。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5435" y="3977640"/>
            <a:ext cx="1996363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互评法。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9895" y="2395728"/>
            <a:ext cx="457200" cy="45720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9895" y="2441448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4759" y="2944368"/>
            <a:ext cx="19963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反思单法。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4759" y="3977640"/>
            <a:ext cx="1996363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反思单法。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194560"/>
            <a:ext cx="2453563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99219" y="2395728"/>
            <a:ext cx="457200" cy="45720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99219" y="2441448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54083" y="2944368"/>
            <a:ext cx="19963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单元总结法。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54083" y="3977640"/>
            <a:ext cx="1996363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单元总结法。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学习难点与突破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423160"/>
            <a:ext cx="502920" cy="50292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87168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450592"/>
            <a:ext cx="23417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汇报条理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2844698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突破：易散，需框架。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423160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487168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67858" y="2450592"/>
            <a:ext cx="23417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互评深度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200400"/>
            <a:ext cx="2844698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突破：易口号，需标准。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423160"/>
            <a:ext cx="502920" cy="50292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487168"/>
            <a:ext cx="502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26956" y="2450592"/>
            <a:ext cx="23417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元认知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200400"/>
            <a:ext cx="2844698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突破：反思空话，需具体。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板书精华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红楼分享反思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78608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【汇报框架】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54096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聚焦/观点/文本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29584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【互评】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05072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聚焦/观点/文本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480560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【反思三问】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2103120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①学会__②提升__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0167" y="2578608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③疑问__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0167" y="3054096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路径: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0167" y="3529584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导入→方法→研讨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0167" y="4005072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→写作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4480560"/>
            <a:ext cx="518144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· 整本读→有法不惧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4864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基础作业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提交单元反思单（三行完整）。2. 将最满意报告/人物卡归档。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39319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4864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提高作业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97180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写150字「单元总结」，要求：①点明最重要方法；②举一例说明；③说想提升的方面。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回望 · 第7单元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10911535" cy="731520"/>
          </a:xfrm>
          <a:prstGeom prst="roundRect">
            <a:avLst/>
          </a:prstGeom>
          <a:solidFill>
            <a:srgbClr val="1C2A33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21408"/>
            <a:ext cx="1036289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整本书阅读与研讨（红楼梦）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17520"/>
            <a:ext cx="3393338" cy="3291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2461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我读到了什么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840480"/>
            <a:ext cx="2936138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本单元围绕「整本书阅读与研讨（红楼梦）」展开；本课抓住：汇报：专题(人物/境/语/悲)支撑。。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3017520"/>
            <a:ext cx="3393338" cy="3291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7778" y="32461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我留下什么疑问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7778" y="3840480"/>
            <a:ext cx="2936138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哪一处最想再细读？写下你的一个问题，带着它走向课外阅读。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3017520"/>
            <a:ext cx="3393338" cy="3291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6876" y="32461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我怎样去运用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6876" y="3840480"/>
            <a:ext cx="2936138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把「汇报工作坊。」用到一部剧或一篇科普的观赏与阅读中。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