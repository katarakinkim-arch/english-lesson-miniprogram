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第3单元 生命的诗意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写作指导——学写文学短评：诗词评点法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写作指导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语言能力：能就一首诗词的某一「点」（意象/手法/情感）写300字左右短评，做到引文准确、分析有据。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文化意识：在评点诗词中深化对古典诗歌的审美理解，培养文学批评的初步素养。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思维品质：在「选点—分析—提升」中培养聚焦论证与逻辑表达的能力。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学习能力：掌握「选点→引文→分析→提升」的文学短评四步法。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三单元写作任务「学写文学短评」。本单元读了8首诗词，学生已积累细读经验。文学短评与读后感不同：它聚焦文本某一「点」（一句诗/一个意象/一种手法），做有理有据的分析，不求面面俱到。教材提示可从「诗句理解、意象赏析、手法品鉴、情感体悟」任一角度切入，300字左右。核心方法是「选点—引文—分析—提升」四步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选点：不选「全诗」而选一个聚焦的「点」（如「击」字炼字／七组叠字／人生如梦）。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引文：摘引原句并标明出处，作为论据。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分析：说明「好在哪里、为什么好」，结合语境不空泛。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提升：由点及面，点出该点反映的诗人风格或普遍意义。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四步法讲解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选点练习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写初稿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从「感」到「评」的转换。原因：学生习惯读后感，需用例文对比「感」与「评」的差异。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选点聚焦。原因：学生爱写「全诗赏析」，需约束「只写一个词/一句」。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分析不空泛。原因：需提供「分析句式支架」（如「此处X手法，营造Y效果，传达Z情感」）。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学写文学短评 ──┐
│ 读后感(谈我) │
│ 短评 (析文) │
│ │
│ 【四步法】 │
│ ①选点(小) │
│ ②引文(标出处) │
│ ③分析(为何好) │
│ ④提升(风格/普遍) │
│ │
│ 示范: │
│ 点=击字 │
│ 引=鹰击长空 │
│ 析=显力度 │
│ 升=炼字见雄健 │
│ │
│ 【句式支架】 │
│ 此处X手法, │
│ 营造Y效果, │
│ 传达Z情感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据互评修改短评终稿（300字左右），引文标出处。2. 在稿下方用一句话写你选的「点」和「为什么选它」。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【提高作业】换一首本单元诗词，再写一篇不同角度的短评（如第一稿写炼字，第二稿写意象或情感），对比两稿切入点差异。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本单元主题：生命的诗意。把今天学到的方法带进下一篇——自己读、自己想、自己写。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