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6576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第3单元（生命的诗意）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第6课时 · 写作指导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85855" y="320040"/>
            <a:ext cx="640080" cy="640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9115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写作指导——学写文学短评：诗词评点法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822960" cy="381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11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八首诗词，八种生命的姿态与回响。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能就一首诗词的某一「点」（意象/手法/情感）写300字左右短评，做到引文准确、分析有据。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3723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在评点诗词中深化对古典诗歌的审美理解，培养文学批评的初步素养。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在「选点—分析—提升」中培养聚焦论证与逻辑表达的能力。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371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掌握「选点→引文→分析→提升」的文学短评四步法。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课文定位与资料来源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本课为第三单元写作任务「学写文学短评」。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本单元读了8首诗词，学生已积累细读经验。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文学短评与读后感不同：它聚焦文本某一「点」（一句诗/一个意象/一种手法），做有理有据的分析，不求面面俱到。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教材提示可从「诗句理解、意象赏析、手法品鉴、情感体悟」任一角度切入，300字左右。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核心方法是「选点—引文—分析—提升」四步。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资料来源（WebSearch 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697480"/>
            <a:ext cx="467852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学科网《学写文学短评》教学设计（zxxk.com/soft/55116426）</a:t>
            </a:r>
          </a:p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朱昌元 张乐《诗意生命的理性表达》（al.xgjy.cn）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5715000"/>
            <a:ext cx="467852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选点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不选「全诗」而选一个聚焦的「点」（如「击」字炼字／七组叠字／人生如梦）。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2283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8083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引文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003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摘引原句并标明出处，作为论据。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407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说明「好在哪里、为什么好」，结合语境不空泛。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377440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731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提升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651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由点及面，点出该点反映的诗人风格或普遍意义。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 · 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例文对比法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展示「读后感」与「文学短评」各一篇，辨差异。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2283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8083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支架法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003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给「分析句式」模板降低起步难度。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407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工作坊法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选点→写初稿→互评→修改。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377440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731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示范法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651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当场就「击」字写一段短评示范。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 · 怎么破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从「感」到「评」的转换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从「感」到「评」的转换。原因：学生习惯读后感，需用例文对比「感」与「评」的差异。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2058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选点聚焦。原因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学生爱写「全诗赏析」，需约束「只写一个词/一句」。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1156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分析不空泛。原因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需提供「分析句式支架」（如「此处X手法，营造Y效果，传达Z情感」）。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本课结构精华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4480560"/>
          </a:xfrm>
          <a:prstGeom prst="roundRect">
            <a:avLst/>
          </a:prstGeom>
          <a:solidFill>
            <a:srgbClr val="E7DFD2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90712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学写文学短评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读后感(谈我)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短评 (析文)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【四步法】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①选点(小)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②引文(标出处)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③分析(为何好)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④提升(风格/普遍)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示范: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148840"/>
            <a:ext cx="490712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点=击字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引=鹰击长空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析=显力度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升=炼字见雄健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【句式支架】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此处X手法,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营造Y效果,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传达Z情感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据互评修改短评终稿（300字左右），引文标出处。2. 在稿下方用一句话写你选的「点」和「为什么选它」。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换一首本单元诗词，再写一篇不同角度的短评（如第一稿写炼字，第二稿写意象或情感），对比两稿切入点差异。 【——用】终稿评价：有聚焦选点+引文准确+分析有据=合格；分析深入+有提升=良好；选点巧妙+分析有个人洞见=优秀。基础2评价：能说明选点理由=合格。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 · 反思引导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回望本单元：生命的诗意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4206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反思引导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八首诗词里，哪一种生命姿态最让你共鸣？为什么？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选一句原诗，说说它如何写尽一种心境。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把「知人论世」的方法，用到课外的古诗词里。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57400"/>
            <a:ext cx="5227167" cy="4206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本单元核心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① 选点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不选「全诗」而选一个聚焦的「点」（如「击」字炼字／七组叠字／人生如梦）。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② 引文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摘引原句并标明出处，作为论据。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③ 分析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说明「好在哪里、为什么好」，结合语境不空泛。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806440"/>
            <a:ext cx="10911535" cy="6400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603504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943600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从曹陶到苏辛，诗词写尽生命的姿态；带着方法，去读更多。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