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必修上册 · 第5单元 乡土中国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单元导入——走进《乡土中国》与「乡土中国」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单元导入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学习任务群：整本书阅读与研讨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语言能力：说出《乡土中国》作者、性质与核心问题，概述全书14篇的逻辑脉络。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文化意识：理解「乡土中国」指传统基层社会的特质，体会从本土经验提炼理论的方法。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思维品质：通过绘制阅读地图，培养整体把握学术著作的框架思维。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学习能力：建立整本书阅读规划（篇目/周期/笔记法）。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《乡土中国》是费孝通1948年出版的社会学经典，基于田野调查，用14篇论文揭示中国基层社会的特质。核心问题：中国传统社会「乡土」在哪？本课为整本书阅读导入，让学生认识作者、成书背景与全书逻辑（从乡土本色到差序格局到礼治到血缘地缘），建立阅读地图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作者费孝通，社会学经典，田野调查为基础。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核心问题：中国基层社会何以「乡土」。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全书逻辑：乡土本色→差序格局→礼治秩序→血缘地缘→名实/现代。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核心问题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阅读地图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读法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规划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学术书读法。原因：学生习惯文学读，需转「抓论点/概念」。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乡土概念。原因：易等同农村，需点明「社会特质」。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脉络。原因：14篇易乱，需地图。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走进乡土中国 ──┐
│ 费孝通·1948 │
│ 田野调查·社会学 │
│ │
│ 核心问题: │
│ 乡土(基层特质) │
│ 何在? │
│ │
│ 14篇逻辑: │
│ 本色→差序→礼治 │
│ →血缘地缘→变迁 │
│ │
│ 读法:抓概念/论点│
│ +概念卡 │
│ 规划:周2篇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写出《乡土中国》作者、性质、核心问题。2. 列出全书14篇的前4篇篇名。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【提高作业】写150字「我对乡土中国的初猜」，要求：①说你以为的「乡土」；②提一个想验证的问题；③定首周阅读篇目。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本单元主题：乡土中国。把今天学到的方法带进下一篇——自己读、自己想、自己写。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