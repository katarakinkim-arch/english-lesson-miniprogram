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第5单元 乡土中国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单元导入——走进《乡土中国》与「乡土中国」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从一块土地、一个村庄，读懂中国的基层。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第1课时 · 单元导入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单元：乡土中国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说出《乡土中国》作者、性质与核心问题，概述全书14篇的逻辑脉络。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理解「乡土中国」指传统基层社会的特质，体会从本土经验提炼理论的方法。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通过绘制阅读地图，培养整体把握学术著作的框架思维。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建立整本书阅读规划（篇目/周期/笔记法）。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乡土中国》是费孝通1948年出版的社会学经典，基于田野调查，用14篇论文揭示中国基层社会的特质。核心问题：中国传统社会「乡土」在哪？本课为整本书阅读导入，让学生认识作者、成书背景与全书逻辑（从乡土本色到差序格局到礼治到血缘地缘），建立阅读地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光明日报《包路芳：费孝通与〈乡土中国〉》（2020-11-01）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人民日报《理解乡土，才能读懂中国》（2025-10-31）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作者费孝通，社会学经典，田野调查为基础。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核心问题：中国基层社会何以「乡土」。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全书逻辑：乡土本色→差序格局→礼治秩序→血缘地缘→名实/现代。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背景支架法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作者与成书。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地图法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14篇逻辑图。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规划法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阅读日历。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提问法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核心问题驱动。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学术书读法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破解：学生习惯文学读，需转「抓论点/概念」。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乡土概念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破解：易等同农村，需点明「社会特质」。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脉络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破解：14篇易乱，需地图。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费孝通·1948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田野调查·社会学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核心问题: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乡土(基层特质)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何在?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14篇逻辑: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本色→差序→礼治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→血缘地缘→变迁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读法:抓概念/论点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+概念卡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规划:周2篇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写出《乡土中国》作者、性质、核心问题。2. 列出全书14篇的前4篇篇名。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写150字「我对乡土中国的初猜」，要求：①说你以为的「乡土」；②提一个想验证的问题；③定首周阅读篇目。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本单元「乡土中国」：《乡土中国》用14篇田野调查，剖开中国基层社会的根与理。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你印象里的“乡土”是什么？读前和读完会有什么不同？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为什么读懂乡土，才能读懂中国？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你最想从这本书里弄清哪个概念？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