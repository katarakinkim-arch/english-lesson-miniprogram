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第2单元 · 文学阅读与写作（戏剧）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哈姆莱特（节选）精读——人文主义与「延宕」之谜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生存还是毁灭，哈姆莱特为何迟疑？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第4课时 · 课文精读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复述节选情节，朗读并解释「生存还是毁灭」独白要义，说出哈姆莱特「延宕」的表现。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理解哈姆莱特作为文艺复兴人文主义者的觉醒与困境。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通过分析「延宕」，培养对行动与思想关系的辩证思维。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掌握「抓独白→析延宕→明人文困境」的悲剧读法。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哈姆莱特》是莎士比亚悲剧。节选（第三幕）写王子得知叔父杀父篡位，装疯试探，著名「生存还是毁灭」独白。哈姆莱特性格核心在「延宕」——思想大于行动，反映文艺复兴人文主义者面对丑恶时的清醒与无力。是认识西方悲剧的范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来源：维基百科 / 百度百科《To be or not to be》——朱生豪译「生存还是毁灭」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来源：人民教育出版社《普通高中教科书·语文必修下册》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独白：生存还是毁灭（行动vs忍耐的哲思）。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延宕：思想大于行动，迟疑不决。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困境：人文主义者见丑恶却无力直击（清醒的痛）。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独白品读法。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独白品读法。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延宕解码法。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延宕解码法。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背景支架法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文艺复兴。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对比法（与窦娥/雷雨）。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对比法（与窦娥/雷雨）。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独白深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突破：哲思重，需拆解。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延宕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突破：易当胆小，可读作为思想重负。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人文背景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突破：缺文艺复兴，需补。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哈姆莱特·莎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装疯·复仇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独白: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生存vs毁灭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(忍↔抗)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延宕: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思想&gt;行动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(清醒者重负)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人文困境: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理想vs丑恶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三格悲剧: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48056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外压/内缠/断裂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用自己的话说「生存还是毁灭」在想什么。2. 解释「延宕」并说哈姆莱特一例。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写150字「我眼中的延宕」，要求：①说非胆小；②联人文困境；③联自身一次犹豫。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第2单元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文学阅读与写作（戏剧）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本单元围绕「文学阅读与写作（戏剧）」展开；本课抓住：独白：生存还是毁灭（行动vs忍耐的哲思）。。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把「独白品读法。」用到一部剧或一篇科普的观赏与阅读中。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