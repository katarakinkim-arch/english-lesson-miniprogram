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必修下册 · 第2单元 文学阅读与写作（戏剧）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哈姆莱特（节选）精读——人文主义与「延宕」之谜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课文精读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学习任务群：文学阅读与写作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语言能力：复述节选情节，朗读并解释「生存还是毁灭」独白要义，说出哈姆莱特「延宕」的表现。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文化意识：理解哈姆莱特作为文艺复兴人文主义者的觉醒与困境。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思维品质：通过分析「延宕」，培养对行动与思想关系的辩证思维。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学习能力：掌握「抓独白→析延宕→明人文困境」的悲剧读法。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哈姆莱特》是莎士比亚悲剧。节选（第三幕）写王子得知叔父杀父篡位，装疯试探，著名「生存还是毁灭」独白。哈姆莱特性格核心在「延宕」——思想大于行动，反映文艺复兴人文主义者面对丑恶时的清醒与无力。是认识西方悲剧的范本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独白：生存还是毁灭（行动vs忍耐的哲思）。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延宕：思想大于行动，迟疑不决。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困境：人文主义者见丑恶却无力直击（清醒的痛）。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独白解码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延宕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人文困境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对比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独白深。原因：哲思重，需拆解。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延宕。原因：易当胆小，需解为思想重负。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人文背景。原因：缺文艺复兴，需补。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哈姆莱特·莎 ──┐
│ 装疯·复仇 │
│ │
│ 独白: │
│ 生存vs毁灭 │
│ (忍↔抗) │
│ │
│ 延宕: │
│ 思想&gt;行动 │
│ (清醒者重负) │
│ │
│ 人文困境: │
│ 理想vs丑恶 │
│ │
│ 三格悲剧: │
│ 外压/内缠/断裂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用自己的话说「生存还是毁灭」在想什么。2. 解释「延宕」并说哈姆莱特一例。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【提高作业】写150字「我眼中的延宕」，要求：①说非胆小；②联人文困境；③联自身一次犹豫。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本单元主题：文学阅读与写作（戏剧）。把今天学到的方法带进下一篇——自己读、自己想、自己写。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