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第8单元 词语积累与词语解释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近义词语辨析——同族词的微差别与选用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近义辨析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学习任务群：语言积累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语言能力：用「轻重/范围/搭配/色彩/语体」维度辨析近义词（如希望/期望/渴望），在语境中准确选用。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文化意识：体会汉语近义丰富的表达优势与「炼字」传统。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思维品质：通过「求同→比异→定境」，培养细致的词义比较思维。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学习能力：掌握近义辨析五维度法与语境选词法。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练近义辨析与选用。同族近义词（如看/望/瞥，希望/期望/渴望）差别在：语义轻重、范围大小、搭配对象、感情色彩、语体（书面/口语）。辨析法是「求同→比异→定境」：先找共同点，再比微差，最后看语境定词。这是写作准确用词的关键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五维度：轻重/范围/搭配/色彩/语体。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辨析三步：求同→比异→定境。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例：希望(一般)/期望(对他人)/渴望(迫切)。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辨析表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三步法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语境选词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语体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维度运用。原因：学生无维度，只说「差不多」，需给框架。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定境。原因：辨出异却不会选语境，需练。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语体。原因：书面口语混用，需点明。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近义辨析 ──┐
│ 五维度: │
│ 轻重/范围/搭配/ │
│ 色彩/语体 │
│ │
│ 希望/期望/渴望 │
│ 希望:自·一般 │
│ 期望:对人·较重 │
│ 渴望:迫切·最强 │
│ │
│ 三步: │
│ 求同→比异→定境 │
│ │
│ 语体:口/书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写出近义辨析五维度。2. 用五维度辨析「希望/期望/渴望」并各造一句。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【提高作业】自选一组近义（如爱护/爱戴/爱惜），写150字辨析，要求：①五维度；②三步；③各造一句。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本单元主题：词语积累与词语解释。把今天学到的方法带进下一篇——自己读、自己想、自己写。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