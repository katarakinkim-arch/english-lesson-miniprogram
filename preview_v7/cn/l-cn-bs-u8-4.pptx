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近义词语辨析——同族词的微差别与选用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希望、期望、渴望——不止「差不多」，要用五维度比异。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第4课时 · 近义辨析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单元：词语积累与词语解释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用「轻重/范围/搭配/色彩/语体」维度辨析近义词（如希望/期望/渴望），在语境中准确选用。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体会汉语近义丰富的表达优势与「炼字」传统。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通过「求同→比异→定境」，培养细致的词义比较思维。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掌握近义辨析五维度法与语境选词法。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练近义辨析与选用。同族近义词（如看/望/瞥，希望/期望/渴望）差别在：语义轻重、范围大小、搭配对象、感情色彩、语体（书面/口语）。辨析法是「求同→比异→定境」：先找共同点，再比微差，最后看语境定词。这是写作准确用词的关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人民教育出版社《语文·必修上册》第八单元「词语解释」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词汇学近义辨析：轻重 / 范围 / 搭配 / 色彩 / 语体 五维度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五维度：轻重/范围/搭配/色彩/语体。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辨析三步：求同→比异→定境。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例：希望(一般)/期望(对他人)/渴望(迫切)。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维度框架法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五维表。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三步法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求同比异定境。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语境填空法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选词练。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错例分析法。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维度运用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破解：学生无维度，只说「差不多」，需给框架。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破解：辨出异却不会选语境，需练。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语体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破解：书面口语混用，需点明。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五维度: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轻重/范围/搭配/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色彩/语体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希望/期望/渴望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希望:自·一般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期望:对人·较重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渴望:迫切·最强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三步: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求同→比异→定境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语体:口/书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写出近义辨析五维度。2. 用五维度辨析「希望/期望/渴望」并各造一句。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自选一组近义（如爱护/爱戴/爱惜），写150字辨析，要求：①五维度；②三步；③各造一句。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本单元「词语积累与词语解释」：近义辨析五维度：轻重 / 范围 / 搭配 / 色彩 / 语体，再定语境。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你写作文选词，是靠语感还是有维度地比一比？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「希望 / 期望 / 渴望」用在哪句里，最贴合你的心境？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遇到一组近义，你怎样挑出那个最贴切的词？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