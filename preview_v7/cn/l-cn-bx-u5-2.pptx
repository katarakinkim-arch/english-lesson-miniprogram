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第五单元 · 第二课时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在马克思墓前的讲话 精读——悼词结构与情理交融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一篇悼词，写尽一位思想家的功业与温度。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实用性阅读与交流（演说与书信）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说出悼词的结构（述哀/评价/悼念）与马克思的「两大发现」。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体会恩格斯对挚友的科学评价与深切哀思。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通过分析结构与情理交融，培养条理与人文并重的思维。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掌握「抓结构、明评价、品交融」的悼词读法。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《在马克思墓前的讲话》是恩格斯1883年在葬礼上的悼词。结构：述哀（逝世）→评价（两大发现：唯物史观、剩余价值；革命实践）→悼念（影响）。将严密说理与深沉抒情交融，是悼词兼演说范本。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6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统编教材必修下第五单元《在马克思墓前的讲话》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来源：恩格斯 1883 年于伦敦海格特公墓悼词（课文解说）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结构：述哀→评价→悼念。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两大发现：唯物史观、剩余价值。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交融：严密说理+深沉抒情。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结构显影法。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概念平译法。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情理交融品读法。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对比法（与上篇）。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结构。原因：易当记叙文，需格式。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两大发现。原因：概念重，需平译。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交融。原因：易拆读，需辨情中理。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在马克思墓前的讲话 精读——悼词结构与情理交融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墓前讲话 恩 悼+评 结构三段: 述哀(停止思想) 评价(两大发现) 悼念(影响永存) 两大发现: 唯物史观/剩余 交融:理 / 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写出悼词三段结构。2. 说出马克思的「两大发现」名称。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【提高作业】写150字「我眼中的恩格斯」，要求：①联悼词一处；②说情理交融；③不空洞。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所属单元：第五单元 · 实用性阅读与交流（演说与书信）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结构：述哀→评价→悼念。）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