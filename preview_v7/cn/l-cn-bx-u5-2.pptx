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第5单元 实用性阅读与交流（演说与书信）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在马克思墓前的讲话 精读——悼词结构与情理交融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课文精读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学习任务群：实用性阅读与交流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语言能力：说出悼词的结构（述哀/评价/悼念）与马克思的「两大发现」。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文化意识：体会恩格斯对挚友的科学评价与深切哀思。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思维品质：通过分析结构与情理交融，培养条理与人文并重的思维。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学习能力：掌握「抓结构、明评价、品交融」的悼词读法。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《在马克思墓前的讲话》是恩格斯1883年在葬礼上的悼词。结构：述哀（逝世）→评价（两大发现：唯物史观、剩余价值；革命实践）→悼念（影响）。将严密说理与深沉抒情交融，是悼词兼演说范本。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结构：述哀→评价→悼念。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两大发现：唯物史观、剩余价值。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交融：严密说理+深沉抒情。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两大发现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交融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结构。原因：易当记叙文，需格式。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两大发现。原因：概念重，需平译。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交融。原因：易拆读，需辨情中理。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墓前讲话·恩 ──┐
│ 悼+评 │
│ │
│ 结构三段: │
│ 述哀(停止思想) │
│ 评价(两大发现) │
│ 悼念(影响永存) │
│ │
│ 两大发现: │
│ 唯物史观/剩余 │
│ 交融:理↔情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写出悼词三段结构。2. 说出马克思的「两大发现」名称。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【提高作业】写150字「我眼中的恩格斯」，要求：①联悼词一处；②说情理交融；③不空洞。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本单元主题：实用性阅读与交流（演说与书信）。把今天学到的方法带进下一篇——自己读、自己想、自己写。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