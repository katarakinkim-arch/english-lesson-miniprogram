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语文 · 必修上册 · 第3单元 生命的诗意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单元学习任务——「古诗今绎」朗诵会与单元总结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单元活动  ·  第8课时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学习任务群：文学阅读与写作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语言能力：有感情朗诵一首本单元诗词，做到节奏、重音、情感到位。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文化意识：在朗诵与「今绎」中感受古典诗词的当代生命力。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思维品质：填单元反思单，梳理从「志趣—浪漫—悲慨—旷达—风格」的学习路径，培养元认知。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学习能力：整合阅读（8诗）与写作（短评）为单元成果。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第三单元收官，执行教材「单元学习任务」：以「古诗今绎」朗诵会整合本单元8首诗词的阅读与写作成果。活动三环节：①诗词朗诵（自选本单元一首，配乐/无配乐皆可）；②「今绎」分享（用现代话重述一首诗的情感或写一个「古诗新说」短句）；③单元反思单（回顾8课时路径：从曹操陶渊明到苏轼辛弃疾李清照，体会「生命的诗意」）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朗诵会：自选一首，限时2分钟，可配乐。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7848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1882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2712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今绎分享：用现代话重述一首诗的情感，或写「古诗新说」短句。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8536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8950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33400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反思单：回顾路径——志趣(曹陶)→浪漫(李)→悲慨(杜白)→旷达(苏)→风格(辛李)。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单元回顾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朗诵会（上）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今绎分享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反思单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分享+总结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朗诵情感。原因：部分平淡或煽情，需建议卡。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今绎的度。原因：易写成白话翻译失去诗意，需提示「重述情感不翻译字句」。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反思深度。原因：习惯空话，需具体提示。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古诗今绎·收官 ──┐
│ 生命的诗意 │
│ 【8诗路径】 │
│ 曹陶(志趣)→ │
│ 李白(浪漫)→ │
│ 杜白(悲慨)→ │
│ 苏轼(旷达)→ │
│ 辛李(风格) │
│ 终点:面对生命 │
│ │
│ 【诗意墙】 │
│ 声声慢:秋雨里不认输 │
│ 念奴娇:洒酒与己和 │
│ …(便签贴满) │
│ │
│ 【反思三问】 │
│ ①我学会了__ │
│ ②我需提升__ │
│ ③我的疑问__ │
│ │
│ 生命之诗→生活之实 │
└────────────────────┘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提交单元反思单（三行完整）。2. 誊抄朗诵的诗+一句朗诵感受。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【提高作业】写150字「单元总结」，要求：①点明本单元最重要的一个读法；②举一诗例说明；③说一个想在下单元提升的方面。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本单元主题：生命的诗意。把今天学到的方法带进下一篇——自己读、自己想、自己写。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