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必修上册 · 第3单元 生命的诗意 · 第8课时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单元学习任务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「古诗今绎」朗诵会与单元总结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八首诗词，用声音和现代话，让古诗活在你的表达里。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共 9 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有感情朗诵一首本单元诗词，做到节奏、重音、情感到位。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在朗诵与「今绎」中感受古典诗词的当代生命力。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填单元反思单，梳理从「志趣—浪漫—悲慨—旷达—风格」的学习路径，培养元认知。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3047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整合阅读（8诗）与写作（短评）为单元成果。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从教材到课堂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三单元收官，执行教材「单元学习任务」：以「古诗今绎」朗诵会整合本单元8首诗词的阅读与写作成果。活动三环节：①诗词朗诵（自选本单元一首，配乐/无配乐皆可）；②「今绎」分享（用现代话重述一首诗的情感或写一个「古诗新说」短句）；③单元反思单（回顾8课时路径：从曹操陶渊明到苏轼辛弃疾李清照，体会「生命的诗意」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74520"/>
            <a:ext cx="5227167" cy="2788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011680"/>
            <a:ext cx="46785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来源：《中学语文古诗词朗读探究》（期刊：轻重音·语速·情感）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来源：课堂秀《如何在诗词教学中朗读？》（节奏·重音·语调）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484632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朗诵会：自选一首，限时2分钟，可配乐。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01168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今绎分享：用现代话重述一首诗的情感，或写「古诗新说」短句。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01168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反思单：回顾路径——志趣(曹陶)→浪漫(李)→悲慨(杜白)→旷达(苏)→风格(辛李)。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391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诗会展示法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039112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营造氛围轮诵。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0632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今绎工作坊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063240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便签写「古诗新说」。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0873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反思单法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87368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结构化元认知。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92624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519379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26694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111496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总结法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111496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回顾路径点明核心。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朗诵情感。原因：部分平淡或煽情，需建议卡。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054096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今绎的度。原因：易写成白话翻译失去诗意，需提示「重述情感不翻译字句」。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078224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反思深度。原因：习惯空话，需具体提示。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古诗今绎·收官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11535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10271455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古诗今绎·收官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生命的诗意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【8诗路径】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曹陶(志趣)→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李白(浪漫)→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杜白(悲慨)→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苏轼(旷达)→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辛李(风格)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终点:面对生命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【诗意墙】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声声慢:秋雨里不认输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念奴娇:洒酒与己和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…(便签贴满)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【反思三问】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①我学会了__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②我需提升__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③我的疑问__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生命之诗→生活之实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提交单元反思单（三行完整）。2. 誊抄朗诵的诗+一句朗诵感受。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01168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写150字「单元总结」，要求：①点明本单元最重要的一个读法；②举一诗例说明；③说一个想在下单元提升的方面。
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回到「生命的诗意」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要点回望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朗诵会：自选一首，限时2分钟，可配乐。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今绎分享：用现代话重述一首诗的情感，或写「古诗新说」短句。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反思单：回顾路径——志趣(曹陶)→浪漫(李)→悲慨(杜白)→旷达(苏)→风格(辛李)。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965960"/>
            <a:ext cx="5227167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98767" y="2240280"/>
            <a:ext cx="54864" cy="330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1647" y="2286000"/>
            <a:ext cx="44956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反思引导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1647" y="2834640"/>
            <a:ext cx="449564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八首诗词里，哪一句最打动你？用“古诗新说”写一行：它让你对“生命的诗意”想到了什么？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