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657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第1单元（青春的价值）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第8课时 · 单元活动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85855" y="320040"/>
            <a:ext cx="640080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115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单元学习任务——「青春的价值」综合活动与成果展示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822960" cy="381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11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读诗，也写诗；看他人的青春，想自己的成长。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有感情地朗诵一首新诗（自创或课文），做到节奏清晰、情感到位。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3723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在「青春诗会」中感受诗歌的社群力量，体会文学交流的文化意义。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通过填写单元学习反思单，梳理8课时的学习路径，培养元认知能力。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371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能将阅读所得（意象品析）与写作所得（新诗创作）整合为单元学习成果。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课文定位与资料来源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本课为第一单元收官课时，执行教材「单元学习任务」要求：以「青春诗会」为载体，整合本单元阅读与写作成果。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活动包含三个环节：①青春诗朗诵会（朗诵自己创作的或单元课文中的诗）；②青春意象展（用一句话+一个意象概括单元学习感悟）；③单元学习总结（填写学习反思单）。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本课不是知识新，而是综合展示与元认知反思课。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资料来源（WebSearch 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697480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21世纪教育网《第一单元大单元教学设计(任务式)》（zy.21cnjy.com/24287741）</a:t>
            </a:r>
          </a:p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无锡市堰桥高中 诗歌阅读与写作活动展（yqzzx.net）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5715000"/>
            <a:ext cx="46785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青春诗朗诵会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每人/小组朗诵一首诗（自创或课文），限时2分钟。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青春意象展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每人用「一个意象+一句话」概括单元学习感悟。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1156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单元学习反思单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回顾8课时学习路径，填写「我学会了/我还需要提升/我的疑问」。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 · 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诗会式展示法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营造「青春诗会」氛围，学生轮流上台朗诵。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8083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意象展览法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把每个人的「意象+感悟」写在便签纸上贴成「青春意象墙」。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407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反思单法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结构化反思工具，引导元认知。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77440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731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总结法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回顾8课时学习路径，点明单元核心方法可迁移之处。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 · 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朗诵的情感表达。原因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部分学生朗读平淡或过度煽情，需提前给朗诵建议卡。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反思的深度。原因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学生习惯写「学到了很多」，需用具体提示引导（「我学会的最重要的一个方法是……」）。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1156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活动节奏控制。原因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朗诵环节容易超时，需严格计时+灵活裁剪。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本课结构精华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480560"/>
          </a:xfrm>
          <a:prstGeom prst="roundRect">
            <a:avLst/>
          </a:prstGeom>
          <a:solidFill>
            <a:srgbClr val="E7DFD2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0712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青春诗会·单元收官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【8课时路径】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①长沙(上)→②长沙(下)→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③放号红烛→④百合花→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⑤香雪比较→⑥写诗→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⑦讲评→⑧诗会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终点:意象 读→写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【青春意象墙】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种子/从读到写,意象发芽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148840"/>
            <a:ext cx="490712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破洞/细节越读越深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铅笔盒/不只是物,是渴望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……(便签贴满)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【反思三问】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①我学会了__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②我需提升__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③我的疑问__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读→写→用:意象可迁移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提交单元学习反思单（三行完整填写）。2. 在作文本上誊抄你朗诵的诗（自创或课文）+ 一句朗诵感受。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写一段150字「单元学习总结」，要求：①点明本单元最重要的一个方法；②举一个具体例子说明你用了这个方法；③说一个你想在下单元继续提升的方面。 【——用】反思单评价：三行填写完整+具体=合格；有方法意识+有自我诊断=良好；疑问有感悟价值（如「为什么现代诗不押韵也算诗」）=优秀。单元总结评价：有点明方法+举例=合格；有方法迁移意识=良好；有个性化学习反思=优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 · 反思引导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回望本单元：青春的价值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06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反思引导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回望本单元，哪一首诗或哪个人物最打动你？写下理由。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用「意象」的眼光重读一段文字，你看到了什么？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把今天学到的读法，带进下一次自主阅读。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57400"/>
            <a:ext cx="5227167" cy="4206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本单元核心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① 青春诗朗诵会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每人/小组朗诵一首诗（自创或课文），限时2分钟。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② 青春意象展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每人用「一个意象+一句话」概括单元学习感悟。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③ 单元学习反思单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回顾8课时学习路径，填写「我学会了/我还需要提升/我的疑问」。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806440"/>
            <a:ext cx="10911535" cy="6400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603504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943600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一条线：读 → 写 → 用；本单元的意义，在你自己的表达里。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