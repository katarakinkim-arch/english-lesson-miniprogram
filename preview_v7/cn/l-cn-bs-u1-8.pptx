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第1单元 青春的价值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单元学习任务——「青春的价值」综合活动与成果展示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单元活动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语言能力：有感情地朗诵一首新诗（自创或课文），做到节奏清晰、情感到位。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文化意识：在「青春诗会」中感受诗歌的社群力量，体会文学交流的文化意义。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思维品质：通过填写单元学习反思单，梳理8课时的学习路径，培养元认知能力。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学习能力：能将阅读所得（意象品析）与写作所得（新诗创作）整合为单元学习成果。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一单元收官课时，执行教材「单元学习任务」要求：以「青春诗会」为载体，整合本单元阅读与写作成果。活动包含三个环节：①青春诗朗诵会（朗诵自己创作的或单元课文中的诗）；②青春意象展（用一句话+一个意象概括单元学习感悟）；③单元学习总结（填写学习反思单）。本课不是知识新，而是综合展示与元认知反思课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青春诗朗诵会：每人/小组朗诵一首诗（自创或课文），限时2分钟。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青春意象展：每人用「一个意象+一句话」概括单元学习感悟。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单元学习反思单：回顾8课时学习路径，填写「我学会了/我还需要提升/我的疑问」。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单元回顾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青春诗朗诵会（上）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青春意象展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单元学习反思单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分享反思+总结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朗诵的情感表达。原因：部分学生朗读平淡或过度煽情，需提前给朗诵建议卡。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反思的深度。原因：学生习惯写「学到了很多」，需用具体提示引导（「我学会的最重要的一个方法是……」）。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活动节奏控制。原因：朗诵环节容易超时，需严格计时+灵活裁剪。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青春诗会·单元收官 ──┐
│ │
│ 【8课时路径】 │
│ ①长沙(上)→②长沙(下)→ │
│ ③放号红烛→④百合花→ │
│ ⑤香雪比较→⑥写诗→ │
│ ⑦讲评→⑧诗会 │
│ 终点:意象 读→写 │
│ │
│ 【青春意象墙】 │
│ 种子/从读到写,意象发芽 │
│ 破洞/细节越读越深 │
│ 铅笔盒/不只是物,是渴望 │
│ ……(便签贴满) │
│ │
│ 【反思三问】 │
│ ①我学会了__ │
│ ②我需提升__ │
│ ③我的疑问__ │
│ │
│ 读→写→用:意象可迁移 │
└────────────────────────┘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提交单元学习反思单（三行完整填写）。2. 在作文本上誊抄你朗诵的诗（自创或课文）+ 一句朗诵感受。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【提高作业】写一段150字「单元学习总结」，要求：①点明本单元最重要的一个方法；②举一个具体例子说明你用了这个方法；③说一个你想在下单元继续提升的方面。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本单元主题：青春的价值。把今天学到的方法带进下一篇——自己读、自己想、自己写。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