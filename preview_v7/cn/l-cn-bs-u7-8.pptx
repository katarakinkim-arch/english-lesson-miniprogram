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语文 · 必修上册 · 第7单元 自然情怀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写作实践与讲评——景物短文修改、分享与单元总结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好短文三标准：景具体、情融入、修辞贴——改一改，读一读。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第8课时 · 写作实践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科目：语文　册次：必修上册　单元：自然情怀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据讲评改景物短文终稿，做到景具体、情融入、修辞贴。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在分享中形成「借自然安顿/表达」的自觉。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填单元反思单，梳理阅读—写作路径，培养元认知。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整合五篇自然文本为单元成果。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第七单元收官：讲评景物短文三典型（空泛/特征但情硬/俱佳），修改提升；举办「自然之美」分享会（朗读佳作+点评）；填单元反思单，回顾「精读—群文—写作」路径，体会「借自然安顿心灵」的文人传统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人民教育出版社《语文·必修上册》第七单元收官设计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单元写作评价：景具体 · 情融入 · 修辞贴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三典型：空泛/特征情硬/俱佳。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修改三方向：补特征/化情入景/修辞贴。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反思单：路径——精读→群文→写作。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典型讲评法。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朗读工作坊。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反思单法。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归纳总结法。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2852928"/>
            <a:ext cx="1539163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化情入景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破解：习惯硬贴，需示范。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参与面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破解：时间有限，需分组。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元认知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 Reflection空话，需具体。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【三标准】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景具体·情融入·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修辞贴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A:补特征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B:化情入景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C:俱佳→赏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【修改三方向】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补特征/化情/贴修辞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【路径】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精读→群文→写作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读景→写心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提交景物短文终稿（改后）+互评语。2. 填单元反思单三行。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写150字「单元总结」，要求：①点明最重要写法；②举一篇/一段说明；③说想提升的方面。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本单元「自然情怀」：借讲评三典型与分享会，回望「精读→群文→写作」的完整路径。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你的短文属于三典型里的哪一类？下一步怎么改？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本单元哪一篇的写法，你最想用到自己的文字里？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用「自然之眼」看世界，用「景物之笔」写自己——你打算怎么做？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