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语文 · 必修上册 · 第7单元 自然情怀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写作实践与讲评——景物短文修改、分享与单元总结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写作实践  ·  第8课时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学习任务群：文学阅读与写作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语言能力：据讲评改景物短文终稿，做到景具体、情融入、修辞贴。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文化意识：在分享中形成「借自然安顿/表达」的自觉。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思维品质：填单元反思单，梳理阅读—写作路径，培养元认知。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学习能力：整合五篇自然文本为单元成果。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课为第七单元收官：讲评景物短文三典型（空泛/特征但情硬/俱佳），修改提升；举办「自然之美」分享会（朗读佳作+点评）；填单元反思单，回顾「精读—群文—写作」路径，体会「借自然安顿心灵」的文人传统。</a:t>
            </a:r>
          </a:p>
        </p:txBody>
      </p:sp>
      <p:pic>
        <p:nvPicPr>
          <p:cNvPr id="6" name="Picture 5" descr="typewriter.jpg"/>
          <p:cNvPicPr>
            <a:picLocks noChangeAspect="1"/>
          </p:cNvPicPr>
          <p:nvPr/>
        </p:nvPicPr>
        <p:blipFill>
          <a:blip r:embed="rId2"/>
          <a:srcRect l="5860" r="5860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typewriter.jpg）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59715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9570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三典型：空泛/特征情硬/俱佳。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078480"/>
            <a:ext cx="10911535" cy="159715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1882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627120"/>
            <a:ext cx="9997135" cy="9570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修改三方向：补特征/化情入景/修辞贴。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4785360"/>
            <a:ext cx="10911535" cy="159715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8950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5334000"/>
            <a:ext cx="9997135" cy="9570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反思单：路径——精读→群文→写作。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回顾三标准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讲评典型A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讲评典型B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讲评典型C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分享会+反思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总结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化情入景。原因：习惯硬贴，需示范。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参与面。原因：时间有限，需分组。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元认知。原因： Reflection空话，需具体。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自然之美·收官 ──┐
│ 【三标准】 │
│ 景具体·情融入· │
│ 修辞贴 │
│ │
│ A:补特征 │
│ B:化情入景 │
│ C:俱佳→赏 │
│ │
│ 【修改三方向】 │
│ 补特征/化情/贴修辞│
│ │
│ 【路径】 │
│ 精读→群文→写作 │
│ │
│ 读景→写心 │
└────────────────┘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提交景物短文终稿（改后）+互评语。2. 填单元反思单三行。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【提高作业】写150字「单元总结」，要求：①点明最重要写法；②举一篇/一段说明；③说想提升的方面。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本单元主题：自然情怀。把今天学到的方法带进下一篇——自己读、自己想、自己写。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