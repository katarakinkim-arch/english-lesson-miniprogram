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第1单元 中华传统文化经典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单元活动——中华传统文化经典研讨分享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单元活动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学习任务群：思辨性阅读与表达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语言能力：宣读议论短文或发言，做到观点显、有据、有条理。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文化意识：在分享中形成中华传统经典「古为今用」的自觉。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思维品质：填单元反思单，梳理阅读—写作路径，培养元认知。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学习能力：整合五篇经典为单元成果。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一单元收官，举办中华传统文化经典研讨分享：宣读优秀议论短文、围绕「中华传统智慧对今天的意义」小型讨论；展示「经典名言卡」（论语/孟子/庄子/左传各摘）；填单元反思单，回顾「精读—群文—写作」路径，体会经典的现实生命力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宣读：优秀议论短文（立论/据典/分析）。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讨论：传统智慧今用。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反思单：路径——精读→群文→写作。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名言卡墙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宣读（上）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讨论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反思单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宣读条理。原因：易念稿无重点，需框架。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参与面。原因：时间限，需分组。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元认知。原因：Reflection空话，需具体。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经典研讨分享 ──┐
│ 名言墙:四典 │
│ 论语/孟子/庄子/左│
│ │
│ 【宣读框架】 │
│ 立论/据典/分析 │
│ │
│ 【讨论】 │
│ 传统今用: │
│ 推恩·顺理·辞令 │
│ │
│ 【反思三问】 │
│ ①学会__②提升__ │
│ ③疑问__ │
│ │
│ 读→用:经典活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提交单元反思单（三行完整）+名言卡归档。2. 将最满意短文誊清。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【提高作业】写150字「单元总结」，要求：①点明最重要方法；②举一篇/一段说明；③说一个想提升的方面。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本单元主题：中华传统文化经典。把今天学到的方法带进下一篇——自己读、自己想、自己写。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