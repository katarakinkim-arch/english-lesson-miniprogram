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第1单元《中华传统文化经典》· 第8课时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247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单元活动——中华传统文化经典研讨分享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把读到的经典，变成自己的眼光与方法。</a:t>
            </a:r>
          </a:p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本课件未使用无关配图，以学科色块呈现。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5176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宣读议论短文或发言，做到观点显、有据、有条理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5176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在分享中形成中华传统经典「古为今用」的自觉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5176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填单元反思单，梳理阅读—写作路径，培养元认知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5176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整合五篇经典为单元成果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课文定位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一单元收官，举办中华传统文化经典研讨分享：宣读优秀议论短文、围绕「中华传统智慧对今天的意义」小型讨论。展示「经典名言卡」（论语/孟子/庄子/左传各摘）。填单元反思单，回顾「精读—群文—写作」路径，体会经典的现实生命力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本单元《中华传统文化经典》：整本书阅读与研讨 / 中华传统文化经典。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737360"/>
            <a:ext cx="5227167" cy="44805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1. 21世纪教育网：必修下第一单元单元学习任务（人文主题「中华文明之光」）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2. 中国教育报：参透教材，提升思辨能力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本课件未使用无关配图，以学科色块呈现。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宣读：优秀议论短文（立论/据典/分析）。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讨论：传统智慧今用。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反思单：路径——精读→群文→写作。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① 宣读工作坊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42283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2283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2363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② 讨论法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3723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61607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③ 名言卡墙法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80931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0931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011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④ 反思单法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宣读条理。原因：易念稿无重点，需框架。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参与面。原因：时间限，需分组。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元认知。原因：Reflection空话，需具体。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经典研讨分享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名言墙:四典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论语/孟子/庄子/左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【宣读框架】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立论/据典/分析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【讨论】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传统今用: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推恩·顺理·辞令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【反思三问】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①学会__②提升__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③疑问__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读→用:经典活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1. 提交单元反思单（三行完整）+名言卡归档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2. 将最满意短文誊清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写150字「单元总结」，要求：①点明最重要方法；②举一篇/一段说明；③说一个想提升的方面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回望《中华传统文化经典》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本课要点回顾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宣读：优秀议论短文（立论/据典/分析）。；② 讨论：传统智慧今用。；③ 反思单：路径——精读→群文→写作。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88620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502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84048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哪一个概念或人物最触动你？用一句话写下来。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66344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7274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61772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把本课学到的方法，套用到下一篇阅读或写作里，会怎样？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4068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504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39496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用三个词概括你对本单元的新认识。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