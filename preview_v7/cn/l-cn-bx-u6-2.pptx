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第6单元 文学阅读与写作（小说）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林教头风雪山神庙 精读——性格转变与环境推动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课文精读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学习任务群：文学阅读与写作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语言能力：说出林冲性格从「逆来顺受」到「奋起反抗」的转变节点，解释风雪环境的作用。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文化意识：理解「官逼民反」的时代悲剧与反抗正义。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思维品质：通过分析环境与性格关系，培养「环境推动转变」的小说思维。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学习能力：掌握「抓转变、析环境、明主题」的小说读法。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《林教头风雪山神庙》是《水浒传》经典回目。写林冲从「逆来顺受」到「逼上梁山」：遭高俅陷害、发配草料场、险被烧死，终在山神庙识破阴谋，手刃仇人。风雪环境是推动情节与性格转变的关键。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转变：忍(发配)→疑(去买刀)→忍(草料场)→反(山神庙手刃)。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风雪：推动情节(压塌草厅→避庙)、象征逼压。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主题：官逼民反。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性格曲线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风雪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细节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主题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转变层次。原因：易当突然，需节点。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风雪作用。原因：易当天气，需点推动/象征。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主题。原因：易归报仇，需指时代。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林教头·施 ──┐
│ 忍→反 │
│ │
│ 性格曲线: │
│ 忍(发配) │
│ 疑(买刀) │
│ 反(山神庙) │
│ │
│ 风雪=推力+象征 │
│ 细节:火盆/尖刀 │
│ 主题:官逼民反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写出林冲性格转变的两个节点。2. 说风雪环境对情节的一处作用。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【提高作业】写150字「我眼中的林冲」，要求：①联转变一处；②说风雪作用；③不脸谱化。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本单元主题：文学阅读与写作（小说）。把今天学到的方法带进下一篇——自己读、自己想、自己写。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