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必修下册 · 第6单元《文学阅读与写作（小说）》· 第2课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3721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林教头风雪山神庙 精读——性格转变与环境推动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033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一场风雪，把一个安分教头逼成了落草的好汉。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本课件未使用无关配图，画面以学科色块呈现。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说出林冲性格从「逆来顺受」到「奋起反抗」的转变节点，解释风雪环境的作用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理解「官逼民反」的时代悲剧与反抗正义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通过分析环境与性格关系，培养「环境推动转变」的小说思维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掌握「抓转变、析环境、明主题」的小说读法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课文定位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《林教头风雪山神庙》是《水浒传》经典回目。写林冲从「逆来顺受」到「逼上梁山」：遭高俅陷害、发配草料场、险被烧死，终在山神庙识破阴谋，手刃仇人。风雪环境是推动情节与性格转变的关键。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本单元《文学阅读与写作（小说）》：文学阅读与写作（小说）/ 实用性阅读与交流。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783080"/>
            <a:ext cx="5227167" cy="44805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9659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14599"/>
            <a:ext cx="467852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《林教头风雪山神庙》「风雪」描写赏析：自然风雪推动情节、烘托人物，揭示「官逼民反」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雷珊珊《品风雪妙笔 析环境深意》合格课：风雪四重作用与双层象征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瑞文网教案：「紧」字渲染紧张气氛，为情节做铺垫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本课件未使用无关配图，画面以学科色块呈现。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转变：忍(发配)→疑(去买刀)→忍(草料场)→反(山神庙手刃)。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风雪：推动情节(压塌草厅→避庙)、象征逼压。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主题：官逼民反。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① 性格曲线法。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2283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2283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2283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② 环境推动力法：风雪。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③ 细节品读法（火盆/刀）。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80931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0931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0931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④ 对比法（与祥林嫂）。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转变层次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破解：易当突然，需节点。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风雪作用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破解：易当天气，需点推动/象征。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主题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破解：易归报仇，需指时代。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林教头·施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忍→反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性格曲线: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忍(发配)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疑(买刀)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反(山神庙)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风雪=推力+象征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细节:火盆/尖刀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主题:官逼民反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1. 写出林冲性格转变的两个节点。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2. 说风雪环境对情节的一处作用。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写150字「我眼中的林冲」，要求：①联转变一处；②说风雪作用；③不脸谱化。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回望《文学阅读与写作（小说）》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林冲之反不在天性，是被逼；风雪既是天气，也是压顶的世道。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林冲性格里，哪一步转折最关键？写一句。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用「忍 → 反」说说环境怎样推动转变。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三个词概括你眼中的林冲。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