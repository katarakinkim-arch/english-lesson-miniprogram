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第3单元 生命的诗意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短歌行 / 归园田居（其一）精读——两种人生之思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语言能力：准确朗读并背诵两诗，解释「青青子衿」「周公吐哺」「羁鸟」「樊笼」等词句的语境义。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文化意识：理解曹操「建立功业」与陶渊明「回归自然」两种人生志趣，体会古人生命选择的多样性。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思维品质：通过对比两诗的「志趣取向」，培养在差异中提炼共性的比较思维能力。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学习能力：掌握「抓诗眼→理脉络→品典故/意象→悟志趣」的古诗研读路径。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三单元第一课时，聚焦曹操《短歌行》与陶渊明《归园田居（其一）》两首东汉末至东晋的诗作。二者一入世一出世，一慷慨一冲淡，构成「人生志趣」的两种典型表达。《短歌行》以「忧思」为脉，用「青青子衿」「呦呦鹿鸣」「周公吐哺」典故表达渴慕贤才、建功立业之志；《归园田居》以「归」为眼，用「误落尘网」「羁鸟恋旧林」「复得返自然」表达挣脱官场、回归田园之愿。对比阅读最能见出诗人生命选择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《短歌行》诗眼：「忧」——忧人生苦短、忧贤才未至、忧天下未定，以「周公吐哺」收束明志。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《归园田居》诗眼：「归」——从「误落尘网」到「复得返自然」，以「羁鸟」「池鱼」自比。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对比维度：志趣（入世/出世）、风格（慷慨/冲淡）、手法（用典/白描）。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诵读感知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短歌行精读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归园田居精读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对比归纳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《短歌行》用典密集。原因：学生不熟悉《诗经》《管子》典故，需逐一搭桥。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「忧」的多层含义。原因：学生易把「忧」理解为悲伤，实为「 urgent concern」，需区分。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两诗对比的归纳。原因：学生能说差异但难提炼共性——都「主动选择自己的人生」，需引导。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生命的诗意·U1 ──┐
│ 人生志趣 │
│ 入世 出世 │
│ 慷慨 冲淡 │
│ │
│ 【短歌行】忧→志 │
│ 忧时光(对酒当歌) │
│ 忧贤才(青青子衿) │
│ 忧天下(周公吐哺) │
│ │
│ 【归园田居】归→自然 │
│ 尘网=官场 羁鸟=我 │
│ 樊笼=仕途 自然=本心 │
│ 误→自责中见清醒 │
│ │
│ 【对比】 │
│ 志趣:建功/归隐 │
│ 手法:用典/白描 │
│ 共性:主动选择人生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背诵默写《短歌行》《归园田居（其一）》。2. 解释：①青青子衿 ②周公吐哺 ③羁鸟 ④樊笼。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【提高作业】写一段180字比较，题为「两种人生之思」，要求：①引用两诗原句；②点明志趣差异；③说出你更共鸣哪一种及理由。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本单元主题：生命的诗意。把今天学到的方法带进下一篇——自己读、自己想、自己写。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