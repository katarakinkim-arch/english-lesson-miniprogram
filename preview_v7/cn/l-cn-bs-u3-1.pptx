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36576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第3单元（生命的诗意）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第1课时 · 课文精读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5855" y="320040"/>
            <a:ext cx="640080" cy="6400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091153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短歌行 / 归园田居（其一）精读——两种人生之思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43400"/>
            <a:ext cx="822960" cy="381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115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八首诗词，八种生命的姿态与回响。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准确朗读并背诵两诗，解释「青青子衿」「周公吐哺」「羁鸟」「樊笼」等词句的语境义。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3723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理解曹操「建立功业」与陶渊明「回归自然」两种人生志趣，体会古人生命选择的多样性。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通过对比两诗的「志趣取向」，培养在差异中提炼共性的比较思维能力。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377440"/>
            <a:ext cx="2453563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371" y="2578608"/>
            <a:ext cx="195064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掌握「抓诗眼→理脉络→品典故/意象→悟志趣」的古诗研读路径。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课文定位与资料来源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本课为第三单元第一课时，聚焦曹操《短歌行》与陶渊明《归园田居（其一）》两首东汉末至东晋的诗作。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二者一入世一出世，一慷慨一冲淡，构成「人生志趣」的两种典型表达。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《短歌行》以「忧思」为脉，用「青青子衿」「呦呦鹿鸣」「周公吐哺」典故表达渴慕贤才、建功立业之志；《归园田居》以「归」为眼，用「误落尘网」「羁鸟恋旧林」「复得返自然」表达挣脱官场、回归…。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资料来源（WebSearch 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697480"/>
            <a:ext cx="467852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21世纪教育网《短歌行》《归园田居》联读（zy.21cnjy.com/8340650）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陈玉蓉 群诗阅读教学设计（sohu.com/a/816282209）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5715000"/>
            <a:ext cx="4678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《短歌行》诗眼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「忧」——忧人生苦短、忧贤才未至、忧天下未定，以「周公吐哺」收束明志。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《归园田居》诗眼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「归」——从「误落尘网」到「复得返自然」，以「羁鸟」「池鱼」自比。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对比维度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志趣（入世/出世）、风格（慷慨/冲淡）、手法（用典/白描）。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 · 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范读→→配乐诵读，体会慷慨与冲淡两种基调。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42283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8083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对比阅读法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双栏对照表（诗眼/志趣/手法/风格）。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607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7407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典故搭桥法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逐一讲解《短歌行》三处用典的来源与用意。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377440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731" y="2395728"/>
            <a:ext cx="135628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意象联想法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154680"/>
            <a:ext cx="1996363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用「羁鸟」「池鱼」唤起学生「被困」的体验。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 · 怎么破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《短歌行》用典密集。原因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学生不熟悉《诗经》《管子》典故，需逐一搭桥。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237744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「忧」的多层含义。原因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学生易把「忧」理解为悲伤，实为「 urgent concern」，需区分。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41156" y="237744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95728"/>
            <a:ext cx="22960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两诗对比的归纳。原因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3154680"/>
            <a:ext cx="293613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学生能说差异但难提炼共性——都「主动选择自己的人生」，需引导。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本课结构精华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48056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生命的诗意·U1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人生志趣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入世 出世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慷慨 冲淡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【短歌行】忧→志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忧时光(对酒当歌)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忧贤才(青青子衿)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忧天下(周公吐哺)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2148840"/>
            <a:ext cx="490712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【归园田居】归→自然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尘网=官场 羁鸟=我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樊笼=仕途 自然=本心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误→自责中见清醒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【对比】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志趣:建功/归隐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手法:用典/白描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共性:主动选择人生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背诵默写《短歌行》《归园田居（其一）》。2. 解释：①青青子衿 ②周公吐哺 ③羁鸟 ④樊笼。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40233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写一段180字比较，题为「两种人生之思」，要求：①引用两诗原句；②点明志趣差异；③说出你更共鸣哪一种及理由。 【——用】基础2：①青青子衿——借《诗经》代指贤才。②周公吐哺——周公进餐时多次吐食迎客，喻求贤若渴。③羁鸟——被束缚的鸟，自比。④樊笼——喻官场束缚。提高作业评价：引原句+点差异=合格；有个人共鸣理由=良好；能上升到「生命选择的多样性」=优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反思引导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回望本单元：生命的诗意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反思引导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八首诗词里，哪一种生命姿态最让你共鸣？为什么？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选一句原诗，说说它如何写尽一种心境。</a:t>
            </a: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把「知人论世」的方法，用到课外的古诗词里。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本单元核心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① 《短歌行》诗眼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「忧」——忧人生苦短、忧贤才未至、忧天下未定，以「周公吐哺」收束明志。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② 《归园田居》诗眼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「归」——从「误落尘网」到「复得返自然」，以「羁鸟」「池鱼」自比。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45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③ 对比维度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志趣（入世/出世）、风格（慷慨/冲淡）、手法（用典/白描）。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806440"/>
            <a:ext cx="10911535" cy="6400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603504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5943600"/>
            <a:ext cx="10180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从曹陶到苏辛，诗词写尽生命的姿态；带着方法，去读更多。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