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必修下册 · 第5单元 实用性阅读与交流（演说与书信）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与妻书 精读——儿女情长与家国担当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课文精读  ·  第5课时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学习任务群：实用性阅读与交流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语言能力：说出「吾至爱汝…使吾勇于就死」的含义，梳理「爱妻—爱众—赴死」的情感逻辑。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文化意识：体会革命志士「为天下人谋永福」的家国情怀。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思维品质：通过分析情理互文，培养由私情入公义的思维。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学习能力：掌握「抓情核、理逻辑、品交融」的书信读法。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《与妻书》是林觉民广州起义前写给妻子的绝笔。以「吾至爱汝，即此爱汝一念，使吾勇于就死」为核，将夫妻深情与家国担当交融：因爱妻更知爱天下人，故赴死。情理交织、催人泪下，是「书信体抒情说理」极品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情核：吾至爱汝，因爱汝而勇于就死。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逻辑：爱妻→推爱众人→赴死谋永福。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交融：深情怀天下，说理含情。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情核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逻辑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交融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诵读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情核解。原因：句式绕，需拆。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逻辑升。原因：易只哭不懂理，需点「推爱」。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书信体。原因：易当散文，需辨对象(妻)。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与妻书·林 ──┐
│ 爱→死 │
│ │
│ 情核: │
│ 至爱汝→勇就死 │
│ │
│ 逻辑推爱: │
│ 爱妻(私) │
│ →爱众(公) │
│ →赴死谋永福 │
│ │
│ 交融:情↔理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写出情核句大意。2. 说出「爱妻→赴死」逻辑中的一环（如推爱众人）。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【提高作业】写150字「我眼中的林觉民」，要求：①联情核；②说推爱逻辑；③不脸谱化。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本单元主题：实用性阅读与交流（演说与书信）。把今天学到的方法带进下一篇——自己读、自己想、自己写。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