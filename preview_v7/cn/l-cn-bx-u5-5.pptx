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必修下册 · 第五单元 · 第五课时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12471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与妻书 精读——儿女情长与家国担当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429000"/>
            <a:ext cx="12801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一封绝笔，儿女情长与家国担当交织。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920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实用性阅读与交流（演说与书信）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82813" y="2670048"/>
            <a:ext cx="768096" cy="768096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82813" y="2834640"/>
            <a:ext cx="768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297680"/>
            <a:ext cx="2014651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说出「吾至爱汝…使吾勇于就死」的含义，梳理「爱妻—爱众—赴死」的情感逻辑。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02137" y="2670048"/>
            <a:ext cx="768096" cy="768096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2137" y="2834640"/>
            <a:ext cx="768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8859" y="4297680"/>
            <a:ext cx="2014651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体会革命志士「为天下人谋永福」的家国情怀。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21461" y="2670048"/>
            <a:ext cx="768096" cy="768096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21461" y="2834640"/>
            <a:ext cx="768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8183" y="4297680"/>
            <a:ext cx="2014651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通过分析情理互文，培养由私情入公义的思维。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40785" y="2670048"/>
            <a:ext cx="768096" cy="768096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40785" y="2834640"/>
            <a:ext cx="768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507" y="4297680"/>
            <a:ext cx="2014651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掌握「抓情核、理逻辑、品交融」的书信读法。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背景与权威调研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227167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《与妻书》是林觉民广州起义前写给妻子的绝笔。以「吾至爱汝，即此爱汝一念，使吾勇于就死」为核，将夫妻深情与家国担当交融：因爱妻更知爱天下人，故赴死。情理交织、催人泪下，是「书信体抒情说理」极品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4447" y="1783080"/>
            <a:ext cx="5227167" cy="429768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98767" y="19659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8767" y="2514600"/>
            <a:ext cx="4678527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来源：林觉民《与妻书》（1911 年黄花岗起义前夕绝笔）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来源：人民教育出版社 统编教材必修下第五单元《与妻书》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15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本课件未使用无关配图（学科色块兜底）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重点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450592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468880"/>
            <a:ext cx="22960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情核：吾至爱汝，因爱汝而勇于就死。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27778" y="2450592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7778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13578" y="2468880"/>
            <a:ext cx="22960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逻辑：爱妻→推爱众人→赴死谋永福。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86876" y="2450592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6876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2676" y="2468880"/>
            <a:ext cx="22960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交融：深情怀天下，说理含情。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方法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450592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468880"/>
            <a:ext cx="135628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情核拆解法。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88003" y="2450592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8003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3803" y="2468880"/>
            <a:ext cx="135628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逻辑升华法：推爱。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07327" y="2450592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7327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3127" y="2468880"/>
            <a:ext cx="135628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情理互文品读法。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26651" y="2450592"/>
            <a:ext cx="548640" cy="54864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651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451" y="2468880"/>
            <a:ext cx="135628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诵读法（催泪段）。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0936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以上读法 / 写法可迁移到同类知识性文本。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难点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450592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468880"/>
            <a:ext cx="22960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情核解。原因：句式绕，需拆。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27778" y="2450592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7778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13578" y="2468880"/>
            <a:ext cx="22960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逻辑升。原因：易只哭不懂理，需点「推爱」。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86876" y="2450592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6876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2676" y="2468880"/>
            <a:ext cx="22960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书信体。原因：易当散文，需辨对象(妻)。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911535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911535" cy="502920"/>
          </a:xfrm>
          <a:prstGeom prst="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5564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与妻书 精读——儿女情长与家国担当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1027145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与妻书 林 爱→死 情核: 至爱汝→勇就死 逻辑推爱: 爱妻(私) →爱众(公) →赴死谋永福 交融:情 / 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227167" cy="4389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24447" y="1737360"/>
            <a:ext cx="5227167" cy="4389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4678527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写出情核句大意。2. 说出「爱妻→赴死」逻辑中的一环（如推爱众人）。
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19202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提高 · 选做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468880"/>
            <a:ext cx="4678527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【提高作业】写150字「我眼中的林觉民」，要求：①联情核；②说推爱逻辑；③不脸谱化。
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围绕单元，做一次反思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10911535" cy="777240"/>
          </a:xfrm>
          <a:prstGeom prst="round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103628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所属单元：第五单元 · 实用性阅读与交流（演说与书信）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3393338" cy="27432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747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反思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069080"/>
            <a:ext cx="293613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回顾本课，你最能向他人讲清哪一个要点？（如：① 情核：吾至爱汝，因爱汝而勇于就死。）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3200400"/>
            <a:ext cx="3393338" cy="27432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7778" y="34747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反思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7778" y="4069080"/>
            <a:ext cx="293613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把本单元几篇课文放在一起，它们共同教给我们怎样的读法？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3200400"/>
            <a:ext cx="3393338" cy="27432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6876" y="34747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反思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6876" y="4069080"/>
            <a:ext cx="293613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能否用今天学到的方法，去读懂一篇课外的知识性文章？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