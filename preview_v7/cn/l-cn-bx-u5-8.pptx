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第5单元《实用性阅读与交流（演说与书信）》· 第8课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372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单元活动——演讲会与言说反思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把读到的、写到的、讲到的，汇成一次登台与一份反思。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参与演讲或互评，做到用演说标准（对象/层次/鼓动）评言说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在演讲中体会实用言说的社会责任与情感力量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填单元反思单，梳理路径，培养元认知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整合四文为单元成果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本课为第五单元收官：演讲会（优秀演讲稿登台）+言说反思单（回顾「精读—群文—写作」路径与实用言说读法）。含三环节：①演讲。②互评（对象/层次/鼓动）。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本单元《实用性阅读与交流（演说与书信）》：文学阅读与写作（小说）/ 实用性阅读与交流。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《学会鼓动和说服——例谈实用性阅读与交流任务群的实践》：系统实践迁移，演讲活动含观点—逻辑—撰写—排练—评价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21世纪教育网《统编教材必修下册第五单元写作导引》：实用性阅读与交流任务群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基于UbD理论的大单元教学：第五单元人文主题「抱负与使命」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演讲：演讲稿登台。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互评：对象/层次/鼓动。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反思单：路径——精读→群文→写作。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① 演讲工作坊。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互评法。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③ 反思单法。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④ 归纳总结法。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演讲条理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破解：易念稿无重点，需框架。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互评深度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破解：易口号，需标准。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元认知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破解：反思空话，需具体。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演讲会反思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【演讲框架】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对象/层次/鼓动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【互评】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对象明/层清/燃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【反思三问】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①学会__②提升__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③疑问__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路径: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精读→群文→写作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读言说→对人负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提交单元反思单（三行完整）。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将最满意演讲稿归档。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写150字「单元总结」，要求：①点明最重要方法；②举一文说明；③说想提升的方面。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回望《实用性阅读与交流（演说与书信）》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从马克思到林觉民，实用言说以真知与真情动人，对象是魂。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哪一篇演说最打动你？用一句话说清原因。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用「对象 / 层次 / 鼓动」三个词评价一次发言。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写一句你对接下来的语文学习的期待。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