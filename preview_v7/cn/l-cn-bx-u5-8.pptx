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必修下册 · 第5单元 实用性阅读与交流（演说与书信）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单元活动——演讲会与言说反思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单元活动  ·  第8课时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学习任务群：实用性阅读与交流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语言能力：参与演讲或互评，做到用演说标准（对象/层次/鼓动）评言说。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文化意识：在演讲中体会实用言说的社会责任与情感力量。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思维品质：填单元反思单，梳理路径，培养元认知。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学习能力：整合四文为单元成果。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本课为第五单元收官：演讲会（优秀演讲稿登台）+言说反思单（回顾「精读—群文—写作」路径与实用言说读法）。含三环节：①演讲；②互评（对象/层次/鼓动）；③反思单。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演讲：演讲稿登台。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互评：对象/层次/鼓动。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反思单：路径——精读→群文→写作。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演讲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互评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反思单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总结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演讲条理。原因：易念稿无重点，需框架。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互评深度。原因：易口号，需标准。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元认知。原因：反思空话，需具体。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演讲会反思 ──┐
│ 【演讲框架】 │
│ 对象/层次/鼓动 │
│ │
│ 【互评】 │
│ 对象明/层清/燃 │
│ │
│ 【反思三问】 │
│ ①学会__②提升__ │
│ ③疑问__ │
│ │
│ 路径: │
│ 精读→群文→写作 │
│ 读言说→对人负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提交单元反思单（三行完整）。2. 将最满意演讲稿归档。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【提高作业】写150字「单元总结」，要求：①点明最重要方法；②举一文说明；③说想提升的方面。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本单元主题：实用性阅读与交流（演说与书信）。把今天学到的方法带进下一篇——自己读、自己想、自己写。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