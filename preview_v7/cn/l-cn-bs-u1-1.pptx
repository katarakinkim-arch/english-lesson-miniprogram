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field.jpg"/>
          <p:cNvPicPr>
            <a:picLocks noChangeAspect="1"/>
          </p:cNvPicPr>
          <p:nvPr/>
        </p:nvPicPr>
        <p:blipFill>
          <a:blip r:embed="rId2"/>
          <a:srcRect l="13781" r="1378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5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第一单元 · 青春的价值 · 第一课时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沁园春·长沙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精读（上）——意象与情感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抓住六个核心意象，读出少年词人的豪情与担当。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一条读词路径：圈意象 → 标特征 → 串联画面 → 推导情感。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准确朗读全词，把握"看""忆""问"三个领字的统领作用，说出6个以上核心意象及其特征。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理解青年毛泽东以天下为己任的情怀，体会"同学少年"精神对当下青年的启示。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沿"意象群→画面→情感"的推导路径，培养从具象到抽象的文学思维。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掌握"圈点意象→标注特征→串联画面→推导情感"的诗词研读四步法，能迁移运用。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写于1925年秋 · 橘子洲头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1925年秋（一说10月），毛泽东离开韶山赴广州主办农民运动讲习所，途经长沙，重游橘子洲头。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面对湘江秋景与蓬勃的革命形势，他写下此词。全词分上下阕，上阕"看"秋景，下阕"忆"青春，以"问苍茫大地，谁主沉浮"为枢纽衔接。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17719"/>
            <a:ext cx="54864" cy="381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19"/>
            <a:ext cx="499856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8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怅寥廓，问苍茫大地，谁主沉浮？——毛泽东1964年自解：指北伐前军阀统治下"中国命运由哪个阶级做主"。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—— 人民网《万类霜天竞自由——〈沁园春·长沙〉解析》</a:t>
            </a:r>
          </a:p>
        </p:txBody>
      </p:sp>
      <p:pic>
        <p:nvPicPr>
          <p:cNvPr id="9" name="Picture 8" descr="tibet.jpg"/>
          <p:cNvPicPr>
            <a:picLocks noChangeAspect="1"/>
          </p:cNvPicPr>
          <p:nvPr/>
        </p:nvPicPr>
        <p:blipFill>
          <a:blip r:embed="rId2"/>
          <a:srcRect t="20747" b="20747"/>
          <a:stretch>
            <a:fillRect/>
          </a:stretch>
        </p:blipFill>
        <p:spPr>
          <a:xfrm>
            <a:off x="6324447" y="1783080"/>
            <a:ext cx="5227167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447" y="4160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西藏高原（CC BY-SA 4.0，Wikimedia Commons）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4572000"/>
            <a:ext cx="5227167" cy="2011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7091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两把读词钥匙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521208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意象分析法：探究"万山/鹰鱼/霜天"的色彩、动静与象征（21cnjy 教案）。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知人论世：结合1925年时代背景，体会"景中寓情、情中见志"。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三处落点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 · 意象 · 情感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朗读节奏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读准"看万山红遍"（2-2-2）、"问苍茫大地"（1-2-2），领字后短暂停顿，读出层次。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意象品析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万山(红)、层林(染)、漫江(碧)、百舸(争)、鹰(击)、鱼(翔)——六组意象构成"湘江秋景图"。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情感脉络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"看"景→"问"天→"忆"人→"记"事，由景及情、由问及答，一线贯通。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 · 四招读词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把方法握在手里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诵读体会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19963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反复朗读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听名家朗诵、自己放声读，抓住"看/忆/问"三领字的停顿与气势。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4688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圈点批注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3154680"/>
            <a:ext cx="19963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标意象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379476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在词上圈出意象、标修饰语、画箭头串起情感脉络，让分析有落点。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4688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替换比较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154680"/>
            <a:ext cx="19963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品炼字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79476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用"飞"替"击"、用"游"替"翔"，对比中感受动词的力度与自由感。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4688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知人论世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651" y="3154680"/>
            <a:ext cx="19963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补背景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379476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了解1925年大革命前夕的时代语境，读懂"谁主沉浮"的分量。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"击""翔"的妙处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易理解为"飞""游"。→ 用替换比较法，体会"击"的力度感与"翔"的自由感。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"谁主沉浮"的分量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易停留在字面。→ 补1925年革命背景，理解这是对国家命运的主动担当。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词牌格律特点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只记名称。→ 借图示看清"沁园春"上下阕结构与平仄节奏。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青春基色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壮阔 · 豪迈——全词的情感底色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上阕·看→景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万山|红|热烈  层林|染|层次  漫江|碧|澄澈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上阕·意象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百舸|争|动感  鹰|击|力量  鱼|翔|自由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炼字双璧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击 → 力量·搏击　｜　翔 → 自由·超越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情感脉络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景（壮阔）→ 问（沉浮）→ 情（担当）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读诗四步法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492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圈意象 → 标特征 → 串联画面 → 推导情感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背诵并默写上阕，书写规范、标点正确。② 完成意象表格（意象|修饰语|特征|感受），至少填6组。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从"击""翔""染""争"中任选一字，写一段150字炼字品析：①字面义 ②画面感 ③传达的情感。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找一首同写"秋日豪情"的词对比阅读（如《沁园春·雪》），体会豪放词风的一脉相承。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读词口诀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圈意象 → 标特征 → 串联画面 → 推导情感：上阕写景，下阕"忆青春"接着讲。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一课收口 · 单元回望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本单元人文主题是"青春的价值"，属"文学阅读与写作"任务群。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作为单元开篇，这首词用壮阔秋景与少年豪情，立起"以天下为己任"的青春坐标。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读它的路径同样适用全单元：先抓意象，再连画面，最后读出文字背后的情感与志向。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9456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4487" y="23774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一句话带走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2926080"/>
            <a:ext cx="4587087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景物壮阔，是力量在积蓄；一问沉浮，是革命者主动担当的豪情。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下阕"忆青春"：从"问"到"答"，回扣本课"景→问→情"的脉络，接着往下读。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图：中国稻田 / 西藏高原（CC BY-SA 4.0，Wikimedia Commons）。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