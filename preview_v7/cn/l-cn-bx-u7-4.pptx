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第7单元 · 整本书阅读与研讨（红楼梦）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专题研讨——贾府环境与文化空间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贾府是礼法的坐标，大观园是青春的囚笼；一砖一瓦，皆映人心。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第4课时 · 专题研讨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说出贾府/大观园的空间特点，解释「居所映性格」（如潇湘馆衬黛玉）的环境写法。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理解空间书写中的封建等级与女儿悲剧。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通过分析空间象征，培养「环境即人物」的互文思维。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掌握整本书「空间—人物」研讨法。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本课研讨《红楼梦》的空间书写：贾府（荣宁二府的等级秩序）、大观园（女儿净土/青春囚笼）、环境与人物命运的互文（如潇湘馆衬黛玉、蘅芜苑衬宝钗）。环境是「无声的人物」，承载文化象征。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来源：澎湃新闻《丹青探红楼：大观园里的建筑美学与人物性格命运》（吴文化博物馆）。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来源：新浪《〈红楼梦〉的空间规划智慧》——潇湘馆竹、蘅芜苑香草与人物契合。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贾府：等级秩序(正偏/尊卑)。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大观园：女儿净土亦是囚笼。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居所映人：潇湘馆(竹·孤)衬黛、蘅芜苑(雪·冷)衬钗。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空间图解法。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空间图解法。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居所互文法（竹/雪）。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居所互文法（竹/雪）。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象征解码法。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象征解码法。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研讨法。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研讨法。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空间象征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突破：易当布景，需点文化。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居所互文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突破：易不知属谁，需对。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囚笼解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突破：易当乐园，需点悲。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空间书写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居所=性格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贾府:等级秩序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正尊/偏次/卑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大观园: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净土↔囚笼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居所互文: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潇湘(竹)衬黛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蘅芜(雪)衬钗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环境=无声人物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写出贾府空间体现的秩序（如尊卑）。2. 说潇湘馆（竹）映黛玉什么特点。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写150字「我选的居所」，要求：①定一居所；②引描写；③说如何映人。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第7单元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整本书阅读与研讨（红楼梦）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本单元围绕「整本书阅读与研讨（红楼梦）」展开；本课抓住：贾府：等级秩序(正偏/尊卑)。。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把「空间图解法。」用到一部剧或一篇科普的观赏与阅读中。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