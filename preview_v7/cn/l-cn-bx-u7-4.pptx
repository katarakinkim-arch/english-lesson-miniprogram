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语文 · 必修下册 · 第7单元 整本书阅读与研讨（红楼梦）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专题研讨——贾府环境与文化空间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专题研讨  ·  第4课时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学习任务群：整本书阅读与研讨    |    年级：高一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语言能力：说出贾府/大观园的空间特点，解释「居所映性格」（如潇湘馆衬黛玉）的环境写法。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文化意识：理解空间书写中的封建等级与女儿悲剧。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思维品质：通过分析空间象征，培养「环境即人物」的互文思维。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学习能力：掌握整本书「空间—人物」研讨法。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本课研讨《红楼梦》的空间书写：贾府（荣宁二府的等级秩序）、大观园（女儿净土/青春囚笼）、环境与人物命运的互文（如潇湘馆衬黛玉、蘅芜苑衬宝钗）。环境是「无声的人物」，承载文化象征。</a:t>
            </a:r>
          </a:p>
        </p:txBody>
      </p:sp>
      <p:pic>
        <p:nvPicPr>
          <p:cNvPr id="6" name="Picture 5" descr="typewriter.jpg"/>
          <p:cNvPicPr>
            <a:picLocks noChangeAspect="1"/>
          </p:cNvPicPr>
          <p:nvPr/>
        </p:nvPicPr>
        <p:blipFill>
          <a:blip r:embed="rId2"/>
          <a:srcRect l="5860" r="5860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typewriter.jpg）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59715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9570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贾府：等级秩序(正偏/尊卑)。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3078480"/>
            <a:ext cx="10911535" cy="159715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18820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627120"/>
            <a:ext cx="9997135" cy="9570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大观园：女儿净土亦是囚笼。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4785360"/>
            <a:ext cx="10911535" cy="159715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89508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5334000"/>
            <a:ext cx="9997135" cy="95707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居所映人：潇湘馆(竹·孤)衬黛、蘅芜苑(雪·冷)衬钗。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2 贾府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3 大观园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4 居所互文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5 象征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6 研讨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空间象征。原因：易当布景，需点文化。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居所互文。原因：易不知属谁，需对。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囚笼解。原因：易当乐园，需点悲。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┌── 空间书写 ──┐
│ 居所=性格 │
│ │
│ 贾府:等级秩序 │
│ 正尊/偏次/卑 │
│ │
│ 大观园: │
│ 净土↔囚笼 │
│ │
│ 居所互文: │
│ 潇湘(竹)衬黛 │
│ 蘅芜(雪)衬钗 │
│ 环境=无声人物 │
└────────────────┘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写出贾府空间体现的秩序（如尊卑）。2. 说潇湘馆（竹）映黛玉什么特点。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【提高作业】写150字「我选的居所」，要求：①定一居所；②引描写；③说如何映人。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本单元主题：整本书阅读与研讨（红楼梦）。把今天学到的方法带进下一篇——自己读、自己想、自己写。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