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第7单元 · 整本书阅读与研讨（红楼梦）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专题研讨——宝黛钗人物形象比较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宝玉、黛玉、宝钗，三种生命姿态，一场「木石」与「金玉」的对照。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第3课时 · 专题研讨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说出宝黛钗各自性格特点与命运结局，比较「木石前盟」与「金玉良缘」的悲剧意味。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理解三人命运折射的封建家族与婚恋悲剧。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通过比较三人，培养立体看人与因果思维。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掌握「人物卡+判词」的整本研讨法。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本课研讨宝黛钗三人：宝玉（厌仕途、重情）、黛玉（孤傲、才情、泪尽而亡）、宝钗（端庄、世故、金玉良缘）。比较三人性格与命运，理解「木石前盟vs金玉良缘」的悲剧内核。需结合前80回与人物卡。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来源：周思源《周思源看红楼》——宝玉厌仕途经济、黛玉「木石前盟」、宝钗理性现实。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来源：维基百科《红楼梦》——宝黛钗爱情婚姻悲剧主线与「金玉良缘」。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19963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宝玉：厌仕途经济、重情。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8003" y="242316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063240"/>
            <a:ext cx="19963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黛玉：孤傲才情、泪尽亡(木石)。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42316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063240"/>
            <a:ext cx="19963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宝钗：端庄世故、金玉良缘(守寡)。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651" y="242316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063240"/>
            <a:ext cx="19963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内核：自由情vs礼教婚。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人物卡对照法。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人物卡对照法。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命运解码法（判词）。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命运解码法（判词）。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内核提炼法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木石vs金玉。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研讨发言法。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研讨发言法。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黛钗辨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突破：易混，需对比。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悲剧内核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突破：易当言情，需升文化。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判词联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突破：易忘伏笔，需对。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宝黛钗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三角·非言情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性格: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玉:厌仕重情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黛:孤傲才情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钗:端庄世故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判词定局: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黛泪尽/钗守寡/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玉出家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木石↔金玉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内核:时代悲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写出宝黛钗各一个性格词。2. 说「木石前盟」与「金玉良缘」分别指什么。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写150字「我更怜谁」，要求：①定一人；②引一处细节/判词；③说悲剧意味。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第7单元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整本书阅读与研讨（红楼梦）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本单元围绕「整本书阅读与研讨（红楼梦）」展开；本课抓住：宝玉：厌仕途经济、重情。。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把「人物卡对照法。」用到一部剧或一篇科普的观赏与阅读中。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