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第7单元 整本书阅读与研讨（红楼梦）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专题研讨——宝黛钗人物形象比较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专题研讨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语言能力：说出宝黛钗各自性格特点与命运结局，比较「木石前盟」与「金玉良缘」的悲剧意味。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文化意识：理解三人命运折射的封建家族与婚恋悲剧。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思维品质：通过比较三人，培养立体看人与因果思维。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学习能力：掌握「人物卡+判词」的整本研讨法。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本课研讨宝黛钗三人：宝玉（厌仕途、重情）、黛玉（孤傲、才情、泪尽而亡）、宝钗（端庄、世故、金玉良缘）。比较三人性格与命运，理解「木石前盟vs金玉良缘」的悲剧内核。需结合前80回与人物卡。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宝玉：厌仕途经济、重情。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黛玉：孤傲才情、泪尽亡(木石)。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宝钗：端庄世故、金玉良缘(守寡)。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内核：自由情vs礼教婚。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性格卡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判词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木石vs金玉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内核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研讨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黛钗辨。原因：易混，需对比。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悲剧内核。原因：易当言情，需升文化。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判词联。原因：易忘伏笔，需对。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宝黛钗 ──┐
│ 三角·非言情 │
│ │
│ 性格: │
│ 玉:厌仕重情 │
│ 黛:孤傲才情 │
│ 钗:端庄世故 │
│ │
│ 判词定局: │
│ 黛泪尽/钗守寡/ │
│ 玉出家 │
│ 木石↔金玉 │
│ 内核:时代悲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写出宝黛钗各一个性格词。2. 说「木石前盟」与「金玉良缘」分别指什么。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【提高作业】写150字「我更怜谁」，要求：①定一人；②引一处细节/判词；③说悲剧意味。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本单元主题：整本书阅读与研讨（红楼梦）。把今天学到的方法带进下一篇——自己读、自己想、自己写。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