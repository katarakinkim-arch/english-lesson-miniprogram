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我与地坛（节选）精读——地坛与生命，母爱的深沉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一座荒芜的园子，一段深沉的母爱，照见生命如何重生。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第4课时 · 课文精读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单元：自然情怀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解释「荒芜但不衰败」的含意，摘抄描写地坛与母亲的动人句，朗读含情。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理解史铁生借地坛参透生死、借母爱重获力量的生命态度。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通过分析「景—理—情」交织，培养多层意蕴解读能力。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掌握「抓意象→析哲理→悟深情」的散文读法。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我与地坛》是史铁生散文。双腿残废后他常去地坛，「荒芜但不衰败」的园子成为他思考生死、安顿精神的所在（第一部分）；母亲默默承受、悄然寻子（第二部分），地坛与母亲共同成全了他的重生。景（地坛）、理（生死）、情（母爱）三层交织，是「自然安顿生命」的深刻范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史铁生《我与地坛》（统编教材必修上册课文）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人民教育出版社《语文·必修上册》第七单元导语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地坛意象：荒芜但不衰败=残躯中的生机（精神家园）。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生死哲理：死是必然节日，不必急于求成（参透生死）。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母爱：母亲默默承受、悄然寻子，成全重生。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读景段/母爱段。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意象解码法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荒芜但不衰败。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哲理讨论法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生死之问。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情感体验法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母爱细节。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生死哲理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破解：少年难懂「死是节日」，需慢引。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地坛象征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破解：易当真公园，需点明精神家园。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母爱深入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破解：易感动缺析，需联「成全」。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地坛=精神家园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荒芜(残)↔不衰败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(生机)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哲理: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死=节日(必至)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→好好活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母爱: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默默承受·悄然寻子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景→理→情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(地坛·生死·母)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解释「荒芜但不衰败」的含意。2. 摘抄一处写母亲细节的句子。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写160字「我的精神家园」，要求：①写一个安顿你的地方/事物；②仿「荒芜但不衰败」式写出它的双层意；③联自身。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本单元「自然情怀」：史铁生借地坛参透生死、借母爱重获力量，景·理·情三层交织。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「荒芜但不衰败」对你而言，可能喻指怎样的处境？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文中最触动你的是地坛还是母亲？它让你想到谁？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尝试用「抓意象→析哲理→悟深情」读一篇你喜欢的散文。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