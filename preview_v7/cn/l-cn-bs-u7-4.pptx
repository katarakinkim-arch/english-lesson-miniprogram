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我与地坛（节选）精读——地坛与生命，母爱的深沉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语言能力：解释「荒芜但不衰败」的含意，摘抄描写地坛与母亲的动人句，朗读含情。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文化意识：理解史铁生借地坛参透生死、借母爱重获力量的生命态度。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思维品质：通过分析「景—理—情」交织，培养多层意蕴解读能力。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学习能力：掌握「抓意象→析哲理→悟深情」的散文读法。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我与地坛》是史铁生散文。双腿残废后他常去地坛，「荒芜但不衰败」的园子成为他思考生死、安顿精神的所在（第一部分）；母亲默默承受、悄然寻子（第二部分），地坛与母亲共同成全了他的重生。景（地坛）、理（生死）、情（母爱）三层交织，是「自然安顿生命」的深刻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地坛意象：荒芜但不衰败=残躯中的生机（精神家园）。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生死哲理：死是必然节日，不必急于求成（参透生死）。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母爱：母亲默默承受、悄然寻子，成全重生。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地坛意象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生死哲理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母爱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景理情交织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生死哲理。原因：少年难懂「死是节日」，需慢引。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地坛象征。原因：易当真公园，需点明精神家园。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母爱深入。原因：易感动缺析，需联「成全」。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我与地坛 史铁生 ──┐
│ 地坛=精神家园 │
│ │
│ 意象: │
│ 荒芜(残)↔不衰败 │
│ (生机) │
│ │
│ 哲理: │
│ 死=节日(必至) │
│ →好好活 │
│ │
│ 母爱: │
│ 默默承受·悄然寻子│
│ │
│ 景→理→情 │
│ (地坛·生死·母)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解释「荒芜但不衰败」的含意。2. 摘抄一处写母亲细节的句子。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【提高作业】写160字「我的精神家园」，要求：①写一个安顿你的地方/事物；②仿「荒芜但不衰败」式写出它的双层意；③联自身。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本单元主题：自然情怀。把今天学到的方法带进下一篇——自己读、自己想、自己写。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