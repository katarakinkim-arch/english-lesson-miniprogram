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第4单元 跨媒介阅读与交流（信息时代的语文生活）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方法指导——学写跨媒介文案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方法指导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学习任务群：跨媒介阅读与交流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语言能力：为一种媒介写一段文案（如短视频脚本/公众号导语），做到适配该媒介特点。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文化意识：在写作中体会「读者在哪、怎么读」的传播自觉。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思维品质：通过媒介适配，培养受众导向的表达思维。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学习能力：掌握「定媒介→抓特点→写文案」的跨媒介写法。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本课学写跨媒介文案（如公众号推文/短视频脚本/活动海报文案），核心是「适配媒介」：短视频重画面与钩子开头，公众号重标题与结构，海报重视觉与slogan。学生常把所有媒介写成同一篇长作文。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短视频：画面+钩子开头(3秒)+口语。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公众号：标题吸睛+结构清晰+图文。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海报：视觉冲击+slogan短句。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三媒介写法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短视频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公众号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海报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升格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写+互评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适配。原因：所有媒介同写，需点差异。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钩子。原因：开头平，需练「3秒」。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受众感。原因：自说自话，需换位。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学写跨媒介文案 ──┐
│ 文案随媒介变 │
│ │
│ 短视频: │
│ 钩子(3秒)+画面 │
│ +口语 │
│ 公众号: │
│ 标题+结构+图文 │
│ 海报: │
│ 视觉+slogan │
│ │
│ 升格:平→钩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写出三种媒介文案各自的一个要点。2. 为「读书节」写一句短视频钩子开头或一句海报slogan。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【提高作业】选一种媒介写120字文案，要求：①标明媒介；②用其写法(钩子/标题/视觉)；③有受众感。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本单元主题：跨媒介阅读与交流（信息时代的语文生活）。把今天学到的方法带进下一篇——自己读、自己想、自己写。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