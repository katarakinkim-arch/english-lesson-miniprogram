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必修下册 · 第四单元 · 第五课时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12471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方法指导——学写跨媒介文案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429000"/>
            <a:ext cx="12801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文案随媒介而变——为不同媒介写出合身的文字。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920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跨媒介阅读与交流（信息时代的语文生活）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82813" y="2670048"/>
            <a:ext cx="768096" cy="768096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2813" y="2834640"/>
            <a:ext cx="768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97680"/>
            <a:ext cx="2014651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为一种媒介写一段文案（如短视频脚本/公众号导语），做到适配该媒介特点。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02137" y="2670048"/>
            <a:ext cx="768096" cy="768096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2137" y="2834640"/>
            <a:ext cx="768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8859" y="4297680"/>
            <a:ext cx="2014651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在写作中体会「读者在哪、怎么读」的传播自觉。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21461" y="2670048"/>
            <a:ext cx="768096" cy="768096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21461" y="2834640"/>
            <a:ext cx="768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8183" y="4297680"/>
            <a:ext cx="2014651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通过媒介适配，培养受众导向的表达思维。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40785" y="2670048"/>
            <a:ext cx="768096" cy="768096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40785" y="2834640"/>
            <a:ext cx="768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507" y="4297680"/>
            <a:ext cx="2014651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掌握「定媒介→抓特点→写文案」的跨媒介写法。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背景与权威调研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227167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本课学写跨媒介文案（如公众号推文/短视频脚本/活动海报文案），核心是「适配媒介」：短视频重画面与钩子开头，公众号重标题与结构，海报重视觉与slogan。学生常把所有媒介写成同一篇长作文。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9457" r="9457"/>
          <a:stretch>
            <a:fillRect/>
          </a:stretch>
        </p:blipFill>
        <p:spPr>
          <a:xfrm>
            <a:off x="6324447" y="1783080"/>
            <a:ext cx="5227167" cy="4297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324447" y="1783080"/>
            <a:ext cx="5227167" cy="4297680"/>
          </a:xfrm>
          <a:prstGeom prst="rect">
            <a:avLst/>
          </a:prstGeom>
          <a:solidFill>
            <a:srgbClr val="1C2A33">
              <a:alpha val="55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19659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514600"/>
            <a:ext cx="4678527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来源：人民教育出版社 统编教材必修下第四单元《信息时代的语文生活》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来源：21世纪教育网 统编版必修下第四单元教学设计（跨媒介阅读与交流）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配图：typewriter.jpg（Wikimedia Commons，自由授权）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重点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450592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468880"/>
            <a:ext cx="22960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短视频：画面+钩子开头(3秒)+口语。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27778" y="2450592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7778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3578" y="2468880"/>
            <a:ext cx="22960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公众号：标题吸睛+结构清晰+图文。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86876" y="2450592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6876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2676" y="2468880"/>
            <a:ext cx="22960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海报：视觉冲击+slogan短句。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方法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450592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468880"/>
            <a:ext cx="13562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媒介模板法。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88003" y="2450592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8003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3803" y="2468880"/>
            <a:ext cx="13562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钩子训练法。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07327" y="2450592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7327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3127" y="2468880"/>
            <a:ext cx="13562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升格示范法。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26651" y="2450592"/>
            <a:ext cx="548640" cy="54864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651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451" y="2468880"/>
            <a:ext cx="13562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互评法。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0936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以上读法 / 写法可迁移到同类知识性文本。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难点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450592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468880"/>
            <a:ext cx="22960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适配。原因：所有媒介同写，需点差异。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27778" y="2450592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7778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3578" y="2468880"/>
            <a:ext cx="22960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钩子。原因：开头平，需练「3秒」。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86876" y="2450592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6876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2676" y="2468880"/>
            <a:ext cx="22960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受众感。原因：自说自话，需换位。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911535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911535" cy="502920"/>
          </a:xfrm>
          <a:prstGeom prst="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556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方法指导——学写跨媒介文案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1027145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学写跨媒介文案 文案随媒介变 短视频: 钩子(3秒)+画面 +口语 公众号: 标题+结构+图文 海报: 视觉+slogan 升格:平→钩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227167" cy="4389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24447" y="1737360"/>
            <a:ext cx="5227167" cy="4389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4678527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写出三种媒介文案各自的一个要点。2. 为「读书节」写一句短视频钩子开头或一句海报slogan。
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19202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468880"/>
            <a:ext cx="4678527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【提高作业】选一种媒介写120字文案，要求：①标明媒介；②用其写法(钩子/标题/视觉)；③有受众感。
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围绕单元，做一次反思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10911535" cy="777240"/>
          </a:xfrm>
          <a:prstGeom prst="round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10362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所属单元：第四单元 · 跨媒介阅读与交流（信息时代的语文生活）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3393338" cy="27432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747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反思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69080"/>
            <a:ext cx="293613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回顾本课，你最能向他人讲清哪一个要点？（如：① 短视频：画面+钩子开头(3秒)+口语。）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3200400"/>
            <a:ext cx="3393338" cy="27432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7778" y="34747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反思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7778" y="4069080"/>
            <a:ext cx="293613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把本单元几篇课文放在一起，它们共同教给我们怎样的读法？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3200400"/>
            <a:ext cx="3393338" cy="27432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6876" y="34747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反思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6876" y="4069080"/>
            <a:ext cx="293613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能否用今天学到的方法，去读懂一篇课外的知识性文章？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