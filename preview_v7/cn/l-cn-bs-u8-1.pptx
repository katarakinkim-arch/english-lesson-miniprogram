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语文 · 必修上册 · 第8单元 词语积累与词语解释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3721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单元导入——为何积累词语与「词语家族」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词不是孤岛——把它们连成家族，积累才成网而非成堆。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6144768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81344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第1课时 · 单元导入 · 学生课堂版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科目：语文　册次：必修上册　单元：词语积累与词语解释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09728" cy="8686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说出「词语家族」（语义场）的含义，举出同义/反义/类义/同源族各一例。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18688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18688"/>
            <a:ext cx="109728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18688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体会汉字词语的系统之美，建立主动积累的意识。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42816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42816"/>
            <a:ext cx="109728" cy="868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242816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通过「家族」归类，培养系统化、网络化的词语思维。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66944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266944"/>
            <a:ext cx="109728" cy="8686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266944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掌握用「语义场」网络式积累词语的方法。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聚焦「词语积累与词语解释」，是语言积累任务群。导入课让学生认识词语不是孤立的，而是以「家族」（语义场）方式存在：同义族（看/望/瞥）、反义族（大/小）、类义族（眉/眼/口）、同源族（明/亮/光）。建立「家族」意识，积累才能成网而非成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40233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60320"/>
            <a:ext cx="467852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中国大百科全书 / 百度百科「语义场」词条（J. Trier 语义场理论）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人民教育出版社《语文·必修上册》第八单元导语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98767" y="4343400"/>
            <a:ext cx="4678527" cy="127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4480560"/>
            <a:ext cx="46785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本课件未使用无关配图，画面以学科色块呈现。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词语家族=语义场：词按意义聚成网络。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四族：同义（看/望/瞥）、反义（大/小）、类义（眉/眼/口）、同源（明/亮/光）。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网络化积累＞抄词表。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概念支架法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语义场定义+例。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23995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3995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23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归类游戏法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23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分组填家族。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3319" y="2359152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网络图法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画词网。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62643" y="235915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2643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571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迁移法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571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建自己的词库。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语义场概念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破解：学生无此概念，需举熟例。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同源族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破解：「同源」陌生，需点明音义联系。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网络意识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破解：习惯死记，需示范成网。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4297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28016" cy="4297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语义场=词聚成网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【四族】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同义:看/望/瞥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反义:大/小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类义:眉/眼/口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同源:明/亮/光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【看族网】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看→望(远)/瞥(匆)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/盯(集)/窥(偷)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建家族本: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遇词即归·标微差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解释「词语家族（语义场）」。2. 各举同义、反义、类义、同源族一例。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建「看」族词库（至少8词），每词标「看的方式/语体」微差别。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单元回望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1371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本单元「词语积累与词语解释」：词语以「家族」（语义场）方式存在，网络化积累胜过抄词表。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66744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216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7472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你平时积累词语，是抄词表还是织成网络？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3484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43484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举一组近义词，说说它们微妙的差别在哪里？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558698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41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9496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今天起，你想建立自己的哪一个「词语家族」？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