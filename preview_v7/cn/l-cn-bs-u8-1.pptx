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必修上册 · 第8单元 词语积累与词语解释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单元导入——为何积累词语与「词语家族」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单元导入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学习任务群：语言积累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语言能力：说出「词语家族」（语义场）的含义，举出同义/反义/类义/同源族各一例。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文化意识：体会汉字词语的系统之美，建立主动积累的意识。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思维品质：通过「家族」归类，培养系统化、网络化的词语思维。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学习能力：掌握用「语义场」网络式积累词语的方法。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聚焦「词语积累与词语解释」，是语言积累任务群。导入课让学生认识词语不是孤立的，而是以「家族」（语义场）方式存在：同义族（看/望/瞥）、反义族（大/小）、类义族（眉/眼/口）、同源族（明/亮/光）。建立「家族」意识，积累才能成网而非成堆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词语家族=语义场：词按意义聚成网络。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四族：同义（看/望/瞥）、反义（大/小）、类义（眉/眼/口）、同源（明/亮/光）。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网络化积累＞抄词表。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四族概念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网络图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建词库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练习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语义场概念。原因：学生无此概念，需举熟例。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同源族。原因：「同源」陌生，需点明音义联系。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网络意识。原因：习惯死记，需示范成网。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词语家族·导入 ──┐
│ 语义场=词聚成网 │
│ │
│ 【四族】 │
│ 同义:看/望/瞥 │
│ 反义:大/小 │
│ 类义:眉/眼/口 │
│ 同源:明/亮/光 │
│ │
│ 【看族网】 │
│ 看→望(远)/瞥(匆)│
│ /盯(集)/窥(偷)│
│ │
│ 建家族本: │
│ 遇词即归·标微差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解释「词语家族（语义场）」。2. 各举同义、反义、类义、同源族一例。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【提高作业】建「看」族词库（至少8词），每词标「看的方式/语体」微差别。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本单元主题：词语积累与词语解释。把今天学到的方法带进下一篇——自己读、自己想、自己写。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