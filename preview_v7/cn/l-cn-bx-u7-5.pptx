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第7单元 · 整本书阅读与研讨（红楼梦）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专题研讨——《红楼梦》的语言与诗词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个性化语言写人，诗词文赋写心；曹雪芹「因人赋笔，文为心声」。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第5课时 · 专题研讨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举出人物语言个性化之例（如凤姐/黛玉），说出《葬花吟》与黛玉命运的关联。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体会《红楼梦》「文白雅俗共赏」的语言艺术与诗词抒情传统。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通过分析语言与诗词，培养「言为心声」的互文思维。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掌握整本「语言—人物」研讨法。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本课研讨《红楼梦》的语言与诗词：①人物语言个性化（凤姐泼辣、黛玉尖巧、宝钗周全）；②诗词（黛玉《葬花吟》悲身世、海棠诗显性格）；③文白相间雅俗共赏。语言是红楼又一高峰。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来源：澎湃新闻《青春王国的生命之音——〈红楼梦〉诗词赏析》（何郁、苗怀明）。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来源：光明日报《从诗魁更迭看曹雪芹的诗学趋向》——「诗言志」与「诗缘情」复调。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语言个性化：凤姐泼/黛尖/钗稳。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诗词抒情：葬花吟(悲身世)、海棠诗(显性)。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文白雅俗共赏。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语言对比法（三人口）。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语言对比法（三人口）。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诗词解码法（葬花）。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诗词解码法（葬花）。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文白辨读法。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文白辨读法。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诵读法。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诵读法。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个性辨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突破：易混，需对。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诗词联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突破：易当美文，需联命。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突破：易畏，需点俗白处。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红楼语言诗词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语言=身份证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三口吻: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凤:爽利带威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黛:尖巧含妒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钗:周全化险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葬花=预亡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海棠诗显性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雅俗共赏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写出凤姐/黛玉/宝钗语言各一个特点。2. 说《葬花吟》与黛玉命运的关联。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写150字「我品的语言」，要求：①定一人；②引一句原话；③说如何显性格。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第7单元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整本书阅读与研讨（红楼梦）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本单元围绕「整本书阅读与研讨（红楼梦）」展开；本课抓住：语言个性化：凤姐泼/黛尖/钗稳。。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把「语言对比法（三人口）。」用到一部剧或一篇科普的观赏与阅读中。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