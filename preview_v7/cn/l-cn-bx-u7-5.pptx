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第7单元 整本书阅读与研讨（红楼梦）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专题研讨——《红楼梦》的语言与诗词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专题研讨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学习任务群：整本书阅读与研讨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语言能力：举出人物语言个性化之例（如凤姐/黛玉），说出《葬花吟》与黛玉命运的关联。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文化意识：体会《红楼梦》「文白雅俗共赏」的语言艺术与诗词抒情传统。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思维品质：通过分析语言与诗词，培养「言为心声」的互文思维。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学习能力：掌握整本「语言—人物」研讨法。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本课研讨《红楼梦》的语言与诗词：①人物语言个性化（凤姐泼辣、黛玉尖巧、宝钗周全）；②诗词（黛玉《葬花吟》悲身世、海棠诗显性格）；③文白相间雅俗共赏。语言是红楼又一高峰。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语言个性化：凤姐泼/黛尖/钗稳。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诗词抒情：葬花吟(悲身世)、海棠诗(显性)。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文白雅俗共赏。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三口吻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葬花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海棠诗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文白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研讨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个性辨。原因：易混，需对。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诗词联。原因：易当美文，需联命。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文白。原因：易畏，需点俗白处。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红楼语言诗词 ──┐
│ 语言=身份证 │
│ │
│ 三口吻: │
│ 凤:爽利带威 │
│ 黛:尖巧含妒 │
│ 钗:周全化险 │
│ │
│ 葬花=预亡 │
│ 海棠诗显性 │
│ 雅俗共赏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写出凤姐/黛玉/宝钗语言各一个特点。2. 说《葬花吟》与黛玉命运的关联。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【提高作业】写150字「我品的语言」，要求：①定一人；②引一句原话；③说如何显性格。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本单元主题：整本书阅读与研讨（红楼梦）。把今天学到的方法带进下一篇——自己读、自己想、自己写。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