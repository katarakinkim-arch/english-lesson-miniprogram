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写作指导——设计跨媒介宣传方案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写作指导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语言能力：写一份跨媒介宣传方案（含受众/组合/各媒介文案），做到媒介适配、文案到位。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文化意识：在写作中体会「整合传播」的协作思维。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思维品质：通过方案设计，培养系统规划与受众导向思维。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学习能力：掌握「受众→组合→文案→节奏」方案写法。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本课为第四单元写作任务，设计一份跨媒介宣传方案（如推广校园读书节/运动会），含：①目标受众②媒介组合③各媒介文案（短视频脚本+公众号导语+海报slogan）④传播节奏。学生常只写单一长文或空喊口号。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受众：谁看。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组合：用哪些媒介。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文案：每媒介写对应文案。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节奏：何时发。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方案四块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受众+组合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分媒介文案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节奏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升格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写+互评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方案结构。原因：散，需四块框架。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文案适配。原因：混写，需分媒介。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节奏。原因：忽视，需时点。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跨媒介方案 ──┐
│ 四块: │
│ 受众/组合/文案/ │
│ 节奏 │
│ │
│ 组合互补覆盖 │
│ 文案分写: │
│ 视频/公号/海报 │
│ │
│ 节奏: │
│ 预热→引爆→延续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写出方案四块。2. 为「读书节」定受众+组合（≥2媒介）。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【提高作业】写一份120字跨媒介宣传方案，要求：①四块齐全；②各媒介文案适配；③有节奏时点。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