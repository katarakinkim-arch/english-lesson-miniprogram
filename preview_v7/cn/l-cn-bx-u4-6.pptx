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必修下册 · 第四单元 · 第六课时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12471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写作指导——设计跨媒介宣传方案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2801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为同一个活动，配一套跨媒介的宣传方案。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跨媒介阅读与交流（信息时代的语文生活）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82813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2813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写一份跨媒介宣传方案（含受众/组合/各媒介文案），做到媒介适配、文案到位。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02137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2137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8859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在写作中体会「整合传播」的协作思维。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21461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1461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通过方案设计，培养系统规划与受众导向思维。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40785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0785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507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掌握「受众→组合→文案→节奏」方案写法。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27167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本课为第四单元写作任务，设计一份跨媒介宣传方案（如推广校园读书节/运动会），含：①目标受众②媒介组合③各媒介文案（短视频脚本+公众号导语+海报slogan）④传播节奏。学生常只写单一长文或空喊口号。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2904" r="22904"/>
          <a:stretch>
            <a:fillRect/>
          </a:stretch>
        </p:blipFill>
        <p:spPr>
          <a:xfrm>
            <a:off x="6324447" y="1783080"/>
            <a:ext cx="5227167" cy="42976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324447" y="1783080"/>
            <a:ext cx="5227167" cy="4297680"/>
          </a:xfrm>
          <a:prstGeom prst="rect">
            <a:avLst/>
          </a:prstGeom>
          <a:solidFill>
            <a:srgbClr val="1C2A33">
              <a:alpha val="55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9659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51460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来源：人民教育出版社 统编教材必修下第四单元「善用多媒介」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来源：21世纪教育网 统编版必修下第四单元教学设计（跨媒介宣传方案）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配图：wangfujing.jpg（Wikimedia Commons，自由授权）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受众：谁看。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8003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8003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803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组合：用哪些媒介。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07327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93127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文案：每媒介写对应文案。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26651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651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451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节奏：何时发。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方案模板法。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8003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8003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803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分媒介写法。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07327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93127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升格示范法。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26651" y="2450592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651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451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互评法。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0936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以上读法 / 写法可迁移到同类知识性文本。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方案结构。原因：散，需四块框架。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文案适配。原因：混写，需分媒介。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节奏。原因：忽视，需时点。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10911535" cy="502920"/>
          </a:xfrm>
          <a:prstGeom prst="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写作指导——设计跨媒介宣传方案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1027145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跨媒介方案 四块: 受众/组合/文案/ 节奏 组合互补覆盖 文案分写: 视频/公号/海报 节奏: 预热→引爆→延续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24447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写出方案四块。2. 为「读书节」定受众+组合（≥2媒介）。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【提高作业】写一份120字跨媒介宣传方案，要求：①四块齐全；②各媒介文案适配；③有节奏时点。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围绕单元，做一次反思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777240"/>
          </a:xfrm>
          <a:prstGeom prst="round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所属单元：第四单元 · 跨媒介阅读与交流（信息时代的语文生活）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反思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回顾本课，你最能向他人讲清哪一个要点？（如：① 受众：谁看。）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反思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把本单元几篇课文放在一起，它们共同教给我们怎样的读法？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反思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能否用今天学到的方法，去读懂一篇课外的知识性文章？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