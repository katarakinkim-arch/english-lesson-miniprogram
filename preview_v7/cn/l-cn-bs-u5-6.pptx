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研讨——乡土的现代命运（概念整合与批判思考）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研讨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学习任务群：整本书阅读与研讨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语言能力：整合前五篇概念研讨乡土现代命运，按「留存/松动/转化」三维组织发言。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文化意识：辩证看待乡土特质在现代的存续与转化，建立文化认同与批判意识。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思维品质：通过三维框架整合多概念，培养系统整合与批判思维。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学习能力：掌握「概念整合→三维研讨」的整本书研讨法。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整合前五篇核心概念（乡土本色/差序格局/礼治无讼/血缘地缘），研讨「乡土中国在现代化（城市化、流动、法治、数字）中的命运」：哪些特质留存（熟人信任、家庭本位）、哪些松动（差序、礼治）、如何转化。培养批判性整合与现实意义思考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整合：乡土本色/差序/礼治/血缘四概念。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三维：留存（熟人信任/家庭本位）、松动（差序/礼治）、转化（礼→法·血缘→契约）。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立场：辩证，非全留全弃。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整合网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三维框架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分组研讨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汇报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辩证总结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概念整合。原因：学生孤立记，需框架勾连。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三维组织。原因：研讨易散，需维度。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辩证。原因：易极端，需示范。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乡土现代命运 ──┐
│ 四概念网: │
│ 本色→差序→礼治 │
│ →血缘→松动 │
│ │
│ 【三维】 │
│ 留存:家庭/信任 │
│ 松动:差序/礼治 │
│ 转化:礼→法 │
│ 血缘→契约 │
│ │
│ 立场:辩证 │
│ 存续+转化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写出研讨三维（留存/松动/转化）各一例。2. 用前5篇一个概念解释「春运返乡」现象。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【提高作业】写180字「乡土未死，在转化」，要求：①三维各举一例；②表辩证立场；③联自身观察。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本单元主题：乡土中国。把今天学到的方法带进下一篇——自己读、自己想、自己写。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