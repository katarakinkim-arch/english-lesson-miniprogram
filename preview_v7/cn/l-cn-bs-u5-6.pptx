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语文 · 必修上册 · 第5单元 乡土中国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研讨——乡土的现代命运（概念整合与批判思考）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乡土未死，它正在转化中重生。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第6课时 · 研讨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科目：语文　册次：必修上册　单元：乡土中国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整合前五篇概念研讨乡土现代命运，按「留存/松动/转化」三维组织发言。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辩证看待乡土特质在现代的存续与转化，建立文化认同与批判意识。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通过三维框架整合多概念，培养系统整合与批判思维。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掌握「概念整合→三维研讨」的整本书研讨法。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整合前五篇核心概念（乡土本色/差序格局/礼治无讼/血缘地缘），研讨「乡土中国在现代化（城市化、流动、法治、数字）中的命运」：哪些特质留存（熟人信任、家庭本位）、哪些松动（差序、礼治）、如何转化。培养批判性整合与现实意义思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人民日报《理解乡土，才能读懂中国》（留存·松动·转化）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北京日报《从“乡土”中寻找“根”的力量》（创造性转化）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整合：乡土本色/差序/礼治/血缘四概念。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三维：留存（熟人信任/家庭本位）、松动（差序/礼治）、转化（礼→法·血缘→契约）。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立场：辩证，非全留全弃。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整合图法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四概念网。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三维支架法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留存/松动/转化。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研讨工作坊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分组辩。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归纳总结法。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概念整合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破解：学生孤立记，需框架勾连。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三维组织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破解：研讨易散，需维度。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辩证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破解：易极端，需示范。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四概念网: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本色→差序→礼治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→血缘→松动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【三维】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留存:家庭/信任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松动:差序/礼治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转化:礼→法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血缘→契约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立场:辩证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存续+转化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写出研讨三维（留存/松动/转化）各一例。2. 用前5篇一个概念解释「春运返乡」现象。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写180字「乡土未死，在转化」，要求：①三维各举一例；②表辩证立场；③联自身观察。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本单元「乡土中国」：乡土在留存、松动与转化中重生，传统可被创造性地接进现代生活。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你眼里“乡土”正在消失，还是换了一种样子？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举一个传统被现代转化的例子。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你愿意从乡土里继承哪一点“根”的力量？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