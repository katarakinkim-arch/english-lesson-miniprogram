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第6单元 学习之道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写作指导——学写议论段（观点+论据+分析）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写作指导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学习任务群：思辨性阅读与表达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语言能力：能写1个规范议论段（观点/阐释/论据/分析/结论），做到论据支撑观点、分析衔接。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文化意识：在议论中合理引用本单元经典（劝学/师说/拿来），培养据典立论的习惯。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思维品质：通过「分析句」训练，培养「论据→观点」的逻辑推导能力。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学习能力：掌握议论段五步法，能独立写段并能自评。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单元写作任务，学写规范的议论段（300字左右）。标准结构：①观点句（段首亮明分论点）；②阐释句（稍解观点）；③论据句（事实/道理论据，可引本单元课文）；④分析句（论据如何证明观点，关键！）；⑤结论句（回扣升华）。重点是「分析句」——学生常「观点+论据」就停，缺分析衔接，导致论证断裂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五步：观点句（首）→阐释句→论据句（引课文/事例）→分析句（关键）→结论句。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分析句作用：说明「论据为何证明观点」，桥接论据与观点。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论据要求：典型、贴切、可引本单元经典。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五步结构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升格示范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论据选用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写初稿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互评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分析句缺失。原因：学生写完论据就停，需强制「所以…因为…」句式。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观点句不显。原因：观点藏在段中，需段首亮明。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论据脱节。原因：例子与观点拧着，需选贴切论据。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学写议论段 ──┐
│ 五步阶梯: │
│ ①观点(段首显) │
│ ②阐释 │
│ ③论据(引典) │
│ ④分析(关键!) │
│ ⑤结论 │
│ │
│ 分析句=桥接 │
│ 论据→观点 │
│ 句式:因为/可见/│
│ 这说明 │
│ │
│ 论据贴题为要 │
│ 分析≠二论据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据互评改议论段终稿（300字），五步齐全，分析句用句式。2. 在段末写一句「我的观点+用的论据」。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【提高作业】另写一段不同观点（如「从师有益」），要求分析句能解释「师说」论据如何证观点。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本单元主题：学习之道。把今天学到的方法带进下一篇——自己读、自己想、自己写。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