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14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· 第六单元 · 学习之道 · 第六课时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1247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写作指导——学写议论段（观点+论据+分析）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一段像样的议论，要有五步：观点、阐释、论据、分析、结论。最关键的是「分析句」——把论据和观点连起来。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语言能力：能写1个规范议论段（观点/阐释/论据/分析/结论），做到论据支撑观点、分析衔接。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文化意识：在议论中合理引用本单元经典（劝学/师说/拿来），培养据典立论的习惯。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5272887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思维品质：通过「分析句」训练，培养「论据→观点」的逻辑推导能力。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617720"/>
            <a:ext cx="5272887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学习能力：掌握议论段五步法，能独立写段并能自评。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课文背景与权威来源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单元写作任务，学写规范的议论段（约300字）。标准结构：①观点句（段首亮明分论点）；②阐释句（稍解观点）；③论据句（事实或道理论据，可引本单元课文）；④分析句（论据如何证明观点，关键）；⑤结论句（回扣升华）。重点是「分析句」——写作者常「观点+论据」就停，缺分析衔接，论证便断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057400"/>
            <a:ext cx="5227167" cy="420624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《语文周报·高中教研版》五步速成标准议论语段（张祥）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21世纪教育网《高中议论文主体段的写法》课件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1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五步——观点句（首）→阐释句→论据句（引课文/事例）→分析句（关键）→结论句。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分析句作用——说明「论据为何证明观点」，桥接论据与观点。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论据要求——典型、贴切，可引本单元经典（劝学/师说/拿来）。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五步图示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先画阶梯：观点→阐释→论据→分析→结论。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7407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升格示范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看一段「缺分析」的残段如何补成完段。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59028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句式支架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用「因为/可见/这说明」引出分析句。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9895" y="459028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9895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7407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交换互评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互读：观点显否？论据贴否？分析连否？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缺分析句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写完论据就补一句「所以……因为……」，把论据和观点接上。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298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观点不显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观点句放段首第一句，别埋在段中。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8396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论据脱节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选最贴切的例：论「恒」用锲而不舍，不硬塞不相关的。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3794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230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五步阶梯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3230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①观点(段首显) ②阐释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53512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五步阶梯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54096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③论据(引典) ④分析(关键) ⑤结论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75304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分析句=桥接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75888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论据 → 观点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97096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分析句式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297680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因为 / 可见 / 这说明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18888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1947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论据要贴切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19472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引典：劝学·师说·拿来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4126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提醒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54126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分析≠再举一例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基础·必做：据互评改议论段终稿（约300字），五步齐全，分析句用句式；段末写一句「我的观点+用的论据」。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提升·选做：另写一段不同观点（如「从师有益」），分析句要说明《师说》论据如何证明观点。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拓展·衔接：把议论段扩为400字小议论文，加一个分论点段，两段都用五步法。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单元小结与反思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911535" cy="42976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第六单元 · 学习之道 · 收束引导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981425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本单元从读走向写。学写议论段，核心在「分析句」：它把举出的论据，连回你的观点。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记住五步：观点显在段首，论据要贴切，分析不能省，结论回扣。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回头改自己的段：最弱的一处在哪——是观点不显，论据不贴，还是分析断了？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