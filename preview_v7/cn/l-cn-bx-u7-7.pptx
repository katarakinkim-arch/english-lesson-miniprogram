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语文 · 必修下册 · 第7单元 整本书阅读与研讨（红楼梦）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写作指导与讲评——红楼读书报告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写作实践  ·  第7课时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学习任务群：整本书阅读与研讨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语言能力：写一份读书报告（300字+），做到引聚焦、述内容、立观点、联文本分析。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文化意识：在写作中沉淀整本阅读的思想收获。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思维品质：通过报告写作，培养论证与整合思维。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学习能力：掌握「引—述—析—评」报告写法。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本课为整本书写作：写《红楼梦》读书报告（如「我眼中的XX」「红楼悲剧说」），含：①引（书与聚焦）②述（内容/人物）③析（你的观点，结合文本）④评（价值）。讲评三典型：复述多/无观点/不联文。</a:t>
            </a:r>
          </a:p>
        </p:txBody>
      </p:sp>
      <p:pic>
        <p:nvPicPr>
          <p:cNvPr id="6" name="Picture 5" descr="typewriter.jpg"/>
          <p:cNvPicPr>
            <a:picLocks noChangeAspect="1"/>
          </p:cNvPicPr>
          <p:nvPr/>
        </p:nvPicPr>
        <p:blipFill>
          <a:blip r:embed="rId2"/>
          <a:srcRect l="5860" r="5860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typewriter.jpg）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59715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957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四段：引(聚焦)/述(内容)/析(观点)/评(价值)。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078480"/>
            <a:ext cx="10911535" cy="159715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1882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627120"/>
            <a:ext cx="9997135" cy="957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三典型：复述多/无观点/不联文。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4785360"/>
            <a:ext cx="10911535" cy="159715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8950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5334000"/>
            <a:ext cx="9997135" cy="957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好标准：有聚焦+有观点+联文本。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四段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讲评A复述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讲评B无观点/C不联文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写+互评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立观点。原因：易复述，需逼。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联文。原因：易空，需引。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结构。原因：易散，需四段。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读书报告 ──┐
│ 四段: │
│ 引/述/析/评 │
│ │
│ 三典型: │
│ A复述→加观点 │
│ B无观点→立观点 │
│ C不联文→引原句 │
│ │
│ 好:聚焦+观点+文 │
└────────────────┘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据互评改终稿（300字）：引/述/析/评四段。2. 写一句「我的观点」。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【提高作业】在报告加一层「时代关联」分析，使观点更有高度。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本单元主题：整本书阅读与研讨（红楼梦）。把今天学到的方法带进下一篇——自己读、自己想、自己写。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