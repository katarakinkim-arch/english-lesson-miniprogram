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第7单元 · 整本书阅读与研讨（红楼梦）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写作指导与讲评——红楼读书报告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引、述、析、评——把一整本书，写成一篇有自己的声音的报告。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第7课时 · 写作实践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写一份读书报告（300字+），做到引聚焦、述内容、立观点、联文本分析。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在写作中沉淀整本阅读的思想收获。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通过报告写作，培养论证与整合思维。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掌握「引—述—析—评」报告写法。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本课为整本书写作：写《红楼梦》读书报告（如「我眼中的XX」「红楼悲剧说」），含：①引（书与聚焦）②述（内容/人物）③析（你的观点，结合文本）④评（价值）。讲评三典型：复述多/无观点/不联文。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来源：人民教育出版社《必修下册》第七单元「写作」任务：学写读书报告。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来源：周剑斌《浅谈〈红楼梦〉整本书阅读教学》——读书报告常见三类问题。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四段：引(聚焦)/述(内容)/析(观点)/评(价值)。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三典型：复述多/无观点/不联文。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好标准：有聚焦+有观点+联文本。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四段模板法。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四段模板法。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观点逼出法。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观点逼出法。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典型讲评法。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典型讲评法。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突破：易复述，需逼。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联文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突破：易空，需引。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突破：易散，需四段。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读书报告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四段: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引/述/析/评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三典型: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A复述→加观点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B无观点→立观点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C不联文→引原句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好:聚焦+观点+文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据互评改终稿（300字）：引/述/析/评四段。2. 写一句「我的观点」。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在报告加一层「时代关联」分析，使观点更有高度。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第7单元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整本书阅读与研讨（红楼梦）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本单元围绕「整本书阅读与研讨（红楼梦）」展开；本课抓住：四段：引(聚焦)/述(内容)/析(观点)/评(价值)。。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把「四段模板法。」用到一部剧或一篇科普的观赏与阅读中。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