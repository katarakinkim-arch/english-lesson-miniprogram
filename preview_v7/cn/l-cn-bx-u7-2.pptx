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第7单元 整本书阅读与研讨（红楼梦）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阅读方法指导——抓脉络·理人物·品结构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方法指导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语言能力：运用三种方法（回目脉络/人物卡/结构呼应）规划并推进《红楼梦》阅读。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文化意识：体会中国章回体小说「草蛇灰线」的结构智慧。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思维品质：通过方法训练，培养系统化整本阅读思维。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学习能力：掌握整本书阅读三工具（回目/人物卡/结构）。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本课给《红楼梦》整本阅读方法：①抓脉络（以回目为纲，理清「盛→衰」节点）；②理人物（建人物卡：身份/关系/命运）；③品结构（草蛇灰线、前后呼应）。方法到位，长篇不再怕。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回目脉络：以回目为纲，理盛衰节点。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人物卡：身份/关系/命运三栏。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结构：草蛇灰线、前后呼应(如判词伏笔)。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三工具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回目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人物卡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回目用。原因：古文回目难，需解。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人物卡。原因：易懒不记，需模板。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结构妙。原因：易略，需点伏笔。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红楼读法 ──┐
│ 三工具: │
│ 回目/人物卡/结构│
│ │
│ 回目=纲: │
│ 省亲(盛) │
│ 查抄(衰) │
│ │
│ 人物卡三栏: │
│ 身份/关系/命运 │
│ │
│ 结构:判词伏笔 │
│ 草蛇灰线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写出三种阅读工具名。2. 据方法建1张人物卡（身份/关系/命运）。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【提高作业】扫前20回回目，写100字「我的脉络笔记」，要求：①标1个盛节点+1个衰节点；②说回目怎么帮你。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本单元主题：整本书阅读与研讨（红楼梦）。把今天学到的方法带进下一篇——自己读、自己想、自己写。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