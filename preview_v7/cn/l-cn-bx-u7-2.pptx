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第7单元 · 整本书阅读与研讨（红楼梦）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阅读方法指导——抓脉络·理人物·品结构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56432"/>
            <a:ext cx="10607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以回目为纲，以人物卡为器，在百万字里理出自己的阅读地图。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第2课时 · 方法指导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25856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运用三种方法（回目脉络/人物卡/结构呼应）规划并推进《红楼梦》阅读。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7327" y="225856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体会中国章回体小说「草蛇灰线」的结构智慧。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3600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通过方法训练，培养系统化整本阅读思维。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07327" y="463600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1687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掌握整本书阅读三工具（回目/人物卡/结构）。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课文背景与研读来源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本课给《红楼梦》整本阅读方法：①抓脉络（以回目为纲，理清「盛→衰」节点）；②理人物（建人物卡：身份/关系/命运）；③品结构（草蛇灰线、前后呼应）。方法到位，长篇不再怕。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57200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研读来源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来源：周剑斌《浅谈〈红楼梦〉整本书阅读教学》（期刊网）——三种阅读法与最佳读本。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36576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来源：人民教育出版社《必修下册》第七单元「学习任务」：把握人物关系、体会性格、欣赏诗词。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44652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本课件未使用无关配图（无契合照片，学科色块兜底）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回目脉络：以回目为纲，理盛衰节点。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人物卡：身份/关系/命运三栏。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6876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876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结构：草蛇灰线、前后呼应(如判词伏笔)。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回目解码法。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回目解码法。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39572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5435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人物卡模板法。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5435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人物卡模板法。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39572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4759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伏笔寻踪法（判词）。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4759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伏笔寻踪法（判词）。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39572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083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实践法。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083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实践法。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学习难点与突破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回目用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突破：古文回目难，可读作。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人物卡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突破：易懒不记，需模板。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结构妙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突破：易略，需点伏笔。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红楼读法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三工具: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回目/人物卡/结构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回目=纲: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省亲(盛)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查抄(衰)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人物卡三栏: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身份/关系/命运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结构:判词伏笔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0167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草蛇灰线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写出三种阅读工具名。2. 据方法建1张人物卡（身份/关系/命运）。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扫前20回回目，写100字「我的脉络笔记」，要求：①标1个盛节点+1个衰节点；②说回目怎么帮你。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 · 第7单元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73152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103628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整本书阅读与研讨（红楼梦）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我读到了什么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本单元围绕「整本书阅读与研讨（红楼梦）」展开；本课抓住：回目脉络：以回目为纲，理盛衰节点。。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我留下什么疑问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哪一处最想再细读？写下你的一个问题，带着它走向课外阅读。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我怎样去运用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把「回目解码法。」用到一部剧或一篇科普的观赏与阅读中。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