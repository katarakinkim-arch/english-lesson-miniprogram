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第2单元 劳动光荣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实用文本阅读（上）——喜看稻菽千重浪：袁隆平的科学人生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实用文本阅读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学习任务群：实用性阅读与交流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语言能力：能说出通讯的文体特征（真实·及时·典型），梳理袁隆平科研历程的三个关键节点。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文化意识：理解袁隆平「尊重事实、勇于创新、心系苍生」的科学精神，感受劳动者的时代担当。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思维品质：通过筛选关键信息、概括事件要点，培养信息提取与整合的实用文阅读思维能力。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学习能力：掌握「圈关键信息→理事件脉络→析人物精神」的实用文阅读三步法，能迁移运用。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上册第二单元第一课时，学习任务群为「实用性阅读与交流」。《喜看稻菽千重浪——记首届国家最高科技奖获得者袁隆平》是沈英甲撰写的通讯，记录袁隆平发现天然雄性不育株、培育三系杂交水稻的科学历程。通讯以「实践出真知」为小标题统领，选取袁隆平质疑权威学说、田间发现不育株、挑战「水稻等自花授粉作物没有杂交优势」定论等关键事件，展现科学家尊重事实、勇于创新的精神。文体上属人物通讯，兼具新闻真实性与文学感染力，是实用文阅读的典型范本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通讯文体特征：真实性（基于事实）·及时性（新闻时效）·典型性（选取代表事件）·文学性（生动描写）。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袁隆平科研三节点：①质疑「自花授粉作物无杂种优势」定论→②发现天然雄性不育株「天然杂交稻」→③培育三系杂交水稻成功。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科学精神内涵：尊重事实（用实践检验理论）、勇于创新（挑战权威定论）、坚韧不拔（数十年田间坚守）。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 Lead-in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文体辨析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信息筛选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精读关键段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人物精神概括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通讯与消息的区别。原因：学生混淆「通讯」和「消息」，不知通讯篇幅长、描写细、有人物刻画，需对比说明。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「挑战权威」的科学精神理解。原因：学生习惯接受教材结论，缺乏「质疑—验证」的科学思维训练，需结合袁隆平具体事例引导。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信息的筛选与整合。原因：学生读长文容易「全部划线」或「什么也不划」，缺乏筛选标准，需给出明确任务驱动。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喜看稻菽千重浪 ──┐
│ 袁隆平:杂交水稻之父 │
│ │
│ 【通讯vs消息】 │
│ 消息:短·简·快 │
│ 通讯:长·细·有人物 │
│ │
│ 【科研时间线】 │
│ 1960 发现天然杂交稻 │
│ 1964 找到雄性不育株 │
│ 1973 三系杂交稻成功 │
│ (14万株→1株) │
│ │
│ 【科学精神】 │
│ 尊重事实→质疑权威 │
│ →实践检验 │
│ ←初心:让所有人吃饱 │
│ │
│ 【实用文三步法】 │
│ 圈信息→理脉络→ │
│ 析精神 │
└──────────────────────┘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完成袁隆平科研时间线（时间|事件|困难|突破），至少填写3个节点。2. 解释「通讯」的文体特征，至少说出3点。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【提高作业】写一段150字分析，主题为「从14万株到1株看袁隆平的科学精神」。要求：①引用原文数据；②分析数字背后的劳动量；③点明科学精神。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本单元主题：劳动光荣。把今天学到的方法带进下一篇——自己读、自己想、自己写。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