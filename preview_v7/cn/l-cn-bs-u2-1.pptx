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arvest.jp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必修上 第二单元 · 劳动光荣 · 第一课时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实用文本阅读（上）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喜看稻菽千重浪 · 袁隆平的科学人生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1480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一篇人物通讯，写一段把饭碗端在自己手里的科学人生。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从1960到1973：14万株稻穗里，长出一株改变世界的不育株。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5381" y="2697480"/>
            <a:ext cx="822960" cy="82296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5381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说出通讯的文体特征（真实·及时·典型），梳理袁隆平科研历程的三个关键节点。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4705" y="2697480"/>
            <a:ext cx="822960" cy="82296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705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理解袁隆平「尊重事实、勇于创新、心系苍生」的科学精神，感受劳动者的时代担当。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4029" y="2697480"/>
            <a:ext cx="822960" cy="82296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4029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通过筛选关键信息、概括事件要点，培养实用文阅读中的信息提取与整合能力。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13353" y="2697480"/>
            <a:ext cx="822960" cy="82296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3353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掌握「圈关键信息→理事件脉络→析人物精神」的实用文阅读三步法，能迁移运用。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2271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读什么 · 为什么读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227167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本课属统编版必修上第二单元，学习任务群为「实用性阅读与交流」，人文主题「劳动光荣」。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课文是沈英甲撰写的人物通讯《喜看稻菽千重浪——记首届国家最高科技奖获得者袁隆平》，记录其发现天然雄性不育株、培育三系杂交水稻的科学历程。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通讯以「实践出真知」统领，选取质疑权威学说、田间发现不育株、挑战「自花授粉作物无杂种优势」定论等关键事件，兼具新闻真实与文学感染。</a:t>
            </a:r>
          </a:p>
          <a:p>
            <a:pPr algn="l">
              <a:lnSpc>
                <a:spcPct val="140000"/>
              </a:lnSpc>
            </a:pPr>
            <a:r>
              <a:rPr sz="14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它是实用文阅读的典型范本：既要抓故事情节，也要看文体特征与信息筛选的方法。</a:t>
            </a:r>
          </a:p>
        </p:txBody>
      </p:sp>
      <p:pic>
        <p:nvPicPr>
          <p:cNvPr id="7" name="Picture 6" descr="ricefield.jpg"/>
          <p:cNvPicPr>
            <a:picLocks noChangeAspect="1"/>
          </p:cNvPicPr>
          <p:nvPr/>
        </p:nvPicPr>
        <p:blipFill>
          <a:blip r:embed="rId2"/>
          <a:srcRect t="629" b="629"/>
          <a:stretch>
            <a:fillRect/>
          </a:stretch>
        </p:blipFill>
        <p:spPr>
          <a:xfrm>
            <a:off x="6324447" y="1737360"/>
            <a:ext cx="5227167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24447" y="388620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图：中国稻田（自由授权，Wikimedia Commons）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4343400"/>
            <a:ext cx="5227167" cy="23317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44805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4983480"/>
            <a:ext cx="4678527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① 中国工程院官网 cae.cn：1964年观察14万余稻穗发现首株雄性不育株；1973年籼型杂交水稻三系配套成功。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② 21世纪教育网 人物通讯学案：通讯五大特点（真实·客观·时效·形象·议论）；消息与通讯在时效、篇幅、表达上的区别。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 · 三个支点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通讯特征 · 科研三节点 · 科学精神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66928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13432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通讯文体特征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6324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真实性（基于事实不可虚构）·及时性（新闻时效）·典型性（选取代表事件）·文学性（生动描写）。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66928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13432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 科研三节点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06324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1960 发现天然杂交稻 → 1964 找到雄性不育株 → 1973 三系杂交稻成功（14万株寻1株）。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66928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13432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科学精神内涵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306324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尊重事实（用实践检验理论）·勇于创新（挑战权威定论）·坚韧不拔（数十年田间坚守）。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 · 四种读法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任务驱动 · 文体比较 · 圈点批注 · 背景支架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任务驱动法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91840"/>
            <a:ext cx="19963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用「袁隆平科研时间线」任务单驱动信息筛选，从长文中精准取点。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88003" y="251460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文体比较法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8003" y="3291840"/>
            <a:ext cx="19963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对比一则消息与本文通讯，在比较中看清通讯的文体特征。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7327" y="251460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圈点批注法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7327" y="3291840"/>
            <a:ext cx="19963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文中圈关键信息、旁批事件要点、末尾概括人物精神。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651" y="251460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背景支架法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651" y="3291840"/>
            <a:ext cx="19963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补充1960年代背景，理解「让所有人吃饱」的研究初心。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 · 怎么破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三处容易卡住的地方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通讯与消息的区分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容易把两者混淆。→ 对比篇幅、描写、人物刻画，明确通讯「长·细·有人物」。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「挑战权威」的理解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4612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习惯接受结论，缺「质疑—验证」思维。→ 结合袁隆平事例，体会质疑的价值。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信息的筛选与整合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4612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易「全部划线」或「什么也不划」。→ 用任务驱动，给出明确的筛选标准。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5029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64792"/>
            <a:ext cx="103628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《喜看稻菽千重浪》· 阅读主干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10911535" cy="914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496312"/>
            <a:ext cx="54864" cy="8128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478024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通讯 vs 消息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478024"/>
            <a:ext cx="72539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消息——短·简·快；通讯——长·细·有人物（仍须真实）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19272"/>
            <a:ext cx="10911535" cy="914400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483864"/>
            <a:ext cx="54864" cy="8128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465576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科研时间线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3465576"/>
            <a:ext cx="72539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1960 发现天然杂交稻 → 1964 找到雄性不育株 → 1973 三系成功（14万株→1株）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06824"/>
            <a:ext cx="10911535" cy="914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" y="4471416"/>
            <a:ext cx="54864" cy="8128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53128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科学精神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4453128"/>
            <a:ext cx="72539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尊重事实 → 质疑权威 → 实践检验（← 初心：让所有人吃饱饭）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94376"/>
            <a:ext cx="10911535" cy="914400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458968"/>
            <a:ext cx="54864" cy="8128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44068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实用文三步法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5440680"/>
            <a:ext cx="72539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圈关键信息 → 理事件脉络 → 析人物精神（可迁移）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 · 分层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 · 提升 · 拓展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完成袁隆平科研时间线（时间|事件|困难|突破），至少3个节点；解释「通讯」文体特征，至少3点。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01752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写150字分析「从14万株到1株看袁隆平的科学精神」：①引原文数据 ②析劳动量 ③点科学精神。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拓展 · 衔接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301752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用三步法试读下篇通讯《心有一团火》，关注「科学家」与「普通劳动者」的异同（预习）。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第一课时 · 收得住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227167" cy="21031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58568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读通讯的三步法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785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圈关键信息 → 理事件脉络 → 析人物精神。</a:t>
            </a:r>
          </a:p>
          <a:p>
            <a:pPr algn="l">
              <a:lnSpc>
                <a:spcPct val="145000"/>
              </a:lnSpc>
            </a:pPr>
            <a:r>
              <a:rPr sz="13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这套读法可迁移到本单元后续的每一篇通讯。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89119"/>
            <a:ext cx="5227167" cy="21031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44567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单元主线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46785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劳动光荣，写在稻田、柜台与高原。袁隆平以科学劳动让中国人把饭碗端在自己手里。</a:t>
            </a:r>
          </a:p>
          <a:p>
            <a:pPr algn="l">
              <a:lnSpc>
                <a:spcPct val="145000"/>
              </a:lnSpc>
            </a:pPr>
            <a:r>
              <a:rPr sz="135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下节课：群文比较《心有一团火》《探界者钟扬》。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4447" y="2103120"/>
            <a:ext cx="5227167" cy="43891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98767" y="228600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一句话记住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8767" y="288036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14万株稻穗里，长出1株不育株——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科学精神不在灵感，在田间一棵一棵的查验；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通讯之美不在虚构，在真实事件的生动书写；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劳动光荣不在口号，在把一件事做到底。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