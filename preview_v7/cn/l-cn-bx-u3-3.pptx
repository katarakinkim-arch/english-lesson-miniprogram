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第3单元 实用性阅读与交流（知识性读物）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群文阅读——科学精神与科学表达比较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群文阅读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学习任务群：实用性阅读与交流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语言能力：用双栏比较两文（人称/展开顺序/语言/科学精神），说出知识性读物的表达差异。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文化意识：体会科学精神的不同呈现方式（团队谦逊vs个人志趣）。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思维品质：通过比较培养同中求异、提炼范式思维。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学习能力：掌握知识性读物群文双栏比较法。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群文比较《青蒿素》与《一名物理学家的教育历程》——同属知识性读物、同彰科学精神，但表达异：《青蒿素》第三人称、按发现过程、语言准确平实；《历程》第一人称自述、按成长阶段、叙事中说理。比较提炼知识性读物的多样写法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青蒿素：第三人称+发现过程+准确平实+团队谦逊。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历程：第一人称+成长阶段+叙事说理+个人志趣。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共性：皆以事实服人、显科学精神。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双栏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范式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共性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迁移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人称区分。原因：学生混，需点。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双栏填。原因：维度不清，需框架。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共性提炼。原因：易停异，需归纳。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科学表达群文 ──┐
│ 同:科学·异:表达 │
│ │
│ 【双栏】 │
│ 人称:三↔一 │
│ 顺序:过程↔成长 │
│ 语言:平实↔说理 │
│ 精神:谦逊↔志趣 │
│ │
│ 范式: │
│ 纪实型↔自述型 │
│ 共性:事实服人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完成双栏（人称/顺序/语言/精神）。2. 用一句话说两文范式差异。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【提高作业】写180字比较短文，要求：①同维度；②各引一句；③提炼范式差异。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本单元主题：实用性阅读与交流（知识性读物）。把今天学到的方法带进下一篇——自己读、自己想、自己写。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