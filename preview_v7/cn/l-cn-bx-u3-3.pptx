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必修下册 · 第三单元 · 第三课时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1247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群文阅读——科学精神与科学表达比较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12801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同读科学，异在写法——把两篇知识性读物比出表达范式。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实用性阅读与交流（知识性读物）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82813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2813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用双栏比较两文（人称/展开顺序/语言/科学精神），说出知识性读物的表达差异。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02137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2137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8859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体会科学精神的不同呈现方式（团队谦逊vs个人志趣）。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21461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1461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8183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通过比较培养同中求异、提炼范式思维。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40785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0785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507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掌握知识性读物群文双栏比较法。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227167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文比较《青蒿素》与《一名物理学家的教育历程》——同属知识性读物、同彰科学精神，但表达异：《青蒿素》第三人称、按发现过程、语言准确平实；《历程》第一人称自述、按成长阶段、叙事中说理。比较提炼知识性读物的多样写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1783080"/>
            <a:ext cx="5227167" cy="42976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8767" y="19659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8767" y="2514599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来源：人民网 / 科技部（屠呦呦 2015 诺贝尔生理学或医学奖）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来源：统编教材用书 必修下第三单元（屠呦呦与加来道雄群文）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本课件未使用无关配图（学科色块兜底）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重点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50592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青蒿素：第三人称+发现过程+准确平实+团队谦逊。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27778" y="2450592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7778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3578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历程：第一人称+成长阶段+叙事说理+个人志趣。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86876" y="2450592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2676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共性：皆以事实服人、显科学精神。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50592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双栏比较法。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88003" y="2450592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8003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03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范式命名法。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07327" y="2450592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3127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归纳法。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651" y="2450592"/>
            <a:ext cx="548640" cy="54864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651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451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迁移法。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0936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以上读法 / 写法可迁移到同类知识性文本。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50592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人称区分。原因：学生混，需点。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27778" y="2450592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7778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3578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双栏填。原因：维度不清，需框架。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86876" y="2450592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2676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共性提炼。原因：易停异，需归纳。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11535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11535" cy="502920"/>
          </a:xfrm>
          <a:prstGeom prst="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群文阅读——科学精神与科学表达比较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27145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科学表达群文 同:科学 异:表达 【双栏】 人称:三 / 一 顺序:过程 / 成长 语言:平实 / 说理 精神:谦逊 / 志趣 范式: 纪实型 / 自述型 共性:事实服人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27167" cy="4389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24447" y="1737360"/>
            <a:ext cx="5227167" cy="4389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完成双栏（人称/顺序/语言/精神）。2. 用一句话说两文范式差异。
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1920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4688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【提高作业】写180字比较短文，要求：①同维度；②各引一句；③提炼范式差异。
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围绕单元，做一次反思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11535" cy="777240"/>
          </a:xfrm>
          <a:prstGeom prst="round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所属单元：第三单元 · 实用性阅读与交流（知识性读物）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3393338" cy="2743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反思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29361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回顾本课，你最能向他人讲清哪一个要点？（如：① 青蒿素：第三人称+发现过程+准确平实+团队谦逊。）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3200400"/>
            <a:ext cx="3393338" cy="2743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34747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反思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4069080"/>
            <a:ext cx="29361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把本单元几篇课文放在一起，它们共同教给我们怎样的读法？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3200400"/>
            <a:ext cx="3393338" cy="2743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34747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反思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4069080"/>
            <a:ext cx="29361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能否用今天学到的方法，去读懂一篇课外的知识性文章？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