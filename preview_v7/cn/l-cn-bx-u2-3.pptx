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第2单元 · 文学阅读与写作（戏剧）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群文阅读——窦娥冤·雷雨 悲剧比较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同是悲剧，窦娥与雷雨的路径有何不同？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第3课时 · 群文阅读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用双栏比较两剧（冲突性质/反抗方式/结局意味/美学风格），说出悲剧范式差异。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体会中国古典悲剧（浪漫感天）与现代话剧（写实暗涌）的不同美学。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通过比较培养同中求异、提炼范式思维。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掌握戏剧群文双栏比较法。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比较《窦娥冤》与《雷雨》——同是悲剧，但路径不同：窦娥是「外在压迫型」社会悲剧（善被恶碾，浪漫反抗感天）；雷雨是「内在纠缠型」命运/人性悲剧（关系网自毁，写实暗涌）。比较提炼中西/古今悲剧范式，深化悲剧审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来源：统编教材单元定位——第二单元人文主题「良知与悲悯」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来源：21cnjy《窦娥冤·雷雨·哈姆莱特联读教学设计》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窦娥：外压型社会悲剧（善vs恶），浪漫反抗（三誓感天）。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雷雨：内缠型命运/人性悲剧（关系自毁），写实暗涌。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6876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876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共性：皆以毁灭显不公/异化。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双栏比较法。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双栏比较法。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范式命名法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外压/内缠。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归纳法。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迁移法。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迁移法。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范式区分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突破：容易混外内，需点冲突性质。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双栏填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突破：维度不清，需框架。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共性提炼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突破：易停异，需归纳。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窦娥·雷雨 群文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同:悲剧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异:路径不同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【双栏】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冲突:外压↔内缠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反抗:三誓↔暗涌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结局:冤雪↔毁灭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风格:浪漫↔写实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范式: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外压(社会悲剧)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内缠(命运悲剧)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448056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共性:毁灭显不公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完成双栏（冲突/反抗/结局/风格）。2. 用一句话说两剧范式差异。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写180字比较短文，要求：①同维度；②各引一句；③提炼范式差异。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第2单元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文学阅读与写作（戏剧）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本单元围绕「文学阅读与写作（戏剧）」展开；本课抓住：窦娥：外压型社会悲剧（善vs恶），浪漫反抗（三誓感天）。。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把「双栏比较法。」用到一部剧或一篇科普的观赏与阅读中。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