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必修下册 · 第2单元 文学阅读与写作（戏剧）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群文阅读——窦娥冤·雷雨 悲剧比较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群文阅读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学习任务群：文学阅读与写作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语言能力：用双栏比较两剧（冲突性质/反抗方式/结局意味/美学风格），说出悲剧范式差异。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文化意识：体会中国古典悲剧（浪漫感天）与现代话剧（写实暗涌）的不同美学。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思维品质：通过比较培养同中求异、提炼范式思维。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学习能力：掌握戏剧群文双栏比较法。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群文比较《窦娥冤》与《雷雨》——同是悲剧，但路径不同：窦娥是「外在压迫型」社会悲剧（善被恶碾，浪漫反抗感天）；雷雨是「内在纠缠型」命运/人性悲剧（关系网自毁，写实暗涌）。比较提炼中西/古今悲剧范式，深化悲剧审美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窦娥：外压型社会悲剧（善vs恶），浪漫反抗（三誓感天）。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雷雨：内缠型命运/人性悲剧（关系自毁），写实暗涌。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共性：皆以毁灭显不公/异化。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双栏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范式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共性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迁移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范式区分。原因：学生混外内，需点冲突性质。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双栏填。原因：维度不清，需框架。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共性提炼。原因：易停异，需归纳。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窦娥·雷雨 群文 ──┐
│ 同:悲剧 │
│ 异:路径不同 │
│ │
│ 【双栏】 │
│ 冲突:外压↔内缠 │
│ 反抗:三誓↔暗涌 │
│ 结局:冤雪↔毁灭 │
│ 风格:浪漫↔写实 │
│ │
│ 范式: │
│ 外压(社会悲剧) │
│ 内缠(命运悲剧) │
│ │
│ 共性:毁灭显不公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完成双栏（冲突/反抗/结局/风格）。2. 用一句话说两剧范式差异。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【提高作业】写180字比较短文，要求：①同维度；②各引一句；③提炼范式差异。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本单元主题：文学阅读与写作（戏剧）。把今天学到的方法带进下一篇——自己读、自己想、自己写。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