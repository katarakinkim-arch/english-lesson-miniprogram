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语文 · 必修下册 · 第8单元 思辨性阅读与表达（古代说理文）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372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写作实践与讲评——议论文修改与提升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本课为议论文讲评，选取三典型：①无论点（不立/藏观点）；②论据不典型（编例/无关）；③无论…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6144768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181344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第7课时 · 写作实践 · 学生课堂版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73952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科目：语文　册次：必修下册　单元：思辨性阅读与表达（古代说理文）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728" cy="8686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据讲评改终稿，做到论点鲜明、论据典型、论证有序讲理。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18688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18688"/>
            <a:ext cx="109728" cy="8686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218688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在讲评中体会「以理服人」的表达自觉。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42816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42816"/>
            <a:ext cx="109728" cy="868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42816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通过三典型诊断，培养评价与自我修订能力。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66944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266944"/>
            <a:ext cx="109728" cy="8686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66944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内化「好议论文」标准。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本课为议论文讲评，选取三典型：①无论点（不立/藏观点）；②论据不典型（编例/无关）；③无论证（只摆例不分析）。通过对比讲评提升，优秀文可进思辨论坛。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40233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60320"/>
            <a:ext cx="467852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来源：广东教育资源平台《聚焦逻辑升格，助力作文备考》（zy.gdedu.gov.cn）——「原文呈现—问题诊断—逻辑优化—升格示范」四步流程，核心是让「论点—论据—论证」形成严密链条，摒弃事例堆砌。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期刊《高三作文升格训练中教学评协同推进的实践模式探究》——借鉴《谏太宗十思疏》递进结构、《六国论》「弊在赂秦—赂秦力亏」因果链优化作文逻辑，小组互评聚焦「结构/论据关联/逻辑衔接」三维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98767" y="4343400"/>
            <a:ext cx="4678527" cy="1270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448056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本课件未使用无关配图，画面以学科色块呈现。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三典型：无论点/据不典型/无论证。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修改：亮论点/换典型/加分析。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好标准：论点+典型据+有序证。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典型讲评法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3995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3995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23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对比修改法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0923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3319" y="2359152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同伴互改法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247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62643" y="2359152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643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571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现场改稿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571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亮论点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破解：藏，需首句。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换据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破解：不典型，需选。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加析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破解：摆例，需讲理。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【三标准】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论点明·据典型·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证有序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A:亮论点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B:换典型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C:加分析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改三方向: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亮/换/析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提交终稿（改后）+互签评语。2. 写50字自评：我改了什么、为什么。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在终稿加一层对比或假设论证，使说理更严密。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单元回望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本单元「思辨性阅读与表达（古代说理文）」：三典型精准，亮论点改法学生直呼「原来这样」；换典型破编例；加分析破例堆。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三典型精准，亮论点改法学生直呼「原来这样」；换典型破编例；加分析破例堆。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B（无论点）讲评时部分仍藏观点，需给「首句模板」；下次加。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下节课思辨论坛。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