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第8单元 思辨性阅读与表达（古代说理文）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写作实践与讲评——议论文修改与提升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写作实践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学习任务群：思辨性阅读与表达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语言能力：据讲评改终稿，做到论点鲜明、论据典型、论证有序讲理。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文化意识：在讲评中体会「以理服人」的表达自觉。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思维品质：通过三典型诊断，培养评价与自我修订能力。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学习能力：内化「好议论文」标准。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本课为议论文讲评，选取三典型：①无论点（不立/藏观点）；②论据不典型（编例/无关）；③无论证（只摆例不分析）。通过对比讲评提升，优秀文可进思辨论坛。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三典型：无论点/据不典型/无论证。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修改：亮论点/换典型/加分析。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好标准：论点+典型据+有序证。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回顾三标准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讲评典型A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讲评典型B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讲评典型C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现场改稿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终稿互签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亮论点。原因：藏，需首句。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换据。原因：不典型，需选。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加析。原因：摆例，需讲理。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议论文讲评 ──┐
│ 【三标准】 │
│ 论点明·据典型· │
│ 证有序 │
│ │
│ A:亮论点 │
│ B:换典型 │
│ C:加分析 │
│ │
│ 改三方向: │
│ 亮/换/析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提交终稿（改后）+互签评语。2. 写50字自评：我改了什么、为什么。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【提高作业】在终稿加一层对比或假设论证，使说理更严密。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本单元主题：思辨性阅读与表达（古代说理文）。把今天学到的方法带进下一篇——自己读、自己想、自己写。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