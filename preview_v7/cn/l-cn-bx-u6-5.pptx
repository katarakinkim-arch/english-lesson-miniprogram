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第6单元《文学阅读与写作（小说）》· 第5课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促织与变形记 比较精读——荒诞笔法下的异化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人变虫——中外两篇都用荒诞，写真实的痛。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说出两文「变形」情节及其象征，比较二者异化主题的同与异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体会中西小说以荒诞写真实的批判智慧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通过比较培养由荒诞到本质、跨文化比照思维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掌握「抓变形、解异化、比中西」的比较读法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促织》（蒲松龄）写成名因供促织（蟋蟀）而家破，子化虫救父，荒诞中见政治压榨。《变形记》（卡夫卡）写格里高尔变甲虫，被家人厌弃而死，荒诞中见现代人的异化孤独。两文同用「变形」荒诞，指向不同苦难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本单元《文学阅读与写作（小说）》：文学阅读与写作（小说）/ 实用性阅读与交流。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罗锡英《比较文学视域下的〈促织〉和〈变形记〉》：同属变形母题，异化悲剧（方平1980首倡比较）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21世纪教育网《〈促织〉〈变形记〉联读教学设计》：马克思「异化」释——物对人的统治；一悲一喜结局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21世纪教育网群文教学设计：「整体荒诞、细节真实」，中西异化差异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促织：子化虫(救父)，荒诞显政治压榨(媚上)。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变形记：人格甲虫(被弃)，荒诞显现代性异化孤独。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同：变形写真实痛；异：政治vs人性。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① 变形解码法。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异化阐释法。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③ 中西比照法。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④ 荒诞品读法。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异化解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破解：抽象，需点「失为人」。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中西异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破解：易混，需分政治/人性。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荒诞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破解：易当怪谈，需品真。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促织·变形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变形:荒诞写真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促织:虫救父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政治压(媚上)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变形记:人格虫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人性异(被弃)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异化:失为人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中西:政治↔人性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写出两文「变形」情节各一处。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说「异化」在《变形记》中的一处体现。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写150字比较，要求：①各引变形；②说异化同异；③点中西关怀。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回望《文学阅读与写作（小说）》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同用变形，异在指向：促织刺政治压榨，变形记写人性孤独——一题两解。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两篇里，哪一处「变形」最戳你？写一句。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用「政治 ↔ 人性」说中西异。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三个词概括你眼中的「异化」。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