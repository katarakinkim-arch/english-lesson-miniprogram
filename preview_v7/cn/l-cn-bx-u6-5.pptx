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第6单元 文学阅读与写作（小说）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促织与变形记 比较精读——荒诞笔法下的异化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语言能力：说出两文「变形」情节及其象征，比较二者异化主题的同与异。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文化意识：体会中西小说以荒诞写真实的批判智慧。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思维品质：通过比较培养由荒诞到本质、跨文化比照思维。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学习能力：掌握「抓变形、解异化、比中西」的比较读法。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促织》（蒲松龄）写成名因供促织（蟋蟀）而家破，子化虫救父，荒诞中见政治压榨；《变形记》（卡夫卡）写格里高尔变甲虫，被家人厌弃而死，荒诞中见现代人的异化孤独。两文同用「变形」荒诞，指向不同苦难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促织：子化虫(救父)，荒诞显政治压榨(媚上)。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变形记：人格甲虫(被弃)，荒诞显现代性异化孤独。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同：变形写真实痛；异：政治vs人性。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促织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变形记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异化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中西异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异化解。原因：抽象，需点「失为人」。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中西异。原因：易混，需分政治/人性。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荒诞。原因：易当怪谈，需品真。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促织·变形 ──┐
│ 变形:荒诞写真 │
│ │
│ 促织:虫救父 │
│ 政治压(媚上) │
│ │
│ 变形记:人格虫 │
│ 人性异(被弃) │
│ │
│ 异化:失为人 │
│ 中西:政治↔人性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写出两文「变形」情节各一处。2. 说「异化」在《变形记》中的一处体现。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【提高作业】写150字比较，要求：①各引变形；②说异化同异；③点中西关怀。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本单元主题：文学阅读与写作（小说）。把今天学到的方法带进下一篇——自己读、自己想、自己写。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