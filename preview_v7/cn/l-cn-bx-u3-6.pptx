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必修下册 · 第三单元 · 第六课时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12471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方法指导——学写知识性短文（科普/说明）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12801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把话说清楚——写一篇抓特征、有顺序、语言准确的知识性短文。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实用性阅读与交流（知识性读物）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82813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2813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写一篇知识性短文（300字），做到抓特征、有顺序、语言准确平实。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02137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2137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8859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在写作中体会「以真服人」的知识性传播态度。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21461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21461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通过格式约束，培养条理与概括思维。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40785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0785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507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掌握知识性短文「特征+顺序+准语」写法。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27167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三单元写作任务，写知识性短文（如介绍一种事物/现象/方法，300字）。要点：①抓特征（具体可感）；②按顺序（时间/逻辑/个→般）；③语言准确平实（可加比喻通俗）；④用事实数据。学生常写成抒情散文或空洞介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783080"/>
            <a:ext cx="5227167" cy="4297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98767" y="19659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8767" y="2514599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来源：人民教育出版社用书 「如何清晰地说明事理」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来源：统编教材必修下第三单元写作任务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本课件未使用无关配图（学科色块兜底）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抓特征：具体可感（如「木构框架」）。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按顺序：时间/逻辑/个→般。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语言：准确平实+可比喻；用事实数据。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支架提问法：这是什么/特征/怎么来的。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8003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8003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803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顺序择定法。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07327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93127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升格示范法：抒情→知识。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26651" y="2450592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651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451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互评法。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0936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以上读法 / 写法可迁移到同类知识性文本。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抓特征。原因：学生写空，需给「问特征」支架。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定顺序。原因：乱，需选一种。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知识性语言。原因：易抒情，需红线。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10911535" cy="502920"/>
          </a:xfrm>
          <a:prstGeom prst="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方法指导——学写知识性短文（科普/说明）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1027145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学写知识文 三要点: 特征+顺序+准语 抓特征提问: 是啥/组成/特点 具体可感 定顺序: 时间/逻辑/个般 红线: 准 平 数据 忌抒情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24447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据互评改终稿（300字）：抓特征+有顺序+语言准平。2. 写一句「我写的对象+核心特征」。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【提高作业】在短文中加一处比喻（如梁思成式）或一组数据，让表达更通俗/有力。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围绕单元，做一次反思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911535" cy="777240"/>
          </a:xfrm>
          <a:prstGeom prst="round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所属单元：第三单元 · 实用性阅读与交流（知识性读物）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反思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回顾本课，你最能向他人讲清哪一个要点？（如：① 抓特征：具体可感（如「木构框架」）。）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反思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把本单元几篇课文放在一起，它们共同教给我们怎样的读法？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反思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能否用今天学到的方法，去读懂一篇课外的知识性文章？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