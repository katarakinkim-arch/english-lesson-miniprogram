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必修下册 · 第3单元 实用性阅读与交流（知识性读物）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方法指导——学写知识性短文（科普/说明）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方法指导  ·  第6课时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学习任务群：实用性阅读与交流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语言能力：写一篇知识性短文（300字），做到抓特征、有顺序、语言准确平实。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文化意识：在写作中体会「以真服人」的知识性传播态度。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思维品质：通过格式约束，培养条理与概括思维。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学习能力：掌握知识性短文「特征+顺序+准语」写法。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第三单元写作任务，写知识性短文（如介绍一种事物/现象/方法，300字）。要点：①抓特征（具体可感）；②按顺序（时间/逻辑/个→般）；③语言准确平实（可加比喻通俗）；④用事实数据。学生常写成抒情散文或空洞介绍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抓特征：具体可感（如「木构框架」）。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按顺序：时间/逻辑/个→般。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语言：准确平实+可比喻；用事实数据。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三要点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抓特征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定顺序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升格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写+互评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抓特征。原因：学生写空，需给「问特征」支架。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定顺序。原因：乱，需选一种。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知识性语言。原因：易抒情，需红线。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学写知识文 ──┐
│ 三要点: │
│ 特征+顺序+准语 │
│ │
│ 抓特征提问: │
│ 是啥/组成/特点 │
│ 具体可感 │
│ │
│ 定顺序: │
│ 时间/逻辑/个般 │
│ │
│ 红线: │
│ 准·平·数据 │
│ 忌抒情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据互评改终稿（300字）：抓特征+有顺序+语言准平。2. 写一句「我写的对象+核心特征」。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【提高作业】在短文中加一处比喻（如梁思成式）或一组数据，让表达更通俗/有力。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本单元主题：实用性阅读与交流（知识性读物）。把今天学到的方法带进下一篇——自己读、自己想、自己写。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