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第4单元 跨媒介阅读与交流（信息时代的语文生活）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认识多媒介——特点辨析与传播调研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认识媒介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学习任务群：跨媒介阅读与交流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语言能力：通过比较同一信息的多媒介呈现，说出不同媒介的表达逻辑差异。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文化意识：理解媒介形态影响信息接收，培养批判性媒介意识。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思维品质：通过小调研培养观察、比较、归因思维。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学习能力：掌握「同信息异构」的媒介分析方法。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本课深入认识不同媒介的传播特点，并通过小组小调研（如比较同一新闻在公众号/短视频/电视的呈现差异）理解「媒介即表达」。是「认识媒介」的核心实践。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同信息异构：公众号(图文深)、短视频(画面快)、电视(权威全)。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逻辑差：深度/速度/互动/权威。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调研法：选题→比呈现→析原因。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同信息异构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三媒介比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逻辑差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调研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异构读。原因：易只看表面，需比写法。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归因。原因：易停现象，需析媒介逻辑。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调研实。原因：易走过场，需框架。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认识多媒介 ──┐
│ 同信息·异构 │
│ │
│ 三媒介写法: │
│ 公众号:图文深 │
│ 短视频:画面快 │
│ 电视:权威全 │
│ │
│ 逻辑差: │
│ 深/速/威 │
│ │
│ 调研:现象→原因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写出同一信息在公众号与短视频呈现的一个差异。2. 完成小组调研单（现象+原因）。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【提高作业】选一热点，写120字比较其在两媒介的呈现，要求：①具体；②用「因媒介X特点所以Y」句式；③不表面。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本单元主题：跨媒介阅读与交流（信息时代的语文生活）。把今天学到的方法带进下一篇——自己读、自己想、自己写。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