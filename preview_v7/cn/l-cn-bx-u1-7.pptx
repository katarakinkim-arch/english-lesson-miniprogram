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第1单元 中华传统文化经典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写作指导——学写议论性文章（立论与据典）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语言能力：写1篇议论短文（300字），做到观点显、据典（引单元经典）、分析连。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文化意识：在议论中合理引用中华经典，培养「据典立论」的文化表达习惯。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思维品质：通过「分析句」训练，培养「论据→观点」的逻辑推导能力。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学习能力：掌握议论短文四步法（立论/据典/分析/结论），能自评。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第一单元写作任务，学写议论性短文（300字左右）。方法：①立论（段首亮观点）；②据典（引本单元经典：孔子许志、孟子推恩、庄子顺理、左传辞令）；③分析（典如何证观点）；④结论。重点是「据典论证」——学生常「观点+例子」就停，缺分析衔接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四步：立论（首）→据典（引经典）→分析（关键）→结论。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据典：引本单元（孔子/孟子/庄子/左传）。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分析句：说明典如何证观点，桥接。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四步结构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升格示范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据典库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写初稿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分析句缺。原因：写完论据就停，需强制句式。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观点显。原因：藏段中，需段首。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论据贴。原因：例与观点拧，需选贴切。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学写议论文 ──┐
│ 四步: │
│ 立论(首显) │
│ 据典(引单元) │
│ 分析(关键!) │
│ 结论 │
│ │
│ 经典库: │
│ 孔许志/孟推恩 │
│ 庄顺理/左辞令 │
│ │
│ 分析=桥接 │
│ 典→观点 │
│ 句式:因为/可见/ │
│ 这说明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据互评改议论终稿（300字），四步齐+据一典。2. 写一句「我的观点+用的典」。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【提高作业】另写一段不同观点（如「顺势而为」），要求分析句能解释所引经典如何证观点。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本单元主题：中华传统文化经典。把今天学到的方法带进下一篇——自己读、自己想、自己写。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