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第1单元《中华传统文化经典》· 第7课时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写作指导——学写议论性文章（立论与据典）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把读到的经典，变成自己的眼光与方法。</a:t>
            </a:r>
          </a:p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本课件未使用无关配图，以学科色块呈现。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5176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写1篇议论短文（300字），做到观点显、据典（引单元经典）、分析连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5176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在议论中合理引用中华经典，培养「据典立论」的文化表达习惯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5176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通过「分析句」训练，培养「论据→观点」的逻辑推导能力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5176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掌握议论短文四步法（立论/据典/分析/结论），能自评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本课为第一单元写作任务，学写议论性短文（300字左右）。方法：①立论（段首亮观点）。②据典（引本单元经典：孔子许志、孟子推恩、庄子顺理、左传辞令）。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本单元《中华传统文化经典》：整本书阅读与研讨 / 中华传统文化经典。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1. 中国教育报：参透教材，提升思辨能力（议论文框架与论证表达）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2. 中国教育新闻网：高中语文议论文写作教学策略优化实践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本课件未使用无关配图，以学科色块呈现。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四步：立论（首）→据典（引经典）→分析（关键）→结论。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据典：引本单元（孔子/孟子/庄子/左传）。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分析句：说明典如何证观点，桥接。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① 结构讲解法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四步图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363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② 升格示范法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723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残段vs完段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③ 据典支架法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经典库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011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④ 互评法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71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分析句缺。原因：写完论据就停，需强制句式。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观点显。原因：藏段中，需段首。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论据贴。原因：例与观点拧，需选贴切。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学写议论文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四步: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立论(首显)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据典(引单元)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分析(关键!)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结论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经典库: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孔许志/孟推恩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庄顺理/左辞令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分析=桥接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典→观点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句式:因为/可见/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据互评改议论终稿（300字），四步齐+据一典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写一句「我的观点+用的典」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另写一段不同观点（如「顺势而为」），要求分析句能解释所引经典如何证观点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回望《中华传统文化经典》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本课要点回顾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四步：立论（首）→据典（引经典）→分析（关键）→结论。；② 据典：引本单元（孔子/孟子/庄子/左传）。；③ 分析句：说明典如何证观点，桥接。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502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哪一个概念或人物最触动你？用一句话写下来。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274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61772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把本课学到的方法，套用到下一篇阅读或写作里，会怎样？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04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9496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用三个词概括你对本单元的新认识。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