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第2单元 · 文学阅读与写作（戏剧）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戏剧知识——冲突、潜台词与戏剧性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读戏剧，抓什么才看得见匠心？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第5课时 · 方法指导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说出戏剧三要素（冲突/潜台词/戏剧性），各举本单元例。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体会戏剧「以冲突显主题、以潜台词显心理」的艺术智慧。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通过归纳三要素，培养戏剧形式思维。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掌握戏剧阅读三要素法，能迁移赏剧。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本课提炼戏剧阅读方法：①冲突是戏剧灵魂（人与自我/他人/社会/命运）；②潜台词（言外之意）显心理；③戏剧性（巧合、悬念、突转）抓观众。以三剧为例归纳，为写作与展演打基础。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来源：戏剧理论（刘安海、孙文宪《文学理论》）——戏剧冲突与潜台词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来源：21cnjy《戏剧知识梳理》学案——戏剧语言与戏剧性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冲突：自我/他人/社会/命运四类。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潜台词：言外之意（如雷雨「你还活着？」）。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戏剧性：巧合/悬念/突转（如窦娥冤死、雷雨一天爆）。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要素讲析法。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要素讲析法。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例解法（三剧）。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例解法（三剧）。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归纳法。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迁移法。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迁移法。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冲突分类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突破：容易只知「吵」，需四类框架。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潜台词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突破：易读字面，需示范。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戏剧性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突破：概念虚，需例。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戏剧三要素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冲突/潜词/戏剧性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冲突四类: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自我(哈姆)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他人(窦娥/张)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社会(窦娥/吏)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命运(雷雨轮回)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潜台词:言外暗涌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戏剧性: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巧合/悬念/突转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写出戏剧三要素。2. 各举本单元一例（冲突/潜台词/戏剧性）。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写150字赏剧短文，要求：①用一要素；②引本单元例；③说作者匠心。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第2单元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文学阅读与写作（戏剧）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本单元围绕「文学阅读与写作（戏剧）」展开；本课抓住：冲突：自我/他人/社会/命运四类。。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把「要素讲析法。」用到一部剧或一篇科普的观赏与阅读中。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