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第2单元 文学阅读与写作（戏剧）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戏剧知识——冲突、潜台词与戏剧性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方法指导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学习任务群：文学阅读与写作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语言能力：说出戏剧三要素（冲突/潜台词/戏剧性），各举本单元例。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文化意识：体会戏剧「以冲突显主题、以潜台词显心理」的艺术智慧。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思维品质：通过归纳三要素，培养戏剧形式思维。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学习能力：掌握戏剧阅读三要素法，能迁移赏剧。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本课提炼戏剧阅读方法：①冲突是戏剧灵魂（人与自我/他人/社会/命运）；②潜台词（言外之意）显心理；③戏剧性（巧合、悬念、突转）抓观众。以三剧为例归纳，为写作与展演打基础。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冲突：自我/他人/社会/命运四类。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潜台词：言外之意（如雷雨「你还活着？」）。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戏剧性：巧合/悬念/突转（如窦娥冤死、雷雨一天爆）。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三要素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冲突四类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潜台词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戏剧性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迁移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冲突分类。原因：学生只知「吵」，需四类框架。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潜台词。原因：易读字面，需示范。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戏剧性。原因：概念虚，需例。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戏剧三要素 ──┐
│ 冲突/潜词/戏剧性│
│ │
│ 冲突四类: │
│ 自我(哈姆) │
│ 他人(窦娥/张) │
│ 社会(窦娥/吏) │
│ 命运(雷雨轮回) │
│ │
│ 潜台词:言外暗涌│
│ │
│ 戏剧性: │
│ 巧合/悬念/突转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写出戏剧三要素。2. 各举本单元一例（冲突/潜台词/戏剧性）。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【提高作业】写150字赏剧短文，要求：①用一要素；②引本单元例；③说作者匠心。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本单元主题：文学阅读与写作（戏剧）。把今天学到的方法带进下一篇——自己读、自己想、自己写。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