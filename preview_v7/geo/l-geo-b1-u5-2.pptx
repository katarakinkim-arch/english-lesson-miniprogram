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第5单元 植被与土壤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土壤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人地协调观：认识土壤是珍贵资源，反对水土流失与污染。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综合思维：综合分析多因素共同成土。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区域认知：从区域环境理解土壤差异（黑土/红壤）。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地理实践力：能观察土壤剖面并识别层次。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土壤由矿物质、有机质、水分、空气组成；剖面分枯枝落叶层、腐殖质层、淋溶层、淀积层、母质层；成土受气候、生物、地形、母质、时间共同作用，人类活动可改良也可破坏。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组成：矿物质、有机质、水、气。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剖面：枯落层→腐殖质层（色深、肥）→淋溶层→淀积层→母质层。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成土因素：气候（物质基础）、生物（有机质源，主导）、地形、母质、时间。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养护：秸秆还田、休耕、有机肥。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土壤剖面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成土因素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生物主导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区域土壤差异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生物主导。原因：学生易以为气候主因，需点生物供有机质。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剖面层次。原因：腐殖/淋溶/淀积易混，需图。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黑土肥因。原因：冷湿草类多、分解慢有机质积累，需析。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土壤 ──┐
│ 组成:矿/有机/水/气│
│ 剖面:枯落→腐殖→│
│ 淋溶→淀积→母质│
│ 因素:气候母质地│
│ 形时间+生物主│
│ 黑土冷湿草多 │
│ 红壤湿热淋溶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土壤有机质的主要来源是__活动。2. 判断：气候是成土的主导因素(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【提高作业】比较东北黑土与南方红壤肥力差异的自然原因。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本单元主题：植被与土壤。把今天学到的方法带进下一篇——自己读、自己想、自己写。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