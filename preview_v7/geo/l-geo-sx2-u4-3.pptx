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第4单元 区际联系与区域协调发展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产业转移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人地协调观：认识产业转移中的生态责任与绿色承接。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综合思维：综合成本市场政策分析转移。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区域认知：在区际识别转移方向。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地理实践力：能评价某产业转移的利弊。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产业转移因转出区成本上升、转入区区位改善（政策、劳动力、市场）而发生，由高梯度向低梯度推进；对转出区腾笼换鸟、对转入区促就业也带来污染风险，需绿色承接。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动因：转出区成本升（地租劳力）、环境紧；转入区政策优、成本低、市场大。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方向：由高梯度（发达）向低梯度（发展中）。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影响：转出腾笼换鸟、转入促就业产业但防污染。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原则：绿色承接、择优引入。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转出推力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转入拉力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双向影响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动因。原因：推力拉力并存，需双析，易单。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方向。原因：高梯度向低梯度，易记反，需析。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双向影响。原因：利弊并存，易偏，需辩证。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产业转移 ──┐
│ 推:成本环境升│
│ 拉:政策成本低│
│ 方向:高→低梯│
│ 影响:双刃 │
│ 绿色承接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产业转移一般由高梯度地区向__梯度地区推进。2. 判断：产业转入区应当无条件承接所有转出产业(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【提高作业】从转出区和转入区两方面，说明产业转移的主要影响。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本单元主题：区际联系与区域协调发展。把今天学到的方法带进下一篇——自己读、自己想、自己写。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