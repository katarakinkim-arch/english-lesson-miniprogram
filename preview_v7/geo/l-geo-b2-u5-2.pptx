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地理 · 必修第二册 · 第5单元 环境与发展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走向人地协调——可持续发展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第2课时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人地协调观：树立可持续发展核心的人地协调观。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综合思维：综合生态经济社会三维理解可持续。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区域认知：在区域发展中落实三原则。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地理实践力：能在生活中践行可持续行动。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可持续发展是既满足当代又不损后代的发展，三大原则：公平性（代内代际）、持续性（不超承载力）、共同性（全球协作）；内涵含生态、经济、社会可持续发展，生态是基础。</a:t>
            </a:r>
          </a:p>
        </p:txBody>
      </p:sp>
      <p:pic>
        <p:nvPicPr>
          <p:cNvPr id="6" name="Picture 5" descr="ricefield.jpg"/>
          <p:cNvPicPr>
            <a:picLocks noChangeAspect="1"/>
          </p:cNvPicPr>
          <p:nvPr/>
        </p:nvPicPr>
        <p:blipFill>
          <a:blip r:embed="rId2"/>
          <a:srcRect l="23066" r="23066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ricefield.jpg）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定义：满足当代不损后代。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三原则：公平（代内代际）、持续（不超环境承载力）、共同（全球协作）。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内涵：生态可持续（基础）、经济可持续（条件）、社会可持续（目的）。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行动：循环经济、低碳生活。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三原则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原则案例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三维内涵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行动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三原则辨。原因：公平/持续/共同易混，需例配。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内涵关系。原因：生态是基础易漏，需强调。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定义理解。原因："不损后代"是核心，需点。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可持续 ──┐
│ 定义:不损后代│
│ 公平:代内代际│
│ 持续:不超承载│
│ 共同:全球协 │
│ 内涵:生态基 │
│ 经济条/社会目│
└────────────┘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可持续发展三大原则：公平性、持续性和__性。2. 判断：全球气候协定体现的是公平性原则( )。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【提高作业】说明可持续发展三维内涵之间的关系。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本单元主题：环境与发展。把今天学到的方法带进下一篇——自己读、自己想、自己写。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