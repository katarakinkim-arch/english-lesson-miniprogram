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第1单元 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人口分布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人地协调观：认识人地关系影响人口分布，理解协调承载。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综合思维：综合自然与社会经济因素分析分布。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区域认知：在地图上定位世界与我国人口稠密区。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地理实践力：能读人口密度图归纳分布特征。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世界人口集中于中低纬沿海平原，稠密区有东亚、南亚、西欧、北美东部；我国人口东多西少，胡焕庸线（黑河—腾冲）为界；受自然（地形气候）、经济、历史因素影响。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世界：中低纬、沿海、平原稠密；四大稠密区（东亚南亚西欧北美东）。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我国：东多西少，胡焕庸线（黑河—腾冲）东南密西北疏。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因素：自然（地形气候水土）、经济（产业）、历史交通。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趋向：随经济向城镇工矿集中。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世界稠密区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我国分布与胡线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影响因素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变化趋向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胡焕庸线。原因：方向易记反、意义大，需强调。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因素主次。原因：自然基础、经济主导，需分层，易混。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稠密区记忆。原因：四区名易漏，需定位。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人口分布 ──┐
│ 世界:中低纬沿海│
│ 四稠密:东亚南│
│ 亚西欧北美东 │
│ 中国:东多西少│
│ 胡焕庸:黑河─│
│ 腾冲(东北西南)│
│ 因素:自然+经济│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我国人口地理界线是__线（黑河—腾冲）。2. 判断：世界人口主要分布在高纬度地区(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【提高作业】从自然和经济两方面简析我国人口东多西少的原因。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