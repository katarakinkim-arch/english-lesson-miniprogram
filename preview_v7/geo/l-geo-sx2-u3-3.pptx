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选择性必修2 区域发展 · 第3单元 城市、产业与区域发展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产业结构升级与优化案例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综合课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人地协调观：认识创新驱动高质量发展的意义。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综合思维：综合技术市场政策分析升级。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区域认知：在区域中定位产业升级条件。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地理实践力：能为一区域提升级建议。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以珠江三角洲（从劳动密集制造到智能制造与高新）为例，说明产业升级靠技术引进与创新、产业链完善、营商环境与人才；政府引导+市场驱动共同作用。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路径：劳动密集→技术密集，制造→智造与高新。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驱动：技术创新、人才、完善产业链、营商环境。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角色：市场主导+政府引导（园区政策）。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风险：避免低端锁定，需品牌与研发。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升级路径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驱动力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政府与市场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风险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升级内涵。原因：提质延链非换道，易误，需析。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驱动力。原因：技术市场政策多因，需综合，易单。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政府角色。原因：引导非包办，需点。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产业升级 ──┐
│ 路径:制造→智造│
│ 驱动:技术人才│
│ 链/营商 │
│ 角色:市场主 │
│ 政府导 │
│ 防低端锁定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区域产业升级的重要驱动力是技术创新和__集聚。2. 判断：产业升级意味着彻底退出制造业(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【提高作业】以珠江三角洲为例，说明产业结构升级的主要驱动力。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本单元主题：城市、产业与区域发展。把今天学到的方法带进下一篇——自己读、自己想、自己写。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