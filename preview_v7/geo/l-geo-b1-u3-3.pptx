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地理 · 必修第一册 · 第3单元 地球上的水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海水的运动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第3课时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人地协调观：认识海洋动力资源，合理开发保护海洋。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综合思维：综合成因分析海水运动及影响。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区域认知：在世界大洋中定位主要洋流。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地理实践力：能读洋流图判断寒暖流并解释渔场成因。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海水运动主要形式：波浪（风浪、海啸）、潮汐（日月引潮力，半日潮/全日潮）、洋流（暖流寒流，按成因分风海流、密度流、补偿流）；洋流影响沿岸气候、渔场、航行与污染。</a:t>
            </a:r>
          </a:p>
        </p:txBody>
      </p:sp>
      <p:pic>
        <p:nvPicPr>
          <p:cNvPr id="6" name="Picture 5" descr="ricefield.jpg"/>
          <p:cNvPicPr>
            <a:picLocks noChangeAspect="1"/>
          </p:cNvPicPr>
          <p:nvPr/>
        </p:nvPicPr>
        <p:blipFill>
          <a:blip r:embed="rId2"/>
          <a:srcRect l="23066" r="23066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ricefield.jpg）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波浪：风浪（风）、海啸（地震/火山）。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潮汐：日月引潮力，周期性涨落，影响港口航运。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洋流：暖流（低纬→高纬，增温增湿）、寒流相反。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意义：影响气候、寒暖流交汇成渔场、影响航行与污染扩散。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潮汐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洋流及成因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寒流与暖流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洋流的地理意义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练习+作业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潮汐成因。原因：引潮力非风，学生易混，需强调天体引力。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寒暖流影响。原因：暖流增温增湿、寒流降温减湿易记反，需对比。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渔场成因。原因：寒暖交汇/上升流带营养，抽象，需图解。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海水运动 ──┐
│ 波浪:风浪/海啸│
│ 潮汐:引潮力 │
│ 洋流:风/密度/│
│ 补偿流 │
│ 暖流:增温湿 │
│ 寒流:降温湿 │
│ 渔场:交汇上升│
└────────────┘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潮汐的主要成因是__力。2. 判断：寒流对沿岸气候有增温增湿作用( )。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【提高作业】说明寒暖流交汇处易形成大渔场的原因。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本单元主题：地球上的水。把今天学到的方法带进下一篇——自己读、自己想、自己写。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