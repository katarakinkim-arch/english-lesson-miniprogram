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第2单元 城镇和乡村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城镇化进程与特点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人地协调观：认识城镇化的双刃剑，关注城乡协调。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综合思维：综合人口、用地、经济分析城镇化。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区域认知：比较发达国家与发展中国家城镇化差异。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地理实践力：能读城镇化率曲线并判断阶段。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城镇化是人口向城镇集聚、城镇用地扩展的过程，标志为城镇人口比重上升；诺瑟姆曲线呈S形（初期慢、中期快、后期缓）；发达国家起步早水平高，发展中国家起步晚速度快。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标志：城镇人口占总人口比重上升（核心指标）。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表现：人口集聚、用地扩大、二三产业比重升。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S曲线：初期缓慢、中期加速、后期趋缓。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差异：发达早高慢，发展中晚快低。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核心标志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诺瑟姆S曲线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阶段特征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国家差异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核心指标。原因：是人口比重非城市数，易错，需强调。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S曲线阶段。原因：三段速度不同，需读图定位。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国家差异。原因：发达与发展中反向（一慢一快），需对比。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城镇化 ──┐
│ 指标:城镇人口│
│ 比重(非城市数)│
│ S曲线:慢快缓 │
│ 我国:中期加速│
│ 发达:早高缓 │
│ 发展中:晚快低│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衡量城镇化水平的核心指标是__人口占总人口的比重。2. 判断：城镇化水平高低主要看城市数量的多少(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【提高作业】比较发达国家与发展中国家城镇化进程的主要差异。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本单元主题：城镇和乡村。把今天学到的方法带进下一篇——自己读、自己想、自己写。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