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第4单元 水的运动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洋流及其地理意义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人地协调观：认识海洋环流对全球气候的调节作用。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综合思维：综合成因与性质分析洋流。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区域认知：在世界大洋定位洋流模式。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地理实践力：能绘洋流模式并解释渔场与气候。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洋流按性质分寒暖流，按成因分风海流、密度流、补偿流；中低纬大洋环流呈反气旋型（北顺南逆），中高纬北半球呈气旋型；洋流影响沿岸气候、渔场、航行与污染。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中低纬：反气旋型，北太平洋/大西洋顺时针、南半球逆时针。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中高纬：北太平洋/大西洋逆时针（气旋型）。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性质：暖流增温湿、寒流降温减湿。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意义：渔场（寒暖汇/上升流）、顺流省油、污染物扩散。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中低纬模式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中高纬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寒暖流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地理意义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环流方向。原因：北顺南逆（中低纬）易反，需图。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寒暖影响。原因：增温湿vs降温湿，易记反，需对比。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渔场。原因：寒暖交汇或上升流，需析。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洋流 ──┐
│ 中低纬:北顺南逆│
│ 中高纬:北逆 │
│ 暖流:增温湿 │
│ 寒流:降温湿 │
│ 渔场:交汇上升│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中低纬大洋环流，北半球呈__时针方向。2. 判断：寒流对沿岸气候起增温增湿作用(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【提高作业】说明洋流对全球渔场分布的影响。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本单元主题：水的运动。把今天学到的方法带进下一篇——自己读、自己想、自己写。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