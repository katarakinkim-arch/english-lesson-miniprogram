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地理 · 选择性必修3 资源环境与国家安全 · 第4单元 保障国家安全的资源、环境战略与行动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国际合作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综合课  ·  第3课时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人地协调观：树立人类命运共同体下的环境责任观。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综合思维：综合公约责任贡献分析合作。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区域认知：在全球尺度看环境共治。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地理实践力：能就某公约说我国行动。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资源环境问题跨国界（气候、大气、海洋），需全球共治；原则"共同但有区别的责任"；载体《联合国气候变化框架公约》《巴黎协定》《生物多样性公约》；中国推动双碳、南南合作、绿色一带一路。</a:t>
            </a:r>
          </a:p>
        </p:txBody>
      </p:sp>
      <p:pic>
        <p:nvPicPr>
          <p:cNvPr id="6" name="Picture 5" descr="ricefield.jpg"/>
          <p:cNvPicPr>
            <a:picLocks noChangeAspect="1"/>
          </p:cNvPicPr>
          <p:nvPr/>
        </p:nvPicPr>
        <p:blipFill>
          <a:blip r:embed="rId2"/>
          <a:srcRect l="23066" r="23066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ricefield.jpg）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跨国性：气候大气海洋无国界，须共治。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原则：共同但有区别的责任（历史排放差异）。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公约：气候框架公约、巴黎协定、生物多样性公约。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中国：双碳引领、南南合作、绿色一带一路。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责任原则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公约体系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巴黎目标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中国贡献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责任原则。原因：共同与区别如何兼顾，需析，易偏。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公约关系。原因：多公约职责不同，需辨，易混。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中国角色。原因：既是受援也是贡献者，需正，易单。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国际合作 ──┐
│ 跨国:无界 │
│ 原则:共同别│
│ 公约:气候生│
│ 巴黎:&lt;2度 │
│ 中国:双碳领│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国际环境合作遵循"共同但__责任"原则。2. 判断：《巴黎协定》设定的目标是将全球升温控制在远低于4℃即可( 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【提高作业】说明"共同但有区别的责任"原则的内涵及其合理性。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本单元主题：保障国家安全的资源、环境战略与行动。把今天学到的方法带进下一篇——自己读、自己想、自己写。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