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第4单元 保障国家安全的资源、环境战略与行动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国际合作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人地协调观：树立人类命运共同体下的环境责任观。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综合思维：综合公约责任贡献分析合作。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区域认知：在全球尺度看环境共治。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地理实践力：能就某公约说我国行动。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资源环境问题跨国界（气候、大气、海洋），需全球共治；原则"共同但有区别的责任"；载体《联合国气候变化框架公约》《巴黎协定》《生物多样性公约》；中国推动双碳、南南合作、绿色一带一路。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跨国性：气候大气海洋无国界，须共治。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原则：共同但有区别的责任（历史排放差异）。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公约：气候框架公约、巴黎协定、生物多样性公约。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中国：双碳引领、南南合作、绿色一带一路。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责任原则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公约体系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巴黎目标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中国贡献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责任原则。原因：共同与区别如何兼顾，需析，易偏。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公约关系。原因：多公约职责不同，需辨，易混。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中国角色。原因：既是受援也是贡献者，需正，易单。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国际合作 ──┐
│ 跨国:无界 │
│ 原则:共同别│
│ 公约:气候生│
│ 巴黎:&lt;2度 │
│ 中国:双碳领│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国际环境合作遵循"共同但__责任"原则。2. 判断：《巴黎协定》设定的目标是将全球升温控制在远低于4℃即可(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【提高作业】说明"共同但有区别的责任"原则的内涵及其合理性。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本单元主题：保障国家安全的资源、环境战略与行动。把今天学到的方法带进下一篇——自己读、自己想、自己写。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