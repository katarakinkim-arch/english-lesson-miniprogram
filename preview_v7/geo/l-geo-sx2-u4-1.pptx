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选择性必修2 区域发展 · 第4单元 区际联系与区域协调发展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流域内部的协调发展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人地协调观：认识流域生命共同体，协同守护。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综合思维：综合上中下游分析流域系统。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区域认知：在流域中定位上下游功能。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地理实践力：能针对某流域提协调方案。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流域是完整自然社会系统，上中下游利益相关；需统一规划：上游护水源、中游防洪蓄洪、下游防污护河，通过生态补偿与协作机制实现协调发展。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整体：流域是完整系统，上下游利益相关。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上游：涵养水源、保持水土、建库调蓄。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中游：退田还湖、防洪蓄洪。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下游：防治污染、护河口生态；机制：生态补偿协作。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上游职责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中游职责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下游职责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协作机制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整体协作。原因：各段须统筹，易分割，需强调。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分区职责。原因：上下游任务不同，需明。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生态补偿。原因：受益付费机制，需点。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流域协调 ──┐
│ 整体:上下游联│
│ 上游:涵养水土│
│ 中游:蓄洪 │
│ 下游:防污护口│
│ 机制:补偿协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流域治理应坚持__（局部/整体）协调的原则。2. 判断：中游围湖造田有利于增强防洪调蓄能力(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【提高作业】说明长江上游水源涵养对中下游的意义。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本单元主题：区际联系与区域协调发展。把今天学到的方法带进下一篇——自己读、自己想、自己写。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