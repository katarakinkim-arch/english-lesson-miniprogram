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必修第一册 · 第4单元 地貌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地貌的观察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习题课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人地协调观：认识因地制宜利用地貌，规避灾害。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综合思维：综合高度、坡度分析地貌对人类活动影响。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区域认知：在等高线图上定位地貌类型。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地理实践力：能读等高线图计算高度坡度、进行选址。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观察地貌一般从宏观（类型、分布）到微观（形态、物质）；高度分绝对高度（海拔）和相对高度，坡度=垂直距/水平距，影响交通与建设；通过等高线读图判断地貌。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高度：绝对（海拔，起算海平面）、相对（两点的高差）。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坡度：tanα=高差/水平距，等高线密则坡陡。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观察顺序：宏观类型→微观形态。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应用：坡陡不宜修路建房，河谷宜聚落。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绝对与相对高度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等高线读图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坡度计算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选址应用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海拔vs相对。原因：概念易混，需反复举例。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等高线疏密。原因：密=陡、疏=缓，易记反，需读图。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坡度计算。原因：用水平距非斜距，易错，需练。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地貌的观察 ──┐
│ 顺序:宏观→微观│
│ 海拔vs相对高 │
│ 等高线:密陡疏│
│ 缓,凸低为脊 │
│ 坡度=高差/水平│
│ 选址:避陡就缓│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地图上山峰标高一般指__高度。2. 判断：等高线越密集坡度越缓(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【提高作业】在等高线图上，如何判断山脊与山谷？水库坝址宜选何处？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本单元主题：地貌。把今天学到的方法带进下一篇——自己读、自己想、自己写。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