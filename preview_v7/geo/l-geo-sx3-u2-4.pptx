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第2单元 资源安全与国家安全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水资源与国家安全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人地协调观：认识节水护水是每个人的安全责任。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综合思维：综合自然与污染分析水安全。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区域认知：在国土看南丰北缺格局。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地理实践力：能提本地节水护水行动。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我国水资源总量丰但人均少、时空不均（南多北少、夏秋多）；缺水由自然与污染叠加；保障：南水北调等跨流域调配、节水型社会、水污染防治、海绵城市。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特征：总量丰、人均少、南多北少、夏秋集中。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缺水型：资源型（天然少）与水质型（污染致不能用）。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工程：南水北调、引黄济青等跨流域调配。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路径：节水社会、治污、海绵城市、水权管理。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时空分布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缺水类型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跨流域调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保障路径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时空不均。原因：南丰北缺+季节集中，需图，易泛。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缺水类型。原因：资源型与水质型易混，需分，易漏污染型。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工程方向。原因：具体线路，需记，易淆。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水安全 ──┐
│ 人均少南丰北│
│ 缺:资源/水质│
│ 调:南水北调│
│ 路径:节水治│
│ 污海绵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我国水资源空间分布的总体格局是南多__少。2. 判断：因河流污染而缺水的类型属于资源型缺水(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【提高作业】说明缓解华北资源型缺水的主要工程与根本措施。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本单元主题：资源安全与国家安全。把今天学到的方法带进下一篇——自己读、自己想、自己写。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