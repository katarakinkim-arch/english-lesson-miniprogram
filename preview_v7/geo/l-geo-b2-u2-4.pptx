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第2单元 城镇和乡村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地域文化与城乡景观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人地协调观：尊重地域文化，保护传统村落与文脉。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综合思维：综合自然与人文分析景观成因。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区域认知：在区域中识别特色城乡景观。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地理实践力：能解读本地景观的文化内涵。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地域文化是一定地域长期形成的价值观与生活方式；它塑造城乡景观：如南方粉墙黛瓦、北方四合院、黄土高原窑洞、水乡骑楼，景观是文化的物质载体。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地域文化：价值观、习俗、艺术长期沉淀。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景观载体：建筑、街区、农田是文化的外显。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案例：四合院（北）、窑洞（黄土）、骑楼（岭南多雨）、水乡（河网）。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保护：活化利用传统村落。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景观即载体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北方案例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南方水乡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保护传承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文化塑造。原因：学生易只看形式不见文化，需深读。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自然+人文。原因：景观受二者共决，易单因，需综合。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案例归因。原因：需联气候地形，易错。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文化与景观 ──┐
│ 文化→景观载体│
│ 北方:四合院 │
│ 黄土:窑洞 │
│ 岭南:骑楼 │
│ 江南:水乡 │
│ 保护:活态传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黄土高原上依山挖掘的民居是__。2. 判断：城乡景观只受自然环境影响，与地域文化无关(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【提高作业】说明岭南骑楼建筑与当地自然环境的适应关系。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本单元主题：城镇和乡村。把今天学到的方法带进下一篇——自己读、自己想、自己写。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