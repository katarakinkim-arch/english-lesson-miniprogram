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选择性必修3 资源环境与国家安全 · 第1单元 自然环境与人类社会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自然资源及其属性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人地协调观：树立节约与永续利用资源的意识。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综合思维：综合属性分析资源开发利用。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区域认知：在区域中识别资源禀赋差异。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地理实践力：能判别某资源是否可再生并提保护。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自然资源是自然界中能被人类利用的物质和能量（如土地、水、矿产、森林、气候）；按再生性分可再生与非可再生；具有限性、整体性、地域性、多用性，开发须节约与永续。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定义：自然界中可利用的物质与能量。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分类：可再生（水光风林）与非可再生（煤石油金属矿）。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属性：有限性、整体性、地域性、多用性。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原则：节约、综合利用、永续。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可再生资源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非可再生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四大属性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永续利用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可再生内涵。原因：可再生≠无限，需强调更新速度与阈值，易误。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属性理解。原因：四属性抽象，需例，易混。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分类边界。原因：可再生受破坏可变不可再生，需点。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自然资源 ──┐
│ 可再生:水光林│
│ 非再:煤油气矿│
│ 属性:有限整 │
│ 地域多用 │
│ 原则:节约续│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煤炭、石油属于__（可再生/非可再生）资源。2. 判断：只要叫可再生资源，就可以无限制开采利用(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【提高作业】说明自然资源的「有限性」与「多用性」对开发利用的启示。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本单元主题：自然环境与人类社会。把今天学到的方法带进下一篇——自己读、自己想、自己写。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