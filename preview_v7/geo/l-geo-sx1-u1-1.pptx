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选择性必修1 自然地理基础 · 第1单元 地球的运动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地球的自转和公转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人地协调观：认识地球运动规律，理解四季更替的自然基础。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综合思维：综合自转公转特征分析其地理意义。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区域认知：从极地视角判读自转方向。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地理实践力：能用地球仪演示自转公转并测方向。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地球自转方向自西向东、周期1日、速度南/北极点为零；公转方向同向、轨道近圆、周期1年、速度近日快远日慢；黄赤交角约23°26′，导致太阳直射点回归运动。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自转：自西向东，北极俯视逆时针；1日；角速度除极点外15°/h。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公转：同向；椭圆轨道；1年；近日点（1月）快、远日点（7月）慢。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黄赤交角：赤道面与黄道面夹角约23°26′。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意义：黄赤交角→太阳直射点回归运动→四季五带。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自转方向与速度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公转特征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黄赤交角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直射点移动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自转方向。原因：侧视与俯视不同，易反，需演示。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速度变化。原因：公转快慢随日地距，易错，需图。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黄赤交角。原因：是四季根源，抽象，需强调。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自转与公转 ──┐
│ 自转:自西向东│
│ 北极:逆时针 │
│ 角速15°/h(极0)│
│ 公转:近圆1年│
│ 近日快远日慢│
│ 黄赤交角23°26│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地球自转的角速度除__点外均为约15°/小时。2. 判断：地球公转速度在远日点（7月）最快(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【提高作业】若黄赤交角变为0°，地球上还有四季更替吗？为什么？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本单元主题：地球的运动。把今天学到的方法带进下一篇——自己读、自己想、自己写。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