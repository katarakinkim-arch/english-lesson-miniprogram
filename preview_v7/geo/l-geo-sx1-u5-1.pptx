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第5单元 自然环境的整体性与差异性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自然环境的整体性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人地协调观：认识开发利用须统筹自然整体，避免连锁破坏。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综合思维：综合多要素分析环境整体联系。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区域认知：在区域中识别要素关联。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地理实践力：能就某工程分析连锁环境效应。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自然环境由气候、地貌、水文、土壤、生物等要素组成，各要素相互联系、相互制约，某一要素变化会引起连锁反应，具有统一演化与整体功能。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要素：气候、地貌、水文、土壤、生物相互联系。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整体：一要素变→其他要素乃至整体变（连锁）。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统一演化：各要素同步变化。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案例：砍伐森林→水土壤生物全变。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要素联系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连锁反应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统一演化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案例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要素联系。原因：学生易孤立，需网状图。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连锁反应。原因：一因多果，需举例，易漏环节。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整体功能。原因：整体大于部分之和，抽象，需点。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整体性 ──┐
│ 要素:气地水 │
│ 土生互联系 │
│ 一变→连锁 │
│ 统一演化 │
│ 案例:砍林全 │
│ 退化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自然环境的五大要素包括气候、地貌、水文、土壤和__。2. 判断：某一自然要素的变化不会引起其他要素的改变(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【提高作业】以热带雨林被大规模砍伐为例，说明自然环境的整体性。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本单元主题：自然环境的整体性与差异性。把今天学到的方法带进下一篇——自己读、自己想、自己写。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