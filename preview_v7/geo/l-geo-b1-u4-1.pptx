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第4单元 地貌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常见地貌类型(一)——流水地貌与海岸地貌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人地协调观：认识地貌与人类聚落、农业的关系，合理利用地形。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综合思维：综合流水侵蚀与堆积分析地貌发育。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区域认知：在流域尺度识别不同河段地貌。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地理实践力：能据照片判断流水/海岸地貌类型及成因。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流水侵蚀形成V形谷、峡谷，堆积形成冲积扇、河漫滩、三角洲；海岸受海浪侵蚀成海蚀崖、海蚀柱，堆积成沙滩、沙坝。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上游：流水侵蚀→V形谷、峡谷。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出山口：堆积→冲积扇；中下游：河漫滩；河口：三角洲。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海岸侵蚀：海蚀崖、海蚀柱、海蚀洞。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海岸堆积：沙滩、沙坝、潟湖。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侵蚀地貌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堆积地貌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海岸侵蚀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海岸堆积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上侵下堆。原因：学生易记反上下段作用，需按流速讲。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冲积扇vs三角洲。原因：都在出山口/河口易混，需定位。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海蚀vs海积。原因：靠波浪能量正负，需分。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流水与海岸地貌 ──┐
│ 上:下蚀→V谷 │
│ 山口:冲积扇 │
│ 河口:三角洲 │
│ 海岸蚀:崖/柱 │
│ 海岸积:滩/坝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河流中下游侧蚀易形成__（地貌）。2. 判断：三角洲多发育在河流出山口(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【提高作业】比较冲积扇与三角洲的形成部位与特征。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本单元主题：地貌。把今天学到的方法带进下一篇——自己读、自己想、自己写。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