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选择性必修1 自然地理基础 · 第3单元 大气的运动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气压系统（气旋与反气旋）与天气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人地协调观：认识天气系统影响，做好防灾。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综合思维：综合气压与气流分析天气。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区域认知：在等压线图上识别高低压。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地理实践力：能读气压图判断天气与风向。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低压（气旋）中心气流上升、多阴雨，北半球逆时针辐合；高压（反气旋）中心下沉、晴朗，北半球顺时针辐散；锋面气旋为重要降水系统。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气旋（低压）：中心升、阴雨；北逆南顺辐合。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反气旋（高压）：中心沉、晴；北顺南逆辐散。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锋面气旋：低压槽处冷暖锋共存，强降水。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应用：台风是热带气旋。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气旋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反气旋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气流方向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锋面气旋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气流方向。原因：北逆南顺、气旋反气旋相反，易混，需图。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天气对应。原因：气旋雨、反气旋晴，易反，需联升降。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锋面气旋。原因：槽线有锋，需析。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气压系统 ──┐
│ 气旋=低压雨 │
│ 北逆南顺辐合│
│ 反气旋=高压晴│
│ 北顺南逆辐散│
│ 锋面气旋:槽雨│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中心气流上升、常出现阴雨天气的气压系统是__（气旋/反气旋）。2. 判断：反气旋控制下多阴雨天气(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【提高作业】用左右手定则说明北半球气旋的水平气流运动方向。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本单元主题：大气的运动。把今天学到的方法带进下一篇——自己读、自己想、自己写。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