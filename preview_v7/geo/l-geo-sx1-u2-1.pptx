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第2单元 地表形态的塑造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塑造地表形态的内外力作用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人地协调观：认识地表是内外力长期作用的产物。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综合思维：综合内外力分析地貌发育。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区域认知：在区域中识别内外力主导地貌。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地理实践力：能据景观判断内外力作用。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内力作用（地壳运动、岩浆活动、变质）使地表高低起伏；外力作用（风化、侵蚀、搬运、堆积）削高填低；二者共同作用塑造地表，内力为主导、外力为修饰。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内力：地壳运动（水平/垂直）、岩浆、变质——造山造盆，使起伏。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外力：风化、侵蚀、搬运、堆积——削高填低。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关系：内力为主导奠定格局，外力修饰。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案例：喜马拉雅（内力抬升）、华北平原因堆积。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内力作用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外力环节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内外关系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案例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内外区分。原因：能量来源不同（地球内/外），易混，需讲。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谁主导。原因：内力定格局、外力雕塑，需分层。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外力四环节。原因：风化在前、堆积在后，顺序易乱，需链。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内外力作用 ──┐
│ 内力:壳运岩浆│
│ 变质→造起伏 │
│ 外力:风化蚀 │
│ 搬运堆积→平 │
│ 内主外辅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使地表变得高低起伏、奠定地貌格局的作用主要是__力作用。2. 判断：风化、侵蚀、搬运、堆积属于内力作用(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【提高作业】说明内力作用与外力作用在地表形态塑造中的关系。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本单元主题：地表形态的塑造。把今天学到的方法带进下一篇——自己读、自己想、自己写。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