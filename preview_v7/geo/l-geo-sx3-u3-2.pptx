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选择性必修3 资源环境与国家安全 · 第3单元 环境与国家安全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环境污染与国家安全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人地协调观：反对污染转移，树立全球环境正义。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综合思维：综合突发累积跨境分析污染。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区域认知：识别跨境污染的空间路径。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地理实践力：能就污染事件提防控建议。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环境污染威胁国家安全有三种：突发环境事件（泄漏、爆炸）、累积性污染（长期低剂量致广域损害）、跨境转移（将污染物/洋垃圾转嫁他国）；应对须预警、追责、履约禁转。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突发：泄漏爆炸，骤发、局部、烈度高（如油罐漏）。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累积：长期低剂量，广域慢损（如重金属土壤）。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跨境：污染物/洋垃圾转嫁他国，转嫁风险。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应对：预警应急、溯源追责、履约禁转。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突发污染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累积污染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跨境转移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应对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三类区分。原因：突发/累积/跨境机理异，易混，需对比。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跨境危害。原因：转嫁他国损人利己，需拔高，易浅。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应对。原因：三类对策不同，需分，易漏。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污染安全 ──┐
│ 突发:漏爆炸 │
│ 累积:重金土 │
│ 跨境:洋垃圾│
│ 应对:应急约│
│ 禁转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将本国危险废物转移到其他国家，属于__污染转移。2. 判断：累积性污染由于浓度低，因此危害范围小、容易治理(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【提高作业】说明跨境污染转移对转入国的危害及国际应对方式。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本单元主题：环境与国家安全。把今天学到的方法带进下一篇——自己读、自己想、自己写。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