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选择性必修2 区域发展 · 第3单元 城市、产业与区域发展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城市的辐射功能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人地协调观：认识城市带动区域协调发展的价值。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综合思维：综合多要素分析城市辐射。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区域认知：在区域中定位中心城市与腹地。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地理实践力：能分析某城市的辐射带动作用。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中心城市通过产业、交通、金融、科技、信息向周边辐射，带动区域；辐射强度随距离衰减；城市群（如长三角）是辐射的高级形态，核心城市与腹地互动共生。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辐射内容：产业、交通、金融、科技、信息、人口。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距离衰减：距核心越远强度越弱。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腹地：被核心服务影响的区域，互为依托。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城市群：多核心网络化（长三角、珠三角）。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辐射内容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距离衰减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腹地互动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城市群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辐射本质。原因：是带动非掠夺，易误解，需澄清。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距离衰减。原因：强度随距离降，需图。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城市群。原因：多核网络非单核，需点。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城市辐射 ──┐
│ 内容:产技资 │
│ 交通信息人 │
│ 强度:距远弱 │
│ 腹地:互依托 │
│ 城市群:多核│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城市辐射功能强度一般随距离核心城市越远而__（增强/减弱）。2. 判断：城市群是由单一核心城市独立带动周边(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【提高作业】说明中心城市与腹地之间的相互关系。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本单元主题：城市、产业与区域发展。把今天学到的方法带进下一篇——自己读、自己想、自己写。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