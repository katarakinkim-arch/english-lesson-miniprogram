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第2单元 地表形态的塑造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构造地貌的形成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人地协调观：认识地质构造对工程选址的意义。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综合思维：综合岩层新老与受力分析构造。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区域认知：在区域中识别褶皱断层地貌。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地理实践力：能读地质图判背斜向斜与断层。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岩层受挤压弯曲成褶皱：背斜拱起（岩层中心老两翼新，常成山亦可成谷）、向斜凹陷（中心新，常成谷亦可成山）；断层是岩层断裂错动，上升成断块山、下降成谷地或盆地。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背斜：岩层上拱，中心老两翼新。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向斜：岩层下弯，中心新两翼老。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地形倒置：背斜易侵蚀成谷、向斜槽部坚硬成山。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断层：上升断块山、下降盆地/谷地；大型工程避断层。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背斜与向斜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新老判据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地形倒置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断层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新老判据。原因：背斜中心老、向斜中心新，易反，需强调。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地形倒置。原因：背斜可成谷（侵蚀），非必山，易错，需图。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断层地貌。原因：相对升降致不同形态，需析。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构造地貌 ──┐
│ 背斜:中心老 │
│ 向斜:中心新 │
│ 倒置:背谷向山│
│ 断层:升山降盆│
│ 工程避断层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判别背斜和向斜的根本依据是岩层的新__关系。2. 判断：背斜在地表一定形成山脉(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【提高作业】为什么隧道工程应尽量避开断层带？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本单元主题：地表形态的塑造。把今天学到的方法带进下一篇——自己读、自己想、自己写。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