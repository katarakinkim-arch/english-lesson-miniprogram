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第3单元 大气的运动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气压带和风带的形成与移动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人地协调观：认识大气环流对全球水热输送的意义。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综合思维：综合受热与地转偏向分析环流。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区域认知：在全球尺度定位气压带风带。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地理实践力：能绘制气压带风带并判风向。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赤道受热空气上升成赤道低压，两极下沉成极地高压，加地转偏向力形成三圈环流，全球分7个气压带6个风带；随太阳直射点季节移动而南北移动约10°。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七压带：赤道低、副高×2、副极地低×2、极地高×2。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六风带：信风、西风、极地东风（各两）。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风向：北半信风NE、西风SW；南半信风SE、西风NW。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移动：随直射点夏北冬南移约10°。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三圈环流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气压带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风带与风向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季节移动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气压带记忆。原因：七个名称位置易漏，需图。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风向。原因：南北半球、高低纬风向不同，易反，需练。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移动方向。原因：夏北冬南随直射点，需联。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气压带风带 ──┐
│ 七压:赤低副高│
│ 副极低极高 │
│ 六风:信/西/极│
│ 北:信东北西西南│
│ 夏北冬南移10°│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全球共形成__个气压带和6个风带。2. 判断：北半球中纬度西风带的风向是东北风(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【提高作业】说明气压带和风带随季节移动的方向及其原因。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本单元主题：大气的运动。把今天学到的方法带进下一篇——自己读、自己想、自己写。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