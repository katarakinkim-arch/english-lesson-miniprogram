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第2单元 城镇和乡村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城镇化的问题与治理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人地协调观：认识城市病危害，树立宜居城市理念。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综合思维：综合经济、社会、生态分析城市问题。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区域认知：在城区定位问题空间分布。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地理实践力：能就本地城市病提治理建议。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过快城镇化带来城市病：交通拥堵、住房紧张、环境污染、就业困难、社会分异；治理靠合理规划、公共交通、生态建设、智慧城市与城乡融合。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问题：交通堵、住房紧、污染重、就业难、热岛效应、社会分异。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成因：人口产业过度集中、规划滞后。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治理：多中心、公交优先、绿道、智慧城市。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方向：生态宜居、城乡融合。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主要表现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成因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治理措施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生态宜居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问题对应。原因：措施须对症，易空泛，需因果配对。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热岛效应。原因：下垫面改变致城区更热，需解释。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智慧城市。原因：概念新，需落地例子。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城市病与治理 ──┐
│ 病:堵/房/污/业│
│ 热岛/分异 │
│ 因:集聚失衡 │
│ 治:多中心 │
│ 公交优先/绿道│
│ 智慧/生态城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城区气温高于郊区的现象称__效应。2. 判断：缓解城市交通拥堵应鼓励私人汽车不限购(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【提高作业】针对城市住房紧张，提出两项可行的治理措施。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本单元主题：城镇和乡村。把今天学到的方法带进下一篇——自己读、自己想、自己写。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