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第1单元 自然环境与人类社会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环境问题及其成因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人地协调观：认识环境问题的危害，树立正确发展观。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综合思维：综合人口经济观念分析成因。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区域认知：识别区域主导的环境问题类型。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地理实践力：能就本地问题归类型提对策。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环境问题分三类：生态破坏（水土流失、荒漠化、生物减少）、环境污染（大气水土壤污染）、资源短缺（水土地矿紧张）；根源是人口压力、资源不合理利用、片面追求增长的发展观。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三类：生态破坏、环境污染、资源短缺。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生态：水土流失、荒漠化、生物减少（自然结构损）。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污染：大气、水、土壤污染（有害物质超界）。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成因：人口压力+不合理利用+片面发展观。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生态破坏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环境污染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资源短缺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成因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类型区分。原因：生态与污染机理不同，易混，需对比。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成因链。原因：多因叠加，需综合，易单面。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发展观。原因：根子在观念，需点透，易浅。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环境问题 ──┐
│ 生态:水土流失 │
│ 荒漠化物种少│
│ 污染:气水土壤│
│ 短缺:水地矿 │
│ 因:人压+滥+观│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环境问题主要包括生态破坏、环境污染和__短缺三大类。2. 判断：水土流失属于环境污染问题(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【提高作业】从发展观的角度，分析环境问题的深层成因。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本单元主题：自然环境与人类社会。把今天学到的方法带进下一篇——自己读、自己想、自己写。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