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第3单元 产业区位因素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服务业区位因素及其变化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人地协调观：认识便利服务的民生与公平价值。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综合思维：综合市场交通信息分析服务业。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区域认知：在城区识别服务中心等级。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地理实践力：能解释本地商圈与电商变化。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服务业分商业性（零售、金融）与非商业性（教育、医疗）；区位受市场、交通、劳动力、集聚、政策影响；现代信息技术与电商使服务业突破时空限制，出现无人零售、远程服务。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类型：商业性（零售金融物流）、非商业性（教科文卫）。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因素：市场（人口消费）、交通、劳动力、集聚、政策。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等级：高等级中心地服务范围广、数量少。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变化：信息技术与电商突破时空，远程服务兴起。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区位因素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中心地等级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电商冲击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新变化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类型区分。原因：商业/非商业易混，需举。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中心地等级。原因：等级与服务范围反比数量，需图。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电商影响。原因：弱化区位、强网络，易错，需点。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服务业区位 ──┐
│ 商业/非商业 │
│ 因素:市场交通│
│ 劳力集聚政策│
│ 高级:范围广少│
│ 电商:弱地段 │
│ 新:无人/远程│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服务业布局首要考虑的因素是__（人口与消费）。2. 判断：高级中心地提供的服务种类少、数量多(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【提高作业】说明信息技术和电子商务对服务业区位选择的主要影响。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本单元主题：产业区位因素。把今天学到的方法带进下一篇——自己读、自己想、自己写。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