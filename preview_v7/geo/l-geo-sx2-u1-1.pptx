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第1单元 区域与区域发展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多种多样的区域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人地协调观：认识区域是人类认知与治理空间的基础。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综合思维：综合自然与人文划分区域。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区域认知：识别不同类型区域的边界与特征。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地理实践力：能就身边案例划定并描述区域。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区域是地球表面的空间单位，具有一定界线、区位、面积和形状；按自然（气候区、地形区）或人文（行政区、经济区）划分；区域内部相似、区际差异。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区域：空间单位，有界线、区位、面积形状。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特征：内部相似、区间差异、具整体性。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类型：自然区（气候地形）、人文区（行政区经济区）。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边界：有的明确（行政）、有的过渡（自然）。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区域特征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区域类型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边界明确性。原因：行政区明确、自然区模糊，易混，需对比。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类型区分。原因：自然/人文易错，需举。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区域特征。原因：内部相似外部差异，需强调。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多种多样区域 ──┐
│ 特征:内似外异│
│ 类型:自然/人文│
│ 边界:行政明 │
│ 自然过渡 │
│ 多重叠加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区域内部特征相对__，区域之间有明显差异。2. 判断：自然区（如气候区）的边界都像行政区一样明确(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【提高作业】举例说明一个地区可以同时属于多种类型的区域。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本单元主题：区域与区域发展。把今天学到的方法带进下一篇——自己读、自己想、自己写。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