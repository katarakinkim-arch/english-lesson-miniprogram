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必修第一册 · 第1单元 宇宙中的地球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地球的圈层结构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人地协调观：认识各圈层是人类生存环境，应保护生物圈。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综合思维：用地震波综合推断内部物质状态。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区域认知：认识圈层在空间上的立体分布。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地理实践力：能读地震波曲线图划分圈层界面。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地震波（纵波P快、横波S慢且仅固）揭示内部圈层：地壳、地幔（含软流层）、地核（外核液态）；外部圈层包括大气圈、水圈、生物圈，彼此相互联系。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地震波：纵波P（固液气、快）、横波S（仅固、慢）。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界面：莫霍面（壳幔界）、古登堡面（幔核界）。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内部：地壳（薄、岩）、地幔（含软流层—岩浆源）、地核（外核液、内核固）。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外部：大气、水、生物圈（最活跃，跨圈层）。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纵波与横波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内部三圈层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软流层与岩石圈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外部圈层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横波不过液态。原因：横波需固体介质，过外核消失，关键判据，需强调。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软流层位置。原因：在上地幔顶部、岩石圈之下，易错层，需定位。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岩石圈≠地壳。原因：岩石圈=地壳+上地幔顶部，范围更大，需澄清。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地球圈层 ──┐
│ 波:P快固液气 │
│ S慢仅固 │
│ 壳(莫霍上) │
│ 幔(含软流层) │
│ 核:外液内固 │
│ 岩石圈=壳+顶│
│ 外部:气/水/生│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划分壳幔的界面叫__面。2. 判断：横波可以穿过地核外核(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【提高作业】简述岩石圈与地壳的区别。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本单元主题：宇宙中的地球。把今天学到的方法带进下一篇——自己读、自己想、自己写。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