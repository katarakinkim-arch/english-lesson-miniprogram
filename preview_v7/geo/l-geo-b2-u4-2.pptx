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第4单元 交通运输布局与区域发展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交通运输布局对区域发展的影响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人地协调观：认识交通带动发展也需防范生态破坏。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综合思维：综合产业、城市、生态看交通效应。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区域认知：在轴带尺度识别交通经济带。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地理实践力：能解释一条高铁对本地的改变。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交通线（如高铁、港口）带动沿线资源开发、聚落与城市成长、产业集聚，形成经济带（如沿海、沿江、京广轴）；也会引发生态影响，需统筹。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拉动经济：降低运费、促资源开发与产业布局。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催生产业带：沿线集聚（如高铁新城、港口经济区）。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促进城镇：站点带起新城、强化城市群联系。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注意：占地、分割生态，需环评统筹。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产业拉动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城镇成长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交通经济带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生态代价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效应链条。原因：交通→可达→产业→城镇，需串，易断。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经济带。原因：轴带概念抽象，需例（京广/沿江）。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双刃。原因：有利也有生态代价，需辩证。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交通→区域 ──┐
│ 降运费促产业│
│ 站点起新城 │
│ 轴带:沿江京广│
│ 代价:占地生态│
│ 统筹:绿通道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沿重要交通轴线集聚形成的带状经济区称为交通__。2. 判断：交通运输布局对区域经济发展没有影响(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【提高作业】以某条高铁或干线为例，说明交通建设对沿线区域发展的积极影响。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本单元主题：交通运输布局与区域发展。把今天学到的方法带进下一篇——自己读、自己想、自己写。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