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选择性必修2 区域发展 · 第1单元 区域与区域发展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区域整体性和关联性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人地协调观：认识区域联系，树立合作共赢意识。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综合思维：综合要素与区际联系看区域。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区域认知：识别区域内要素与区际关联。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地理实践力：能分析某区域变化对他区的影响。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区域整体性指区域内自然与人文要素相互联系构成统一整体；关联性指区域间通过物质、能量、信息流动发生联系，一个区域变化可影响他区。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整体性：区域内要素（自然+人文） interdependent，一变俱变。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关联性：区域间经人流物流信息流相联系。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通道：交通、贸易、流域、网络。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影响：上游开发影响下游，区际传导。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区域整体性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区域关联性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通道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传导影响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整体vs关联。原因：一为内部、一为区际，易混，需分。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关联通道。原因：具体流动方式，需举。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传导影响。原因：区际因果链，易漏，需析。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整体与关联 ──┐
│ 整体:内要素联│
│ 一变俱变 │
│ 关联:区际流 │
│ 人/物/信息 │
│ 通道:交通网│
│ 上游→下游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区域内各要素相互联系、相互__，构成统一整体。2. 判断：区域整体性是指不同区域之间的相互关联(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【提高作业】以河流流域为例，说明区域之间的关联性。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本单元主题：区域与区域发展。把今天学到的方法带进下一篇——自己读、自己想、自己写。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