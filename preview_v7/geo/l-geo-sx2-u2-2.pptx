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地理 · 选择性必修2 区域发展 · 第2单元 资源枯竭型城市的转型</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生态脆弱区的综合治理</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新课  ·  第2课时  ·  45分钟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年级：高二</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人地协调观：树立生态修复与保护优先理念。</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综合思维：综合生物工程农业措施治理。</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区域认知：在脆弱区定位退化类型。</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地理实践力：能针对某脆弱区提治理方案。</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生态脆弱区环境承载力低、易退化，如北方农牧交错带土地荒漠化；治理遵循因地制宜、预防为主，措施包括生物（造林种草）、工程（沙障）、农业（退耕还林还草、舍饲）。</a:t>
            </a:r>
          </a:p>
        </p:txBody>
      </p:sp>
      <p:pic>
        <p:nvPicPr>
          <p:cNvPr id="6" name="Picture 5" descr="ricefield.jpg"/>
          <p:cNvPicPr>
            <a:picLocks noChangeAspect="1"/>
          </p:cNvPicPr>
          <p:nvPr/>
        </p:nvPicPr>
        <p:blipFill>
          <a:blip r:embed="rId2"/>
          <a:srcRect l="23066" r="23066"/>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ricefield.jpg）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① 脆弱区：承载力低、过渡带易退化（如农牧交错带）。</a:t>
            </a:r>
          </a:p>
        </p:txBody>
      </p:sp>
      <p:sp>
        <p:nvSpPr>
          <p:cNvPr id="8" name="Rounded Rectangle 7"/>
          <p:cNvSpPr/>
          <p:nvPr/>
        </p:nvSpPr>
        <p:spPr>
          <a:xfrm>
            <a:off x="640080" y="265176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76148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20040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② 成因：干旱+过度垦殖放牧樵采。</a:t>
            </a:r>
          </a:p>
        </p:txBody>
      </p:sp>
      <p:sp>
        <p:nvSpPr>
          <p:cNvPr id="11" name="Rounded Rectangle 10"/>
          <p:cNvSpPr/>
          <p:nvPr/>
        </p:nvSpPr>
        <p:spPr>
          <a:xfrm>
            <a:off x="640080" y="393192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0416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3" name="TextBox 12"/>
          <p:cNvSpPr txBox="1"/>
          <p:nvPr/>
        </p:nvSpPr>
        <p:spPr>
          <a:xfrm>
            <a:off x="1371600" y="448056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③ 措施：生物（林草）、工程（沙障网格）、农业（退耕舍饲）。</a:t>
            </a:r>
          </a:p>
        </p:txBody>
      </p:sp>
      <p:sp>
        <p:nvSpPr>
          <p:cNvPr id="14" name="Rounded Rectangle 13"/>
          <p:cNvSpPr/>
          <p:nvPr/>
        </p:nvSpPr>
        <p:spPr>
          <a:xfrm>
            <a:off x="640080" y="5212080"/>
            <a:ext cx="10911535" cy="117043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532180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6" name="TextBox 15"/>
          <p:cNvSpPr txBox="1"/>
          <p:nvPr/>
        </p:nvSpPr>
        <p:spPr>
          <a:xfrm>
            <a:off x="1371600" y="5760720"/>
            <a:ext cx="9997135" cy="530352"/>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④ 原则：预防为主、因地制宜、小流域综合。</a:t>
            </a:r>
          </a:p>
        </p:txBody>
      </p:sp>
      <p:sp>
        <p:nvSpPr>
          <p:cNvPr id="17" name="TextBox 1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1 导入</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2 成因</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3 生物措施</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4 工程与农业</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5 案例原则</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6 练习+作业</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① 脆弱成因。原因：自然基础+人为叠加，需综合，易单面。</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② 措施综合。原因：单一措施无效，需三结合，易漏。</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③ 小流域。原因：综合治理单元，需点。</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脆弱区治理 ──┐
│ 因:干旱+过牧 │
│ 生物:林草固本│
│ 工程:沙障 │
│ 农业:退耕舍饲│
│ 小流域综合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【基础作业】1. 治理土地荒漠化最根本的措施是恢复__。2. 判断：在生态脆弱区，草方格沙障属于生物措施( )。</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【提高作业】说明我国北方农牧交错带土地荒漠化的主要人为原因及综合治理思路。</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本单元主题：资源枯竭型城市的转型。把今天学到的方法带进下一篇——自己读、自己想、自己写。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