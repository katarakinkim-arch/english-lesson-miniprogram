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地理 · 选择性必修3 资源环境与国家安全 · 第3单元 环境与国家安全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生态保护与国家安全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第3课时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人地协调观：认识生态屏障是国家安全生态防线。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综合思维：综合保护修复生物多样性分析。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区域认知：在区域定位生态功能区。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地理实践力：能为本地生态保护提行动。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生态保护保障国家安全：建立自然保护区与重要生态功能区（如水源涵养、防风固沙）维护生态屏障；实施生态修复（退耕还林还草、湿地恢复、矿山复绿）恢复功能；生物多样性是生态安全基石。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载体：自然保护区、重要生态功能区（涵养/固沙/生物）。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功能：水源涵养、防风固沙、水土保持、生物多样性庇护。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修复：退耕还林还草、湿地恢复、矿山复绿。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基石：生物多样性维持生态稳定。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生态功能区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生态功能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生态修复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生物多样性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功能区类型。原因：各类功能不同，需例，易混。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修复措施。原因：多项工程，需对应，易漏。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生物意义。原因：多样性是稳定根基，需拔高，易浅。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生态保护 ──┐
│ 区:自然/功能│
│ 功:涵养固沙 │
│ 保土生物 │
│ 修复:退耕湿│
│ 矿复绿 │
│ 基石:多样性│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三江源地区主要承担__（水源涵养/防风固沙）的生态功能。2. 判断：生物多样性一旦丧失，可以很快自然恢复( 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【提高作业】说明建立重要生态功能区对维护国家安全的意义。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本单元主题：环境与国家安全。把今天学到的方法带进下一篇——自己读、自己想、自己写。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