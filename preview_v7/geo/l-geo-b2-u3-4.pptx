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地理 · 必修第二册 · 第3单元 产业区位因素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工业区位因素的变化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第4课时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人地协调观：认识产业转移对区域发展与生态的影响。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综合思维：动态综合看待工业区位演变。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区域认知：在区际理解工业转移方向。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地理实践力：能解释本地工厂搬迁或引资现象。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现代工业中原料、劳动力数量影响减弱，市场、交通、科技、信息、环境质量作用增强；表现为工业集聚（共享基础设施）与分散（寻找最优区位），以及产业转移（由发达向发展中）。</a:t>
            </a:r>
          </a:p>
        </p:txBody>
      </p:sp>
      <p:pic>
        <p:nvPicPr>
          <p:cNvPr id="6" name="Picture 5" descr="ricefield.jpg"/>
          <p:cNvPicPr>
            <a:picLocks noChangeAspect="1"/>
          </p:cNvPicPr>
          <p:nvPr/>
        </p:nvPicPr>
        <p:blipFill>
          <a:blip r:embed="rId2"/>
          <a:srcRect l="23066" r="23066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ricefield.jpg）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变化：原料、劳力数量作用降；市场、交通、科技、信息、环境升。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集聚：共享设施、降本、协作（高新区）。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分散：为近市场/降成本全球布局。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转移：由高成本区向低成本区（发展中）。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因素消长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工业集聚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分散与转移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影响与对策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劳力素质。原因：数量弱、素质强，易混，需点。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集聚vs分散。原因：看似矛盾，需说清条件。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转移方向。原因：由发达向发展中，易记反，需析。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工业区位变化 ──┐
│ 原料劳力数降 │
│ 市场科技信息升│
│ 集聚:共享降本│
│ 分散:近市场 │
│ 转移:发→发展│
│ 绿色承接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现代工业布局中，作用日益增强的因素包括市场、交通、科技和__。2. 判断：产业转移一般是由发展中国家转向发达国家( 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【提高作业】说明劳动密集型产业由我国沿海向中西部或东南亚转移的主要原因。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本单元主题：产业区位因素。把今天学到的方法带进下一篇——自己读、自己想、自己写。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