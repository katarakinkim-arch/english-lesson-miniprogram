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第1单元 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人口容量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人地协调观：树立适度人口与可持续发展观念。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综合思维：综合资源、科技、消费分析容量。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区域认知：比较区域间人口容量差异。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地理实践力：能估算本地承载并提对策。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环境承载力是某区域能持续供养的最大人口；人口合理容量是既养得活又过得好的适宜人口；受资源（尤其耕地、水）、科技、消费水平制约；资源越丰、科技越高、消费越节俭，容量越大。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环境承载力：最大可供养人口（警戒线）。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人口合理容量：适宜、高质量的人口规模（理想值）。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制约：资源（首要，短板效应）、科技（提高利用）、消费水平（反向）。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对策：控制消费、提科技、区际合作。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合理容量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两概念对比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制约因素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两容量区别。原因：一为上限一为适宜，易混，需对比。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消费反向。原因：消费越高容量越小，反直觉，需点。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短板效应。原因：最缺资源决定容量，需例。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人口容量 ──┐
│ 承载力=上限 │
│ 合理=适宜(&lt;上)│
│ 因素:资源(首)│
│ 科技(提) │
│ 消费(反) │
│ 对策:节流提效│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制约人口容量的首要因素是__。2. 判断：消费水平越高，人口容量越大(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【提高作业】为什么资源短缺的国家（如日本）人口容量仍可较高？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本单元主题：人口。把今天学到的方法带进下一篇——自己读、自己想、自己写。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