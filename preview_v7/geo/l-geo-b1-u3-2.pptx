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第3单元 地球上的水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海水的性质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人地协调观：认识海洋资源价值，树立海洋保护意识。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综合思维：综合纬度、洋流、径流分析海水性质。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区域认知：从纬度地带认识海水性质空间差异。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地理实践力：能读海水温度/盐度垂直与水平分布图。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海水温度由低纬向高纬递减、夏季高于冬季；盐度大致由副热带最高向两侧降低（长江口等径流注入降低）；密度随温度降低、盐度升高而增大，低纬小高纬大。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温度：低纬高、高纬低；垂直上暖下冷（主跃层）。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盐度：副热带最高（蒸发&gt;降水），赤道较低（多雨）、高纬较低（蒸发弱）；河口低。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密度：温度低/盐度高则大，低纬小高纬大。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影响：温度影响气候、盐度影响密度与航运。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温度分布规律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盐度分布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盐度成因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密度分布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盐度峰值在副热带。原因：学生误以为赤道最高，需讲蒸发收支。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三者关系。原因：温度盐度共同决定密度，易单因子，需综合。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垂直变化。原因：温跃层导致温度骤降，需读图。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海水性质 ──┐
│ 温度:低纬高 │
│ 垂直:暖下冷 │
│ 盐度:副热带最│
│ 高向两侧降 │
│ 密度:冷/咸则大│
│ 低纬小高纬大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世界大洋盐度最高的海域多在__纬度。2. 判断：赤道海域盐度全球最高(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【提高作业】比较红海与波罗的海盐度差异并说明原因。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本单元主题：地球上的水。把今天学到的方法带进下一篇——自己读、自己想、自己写。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