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第2单元 资源安全与国家安全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中国的能源安全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人地协调观：认识能源转型对安全与生态的双重意义。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综合思维：综合结构风险对策分析能源。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区域认知：在国土与全球看能源流。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地理实践力：能为能源安全提可行建议。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我国能源"富煤、缺油、少气"，煤炭为主但污染重；石油对外依存度高、进口通道集中（马六甲）；保障路径：多元进口、增强储备、发展新能源与核电、节能提效。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国情：富煤、缺油、少气，煤为主。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风险：石油对外依存高、进口通道集中（马六甲）。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煤炭困：占比高但污染大、碳排多。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路径：多元进口、储备、新能源、节能。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消费结构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石油风险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煤炭困境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保障路径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结构矛盾。原因：煤多油少与清洁诉求冲突，需析，易简。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依存风险。原因：石油通道集中受制，需点，易忽。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转型路径。原因：多措并举，需系统，易漏。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能源安全 ──┐
│ 富煤缺油少气│
│ 油依存&gt;70% │
│ 通道:马六甲│
│ 困:煤污碳高│
│ 路径:多元新│
│ 节能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我国能源资源的基本特征是"富煤、缺油、__气"。2. 判断：我国石油对外依存度高、进口通道集中，存在能源安全风险(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【提高作业】从"开源"与"节流"两方面说明保障我国能源安全的措施。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本单元主题：资源安全与国家安全。把今天学到的方法带进下一篇——自己读、自己想、自己写。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