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第1单元 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人口迁移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人地协调观：理解迁移对人地关系的影响，关注留守与城市压力。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综合思维：综合经济、社会、自然因素分析迁移。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区域认知：在区域间定位我国主要迁移流向。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地理实践力：能调查本地迁移现象并用推拉解释。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人口迁移指一定范围内永久或长期变更居住地；原因有推力（原居地劣势）与拉力（迁入地优势），经济因素是主导；我国有乡—城、中西部—东部迁移，国际有难民、劳务输出。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定义：变更常住地、跨行政区、长期（通常&gt;1年）。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推拉：原居地推力（失业、灾害）、迁入地拉力（就业、教育）。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主导：经济因素（收入、机会）。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影响：迁入地增劳力也增压，迁出地减人但汇款回流。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推拉理论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我国迁移流向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国际迁移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迁移影响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迁移定义。原因：旅游出差非迁移，需强调"变更常住地"。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推拉辨析。原因：同一因素对甲乙可推可拉，需具体。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双向影响。原因：迁入迁出利弊并存，易单面，需辩证。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人口迁移 ──┐
│ 定义:变更常住│
│ 地+长期 │
│ 推拉:原推/迁拉│
│ 主导:经济 │
│ 我国:乡城/中西│
│ →东 │
│ 影响:利弊并存│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人口迁移的主导因素是__因素。2. 判断：短期旅游度假属于人口迁移(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【提高作业】用推拉理论分析我国中西部农民向东部沿海迁移的原因。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本单元主题：人口。把今天学到的方法带进下一篇——自己读、自己想、自己写。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