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第2单元 资源安全与国家安全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中国的耕地资源与粮食安全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人地协调观：认识耕地是粮食安全的命根子。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综合思维：综合数量质量布局分析耕地。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区域认知：在国土看耕地南缺北多。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地理实践力：能为护耕地提具体行动。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我国耕地人均少、质量参差、南少北多且占补平衡压力大；"18亿亩红线"是底线；粮食安全靠"谷物基本自给、口粮绝对安全"，措施：保耕地、建高标准农田、提单产、节粮减损。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国情：人均耕地少、质量不均、南少北多。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红线：18亿亩耕地红线、永久基本农田。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方针：谷物基本自给、口粮绝对安全。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措施：保数量、提质量、建高标准农田、减损。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空间布局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红线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安全方针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保障措施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国情认知。原因：总量大但人均少，易误判，需点人均。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红线意义。原因：红线是安全底线，需拔高，易浅。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保障体系。原因：多措并举，需系统，易漏。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耕地粮食 ──┐
│ 人少质不均 │
│ 南少北多 │
│ 红线:18亿亩│
│ 方针:自给安│
│ 措施:保提减│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我国坚守的耕地保护红线是__亿亩。2. 判断：保障粮食安全可以完全依赖粮食进口(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【提高作业】说明"18亿亩耕地红线"对粮食安全的意义。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本单元主题：资源安全与国家安全。把今天学到的方法带进下一篇——自己读、自己想、自己写。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