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第1单元 宇宙中的地球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地球的历史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人地协调观：认识地球漫长演化，理解人地关系是演化的结果。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综合思维：综合地层、化石、同位素综合判定地质年代。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区域认知：通过地层分布认识区域地质变迁。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地理实践力：能据化石推断地层年代与古环境。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地层和化石是记录地球历史的"书页"：下层老上层新，含相同化石的地层时代相当；地质年代划分为冥古宙—太古—元古—显生宙，显生宙又分古生代、中生代、新生代，生物演化从海洋到陆地到人类。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地层：沉积岩层序"下层老、上层新"（地层倒置除外）。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化石：相同时代化石相似，可定年与还原环境。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地质年代：冥古/太古/元古宙→显生宙（古生/中生/新生）。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生物：海洋无脊椎→鱼类→两栖爬行→哺乳→人类。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地层与化石定年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地质年代表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生物演化主线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环境变迁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层序律方向。原因：学生易记反新老，需强调沉积顺序。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代纪顺序。原因：名称多易混，需编口诀。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化石定年原理。原因：需理解"标准化石"，抽象，需例。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地球的历史 ──┐
│ 地层:下老上新 │
│ 化石:定年+环境 │
│ 年代表: │
│ 冥古→太古→元古│
│ →显生(古/中/新)│
│ 生物:海无脊→鱼│
│ →两栖→爬行→人│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正常地层__老__新（填上下）。2. 含恐龙化石的地层属__代。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【提高作业】若甲地三叶虫化石层与乙地的某层相当，说明什么？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本单元主题：宇宙中的地球。把今天学到的方法带进下一篇——自己读、自己想、自己写。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