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选择性必修1 自然地理基础 · 第3单元 大气的运动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气压带、风带对气候的影响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人地协调观：认识气候对人类活动的制约与适应。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综合思维：综合环流与下垫面分析气候。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区域认知：在世界定位主要气候类型。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地理实践力：能据环流判读气候特征。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单一气压带风带控制形成相应气候：赤道低压→热带雨林、信风→热带草原（干湿季）、副高→热带沙漠、西风→温带海洋性、副高与西风交替→地中海气候；海陆热力差异叠加形成季风。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单一控制：赤道低压→雨林（多雨）；副高→沙漠（干）；西风→温带海洋（温润）。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交替控制：副高+西风→地中海（冬雨夏干）；信风+赤道低压→草原（干湿季）。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季风：海陆热力差异，东亚夏东南冬西北。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应用：气候决定农业与聚落。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单一控制气候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交替控制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温带海洋性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季风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地中海气候。原因：冬雨夏干，易记反，需强调。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单一vs交替。原因：控制方式不同致特征不同，需分。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季风成因。原因：海陆热力差异+气压带移动，需析。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环流与气候 ──┐
│ 雨林:赤道低压│
│ 沙漠:副高 │
│ 海洋:西风 │
│ 地中海:冬雨 │
│ 夏干 │
│ 季风:海陆差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终年受西风带控制形成的气候类型是__性气候。2. 判断：地中海气候的特征是夏季多雨、冬季干燥(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【提高作业】说明地中海气候"冬雨夏干"的成因。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本单元主题：大气的运动。把今天学到的方法带进下一篇——自己读、自己想、自己写。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