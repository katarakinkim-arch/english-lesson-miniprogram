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选择性必修1 自然地理基础 · 第5单元 自然环境的整体性与差异性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自然环境的差异性与因地制宜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复习课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人地协调观：树立因地制宜、顺应自然规律的开发观。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综合思维：综合整体性与分异分析区域。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区域认知：在区域尺度整合规律。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地理实践力：能对某区域提出因地制宜建议。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综合全章：自然环境既有整体性又有差异性；地带性（纬度、干湿度、垂直）规律支配大尺度分异，地方分异叠加其上；人类应因地制宜、顺应规律开发利用。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整体+差异：环境既统一又分异。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三大地带：纬度（热/南北）、干湿度（水/东西）、垂直（海拔）。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地方分异：局部非地带叠加。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应用：因地制宜（如丘陵林、平原农）。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三类地带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地方叠加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因地制宜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案例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规律整合。原因：三类地带+地方，易乱，需总图。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整体vs差异。原因：二者关系需辩证，易偏。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因地制宜。原因：落到具体区域难，需练。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整体与差异 ──┐
│ 整体:要素联 │
│ 差异:三地带 │
│ 纬度/干湿/垂│
│ 地方:叠加 │
│ 制宜:顺规律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人类开发利用自然应遵循__（成语）的原则。2. 判断：垂直地带性分异是由纬度位置差异造成的(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【提高作业】综合运用整体性与差异性原理，说明在江南丘陵发展农业应注意什么。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本单元主题：自然环境的整体性与差异性。把今天学到的方法带进下一篇——自己读、自己想、自己写。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