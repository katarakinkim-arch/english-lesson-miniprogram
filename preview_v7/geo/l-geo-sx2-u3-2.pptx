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地理 · 选择性必修2 区域发展 · 第3单元 城市、产业与区域发展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地区产业结构变化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第2课时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人地协调观：认识产业结构优化对高质量发展的意义。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综合思维：综合阶段与结构分析产业。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区域认知：在区域中识别产业结构特征。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地理实践力：能读产业图判断所处阶段。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产业结构指一二三产业比重；随经济发展，一产比重降、二三产升，二产先升后稳、三产最终主导；优化方向为高效、协调、可持续，与区域发展阶段匹配。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结构：一、二、三产比重及关系。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演进：一降、二先升后稳、三升并最终主导。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优化：高效、协调、可持续、就业好。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匹配：结构须与阶段和资源禀赋相符。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演进规律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三角图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优化方向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区域对比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演进顺序。原因：三产此消彼长，易乱，需三角图。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二产波动。原因：先升后稳非一直升，需点。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优化标准。原因：非单纯三产高，需协调，易误。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产业结构 ──┐
│ 一降二稳三升│
│ 三产最终主导│
│ 优化:高效协 │
│ 调可持续 │
│ 匹配阶段禀赋│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区域发展到较高阶段，通常__产业（第一/第二/第三）比重最大。2. 判断：产业结构优化就是让第三产业比重越高越好( 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【提高作业】说明区域发展过程中三次产业比重的一般变化规律。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本单元主题：城市、产业与区域发展。把今天学到的方法带进下一篇——自己读、自己想、自己写。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