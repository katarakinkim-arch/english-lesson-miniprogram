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第6单元 自然灾害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防灾减灾与地理信息技术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复习课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人地协调观：认识科技防灾意义，树立安全责任意识。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综合思维：综合监测—预报—救援理解防灾体系。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区域认知：在灾害多发区布局监测与避难。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地理实践力：能说出3S在防灾中的具体用途。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防灾减灾包括灾害监测（RS遥感）、预报（GIS分析）、救援定位（GPS）；灾害救援有应急预案、物资储备、避难场所；通过"3S"技术提升防灾能力。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RS：遥感，获取灾害影像，监测范围大、动态快。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GPS：定位导航，救援精确定位。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GIS：分析处理数据，预报灾情、规划路径。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体系：监测→预报→应急（预案/物资/避难所）。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RS遥感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GPS定位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GIS分析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组合与应急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3S区分。原因：三者功能易混，需口诀（RS看、GPS位、GIS析）。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组合应用。原因：实际常三者配合，需例。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防灾体系。原因：监测到救援链条长，需梳理。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防灾与3S ──┐
│ RS:看(遥感) │
│ GPS:位(定位) │
│ GIS:析(分析) │
│ 体系:监测→预报│
│ →应急(案/物/所)│
└─────────────┘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用于精确导航定位的是__系统。2. 判断：遥感（RS）主要负责分析处理空间数据(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【提高作业】在一次地震救援中，3S技术分别发挥什么作用？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本单元主题：自然灾害。把今天学到的方法带进下一篇——自己读、自己想、自己写。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