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第2单元 地表形态的塑造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河流地貌的发育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人地协调观：认识河流对聚落与农业的双刃影响。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综合思维：综合流速与河段分析河流作用。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区域认知：沿河流识别不同河段地貌。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地理实践力：能据河曲判凹凸岸及利用。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河流上游以下蚀（V谷）、中游侧蚀使河曲发育（凹岸侵蚀、凸岸堆积）、下游堆积成河漫滩与三角洲；凹岸侵蚀宜建港、凸岸堆积宜建村。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上游：下蚀成V谷、峡谷、瀑布。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中游：侧蚀使河曲，凹岸侵蚀、凸岸堆积。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河曲演化：截弯取直成牛轭湖。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下游：堆积成河漫滩、三角洲。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上游下蚀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凹岸凸岸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河曲与牛轭湖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下游堆积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凹凸岸。原因：凹岸侵蚀、凸岸堆积易反，需强调。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河曲成因。原因：侧蚀不均致弯曲，需图。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利用。原因：凹岸深宜港、凸岸平宜村，需联。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河流地貌 ──┐
│ 上:下蚀V谷 │
│ 中:侧蚀河曲 │
│ 凹岸蚀/凸岸积│
│ 牛轭湖:废道 │
│ 下:漫滩三角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河流中游弯曲河段，受侵蚀较强的是__岸。2. 判断：港口宜建在河流凸岸（堆积岸）(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【提高作业】说明河流凹岸侵蚀、凸岸堆积的成因及其对人类活动的意义。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本单元主题：地表形态的塑造。把今天学到的方法带进下一篇——自己读、自己想、自己写。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