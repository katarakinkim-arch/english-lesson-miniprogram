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第4单元 地貌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常见地貌类型(二)——风成、喀斯特与冰川地貌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人地协调观：认识干旱/岩溶区生态脆弱，重视生态保护。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综合思维：综合气候与岩石性质分析地貌成因。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区域认知：在干旱、湿热、高纬区定位对应地貌。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地理实践力：能据景观照片判断地貌类型。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干旱区风力侵蚀成风蚀蘑菇、雅丹，堆积成沙丘；喀斯特（岩溶）由流水溶蚀石灰岩成峰林、溶洞；高纬高山冰川侵蚀成U谷、冰斗，堆积成冰碛垄。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风成：风蚀蘑菇、雅丹（干旱）；沙丘（堆积，迎风缓背风陡）。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喀斯特：石灰岩+流水溶蚀→峰林、溶洞、地下河（桂黔滇）。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冰川：侵蚀U谷、冰斗、角峰；堆积冰碛垄。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分布：干旱区、湿热岩溶区、高纬高山。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风成地貌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喀斯特地貌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地下喀斯特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冰川地貌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风蚀vs溶蚀。原因：作用营力不同（风/水），易混，需对比。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沙丘坡度。原因：迎风坡缓、背风坡陡，易记反，需图。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喀斯特条件。原因：需可溶性岩+高温多雨，缺一不发育，需点。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风成/喀斯特/冰川 ──┐
│ 风成:蘑菇/雅丹 │
│ 沙丘:背风陡 │
│ 喀斯特:峰林溶│
│ 洞(石灰岩) │
│ 冰川:U谷/冰斗│
│ /角峰/冰碛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石灰岩地区经流水溶蚀形成的地貌称__地貌。2. 判断：沙丘迎风坡比背风坡陡(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【提高作业】简述喀斯特地貌发育的两个基本条件。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本单元主题：地貌。把今天学到的方法带进下一篇——自己读、自己想、自己写。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