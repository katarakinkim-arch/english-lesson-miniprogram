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选择性必修2 区域发展 · 第4单元 区际联系与区域协调发展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"一带一路"与国际合作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人地协调观：树立人类命运共同体的开放合作观。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综合思维：综合设施贸易资金分析合作。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区域认知：在亚欧非尺度识一带一路走向。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地理实践力：能读图说明一带一路的地理格局。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一带一路通过陆海联通促进国际区域合作：设施联通、贸易畅通、资金融通、民心相通；我国内陆沿边由末梢变前沿，拓展发展空间，推动包容性全球化。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两线：丝绸之路经济带（陆）、21世纪海上丝路（海）。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支柱：设施联通、贸易畅通、资金融通、民心相通。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空间：我国内陆沿边变开放前沿，联通亚欧非。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意义：互利共赢、包容性全球化。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路线图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四通支柱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空间影响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两线走向。原因：陆海双线过不同区，需图。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支柱内容。原因：四通易漏，需记。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意义。原因：互利共赢非单向，需澄清。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一带一路 ──┐
│ 陆经济带/海丝│
│ 四通:设施贸 │
│ 资金融民心通│
│ 沿边变前沿 │
│ 互利共赢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"一带一路"包括丝绸之路经济带和21世纪__丝绸之路。2. 判断：一带一路合作仅惠及我国，对沿线国无益(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【提高作业】说明"一带一路"对我国内陆沿边地区开放格局的影响。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本单元主题：区际联系与区域协调发展。把今天学到的方法带进下一篇——自己读、自己想、自己写。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