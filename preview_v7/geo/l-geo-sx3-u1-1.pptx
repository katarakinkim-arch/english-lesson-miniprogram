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地理 · 选择性必修3 资源环境与国家安全 · 第1单元 自然环境与人类社会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自然环境的服务功能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人地协调观：认识自然环境服务是人类生存根基，须珍惜。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综合思维：综合四类服务系统理解自然环境价值。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区域认知：在不同区域识别主导的自然服务。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地理实践力：能就身边案例归类自然环境服务。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自然环境为人类提供四类服务：供给服务（食物、水、矿产）、调节服务（气候、水文、净化）、文化服务（游憩、美学、精神）、支撑服务（土壤形成、生物多样性维持），支撑服务是其他服务的基础。</a:t>
            </a:r>
          </a:p>
        </p:txBody>
      </p:sp>
      <p:pic>
        <p:nvPicPr>
          <p:cNvPr id="6" name="Picture 5" descr="ricefield.jpg"/>
          <p:cNvPicPr>
            <a:picLocks noChangeAspect="1"/>
          </p:cNvPicPr>
          <p:nvPr/>
        </p:nvPicPr>
        <p:blipFill>
          <a:blip r:embed="rId2"/>
          <a:srcRect l="23066" r="23066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ricefield.jpg）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供给：提供食物、淡水、矿产、木材等物质。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调节：调节气候、涵养水源、净化空气水体。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文化：提供游憩、美学、科研、精神价值。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支撑：土壤形成、生物多样性维持，是前三者的基础。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供给服务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调节服务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文化服务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支撑服务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分类界定。原因：四概念易混，需对比举例，易错配。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支撑地位。原因：支撑服务间接却最根本，易被忽略，需强调。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实例归属。原因：同一事物可兼具多类，需析情境。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自然服务 ──┐
│ 供给:食物水矿│
│ 调节:气候净水│
│ 文化:游憩美 │
│ 支撑:土生多 │
│ (根基) 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自然环境为人类提供供给、调节、文化和__四类服务。2. 判断：森林净化空气属于供给服务( 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【提高作业】举例说明一项自然环境服务如何同时具有调节和文化双重价值。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本单元主题：自然环境与人类社会。把今天学到的方法带进下一篇——自己读、自己想、自己写。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