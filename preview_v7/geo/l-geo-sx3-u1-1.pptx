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第1单元 自然环境与人类社会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自然环境的服务功能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人地协调观：认识自然环境服务是人类生存根基，须珍惜。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综合思维：综合四类服务系统理解自然环境价值。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区域认知：在不同区域识别主导的自然服务。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地理实践力：能就身边案例归类自然环境服务。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自然环境为人类提供四类服务：供给服务（食物、水、矿产）、调节服务（气候、水文、净化）、文化服务（游憩、美学、精神）、支撑服务（土壤形成、生物多样性维持），支撑服务是其他服务的基础。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供给：提供食物、淡水、矿产、木材等物质。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调节：调节气候、涵养水源、净化空气水体。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文化：提供游憩、美学、科研、精神价值。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支撑：土壤形成、生物多样性维持，是前三者的基础。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供给服务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调节服务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文化服务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支撑服务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分类界定。原因：四概念易混，需对比举例，易错配。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支撑地位。原因：支撑服务间接却最根本，易被忽略，需强调。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实例归属。原因：同一事物可兼具多类，需析情境。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自然服务 ──┐
│ 供给:食物水矿│
│ 调节:气候净水│
│ 文化:游憩美 │
│ 支撑:土生多 │
│ (根基)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自然环境为人类提供供给、调节、文化和__四类服务。2. 判断：森林净化空气属于供给服务(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【提高作业】举例说明一项自然环境服务如何同时具有调节和文化双重价值。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本单元主题：自然环境与人类社会。把今天学到的方法带进下一篇——自己读、自己想、自己写。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