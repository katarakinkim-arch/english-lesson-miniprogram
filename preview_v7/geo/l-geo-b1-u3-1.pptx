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第3单元 地球上的水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人地协调观：认识水资源可再生但有限，树立节水意识。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综合思维：综合各环节理解水循环整体联系。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区域认知：区分不同区域的水循环类型。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地理实践力：能绘制水循环示意图并标注环节。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水循环包括蒸发、水汽输送、降水、下渗、径流（地表+地下）等环节；按空间分海陆间（大循环）、海上内、陆地内循环；人类活动主要影响地表径流和下渗。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环节：蒸发、水汽输送、降水、下渗、地表/地下径流。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类型：海陆间（海→陆→海，最重要）、海上内、陆地内。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能量：太阳辐射（动力）+重力（径流）。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人类影响：修库、引水、城市化改变径流与下渗。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主要环节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三类循环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能量来源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人类活动影响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海陆间vs海上内。原因：前者使陆地水更新，后者只在海洋，易混，需对比。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人类影响环节。原因：主要改地表径流而非蒸发，易错，需点。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下渗因素。原因：受植被、坡度、土壤影响，需联土地利用。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水循环 ──┐
│ 蒸→输→降→渗│
│ →地表/地下径流│
│ 类型:海陆间(重)│
│ 海上内/陆地内│
│ 动力:太阳+重力│
│ 人改:径流下渗│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使陆地水得到更新最主要的是__循环。2. 判断：人类活动主要影响水循环的蒸发环节(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【提高作业】城市化如何影响本地水循环？提出一项缓解内涝的措施。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本单元主题：地球上的水。把今天学到的方法带进下一篇——自己读、自己想、自己写。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