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选择性必修1 自然地理基础 · 第5单元 自然环境的整体性与差异性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垂直地域分异与地方分异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人地协调观：认识山地生态脆弱，保护垂直带。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综合思维：综合海拔水热分析垂直分异。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区域认知：在山地识别垂直带谱。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地理实践力：能据基带和雪线判读山地。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垂直地带性随海拔升高水热变化，自然带类似纬度变化，基带与当地水平带一致；雪线受温度降水影响；局部因地形、岩性、水文产生地方分异（如绿洲、阳坡阴坡）。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垂直：海拔↑温度↓、降水先增后减，带谱似纬度，基带=当地水平带。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雪线：低纬高、降水多则低；阳坡高阴坡低（视降水）。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地方分异：局部地形岩性致偏离地带（绿洲、阳阴坡）。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应用：登山见遍带。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基带与带谱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雪线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阳坡阴坡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地方分异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基带。原因：垂直带从基带起、基带定山体位置，易漏，需强调。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雪线。原因：温度降水共同，易单因，需析。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地方分异。原因：非地带性，易与地带混，需分。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垂直与地方 ──┐
│ 垂直:海拔↑变│
│ 基带=水平带 │
│ 雪线:温高升水│
│ 多降 │
│ 地方:绿洲非 │
│ 地带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山地垂直自然带的基带通常与山地所在地区的__自然带一致。2. 判断：荒漠中的绿洲属于纬度地带性分异(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【提高作业】说明影响雪线高度的主要因素。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本单元主题：自然环境的整体性与差异性。把今天学到的方法带进下一篇——自己读、自己想、自己写。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