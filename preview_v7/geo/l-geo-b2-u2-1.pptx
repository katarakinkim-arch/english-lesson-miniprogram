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必修第二册 · 第2单元 城镇和乡村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乡村和城镇空间结构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人地协调观：认识合理布局对宜居与环境意义。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综合思维：综合地租、交通、环境分析空间结构。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区域认知：在城区图上识别功能区分布。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地理实践力：能读城市地图判读功能区。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城镇内部按土地利用分功能区：住宅区（最大）、商业区（市中心、交通便捷）、工业区（外围、沿交通）；城市地域结构有同心圆、扇形、多核心等模式，受地租（距市中心远近）驱动。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住宅区：面积最大，分高级与低级住宅。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商业区：市中心、交通口，付租最高、地价最贵。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工业区：外围、沿铁路公路河港，保护环境。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地租：距市中心越近地价越高，决定功能分布。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住宅与商业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工业区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地租曲线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地域模式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商业区位置。原因：市中心付租能力最强，需联地租。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工业区在外。原因：环境+低价，易错放中心，需强调。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地租曲线。原因：三类付租能力不同致分区，需图。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城镇空间结构 ──┐
│ 住宅区:最大 │
│ 商业区:市中心│
│ 付租最强 │
│ 工业区:外围 │
│ 地租:近高远低│
│ 模式:同心/扇/│
│ 多核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城市中占地面积最大的功能区通常是__区。2. 判断：工业区一般布局在城镇中心（地租最高处）(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【提高作业】用"地租曲线"说明商业区、住宅区、工业区由市中心向外的分布顺序。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本单元主题：城镇和乡村。把今天学到的方法带进下一篇——自己读、自己想、自己写。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