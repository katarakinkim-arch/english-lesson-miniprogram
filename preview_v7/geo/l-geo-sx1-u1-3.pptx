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第1单元 地球的运动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昼夜长短的变化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人地协调观：认识光照节律对生物与农业的影响。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综合思维：综合直射点移动分析昼夜长短。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区域认知：在纬度上比较昼夜长短差异。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地理实践力：能读光照图判昼夜长短。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太阳直射点移动使昼夜长短随纬度季节变化：夏半年北半球昼长夜短、纬度越高昼越长，夏至昼最长；冬半年相反；赤道全年平分，极圈有极昼极夜。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夏半年（直射北半球）：北昼长夜短，纬度越高昼越长，北极圈极昼。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冬半年：相反，北极圈极夜。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二分日：全球昼夜平分。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极值：夏至北昼最长、冬至南昼最长。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夏半年规律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冬半年与二分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极值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极昼极夜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半球对应。原因：夏半年北昼长，易记反，需联直射点。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纬度递变。原因：越高昼越长（夏），易错，需图。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极昼范围。原因：随直射点纬度变，需点。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昼夜长短 ──┐
│ 夏半:北昼长 │
│ 越高昼越长 │
│ 冬半:北昼短 │
│ 二分:全球平 │
│ 夏至北最长 │
│ 极昼:夏北极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北半球昼最长、夜最短的节气是__。2. 判断：春分日全球昼夜长短相等(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【提高作业】说明北半球纬度越高，夏半年白昼越长的成因。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本单元主题：地球的运动。把今天学到的方法带进下一篇——自己读、自己想、自己写。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