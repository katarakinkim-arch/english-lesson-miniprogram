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第3单元 产业区位因素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农业区位因素的变化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人地协调观：认识科技兴农，走可持续农业道路。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综合思维：动态综合看待区位因素变化。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区域认知：在时空上理解农业布局变迁。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地理实践力：能解释本地农产品来源变化。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随经济发展，自然因素相对减弱、社会经济与科技作用增强；交通改善与保鲜技术使鲜活农产品远销；城市化使城郊农业转向园艺乳畜；政策与市场动态引导结构调整。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趋势：自然作用减弱，市场科技交通增强。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交通保鲜：使园艺、乳畜可远销（南菜北运、鲜花外销）。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城市化：城郊粮田变菜篮子、果园。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政策科技：温室、育种、电商拓宽市场。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自然减弱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交通与保鲜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城市化影响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科技政策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作用力消长。原因：自然非绝对第一，需动态观。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保鲜作用。原因：延长半径改变区位，抽象，需例。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城郊转变。原因：地价升致粮退菜进，需析。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农业区位变化 ──┐
│ 自然作用减弱 │
│ 市场科技增强 │
│ 保鲜:扩半径 │
│ 城郊:粮→菜花│
│ 科技政策新引擎│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使南方蔬菜能大量运往北方销售的关键条件是__技术和交通改善。2. 判断：随社会发展，自然因素对农业区位的制约越来越强(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【提高作业】说明冷链物流的发展如何改变我国农业生产的区位格局。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本单元主题：产业区位因素。把今天学到的方法带进下一篇——自己读、自己想、自己写。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