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第5单元 自然环境的整体性与差异性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地域分异规律（纬度地带与干湿度地带）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人地协调观：认识因地制宜利用地域差异。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综合思维：综合热量水分分析分异。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区域认知：在地球表面定位分异方向。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地理实践力：能判读地带性规律与方向。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地域分异：纬度地带性（热量为主，沿纬线更替，如赤道雨林→极地苔原）、干湿度地带性（水分为主，沿经度更替，如我国东森西草）；二者叠加形成地表地带谱。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纬度地带性：以热量为主，沿纬度（南北）更替，自然带东西延伸。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干湿度地带性：以水分为主，沿经度（东西）更替，我国东→西森→草→荒。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表现：自然带呈带。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叠加：二者共同塑造全球谱。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纬度地带性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干湿度地带性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我国实例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叠加效应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两类方向。原因：纬度南北、干湿度东西，易混，需对比。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主导因子。原因：一热一水，需分明。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我国实例。原因：东森西草是干湿度，易错归纬度。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地域分异 ──┐
│ 纬度:热/南北│
│ 雨林→苔原 │
│ 干湿度:水/东│
│ 西(森草荒) │
│ 叠加定全谱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以热量为基础的地域分异规律是__地带性分异。2. 判断：我国从东南向西北出现森林→草原→荒漠，属于纬度地带性分异(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【提高作业】比较纬度地带性与干湿度地带性分异的主导因子和更替方向。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本单元主题：自然环境的整体性与差异性。把今天学到的方法带进下一篇——自己读、自己想、自己写。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