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第3单元 产业区位因素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农业区位因素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人地协调观：认识因地制宜发展农业，保护耕地生态。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综合思维：综合分析自然与社会经济区位。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区域认知：在区域中定位农业类型与条件。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地理实践力：能评价某地农业区位并提建议。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农业区位受自然（气候、地形、土壤、水源）与社会经济（市场、交通、劳动力、政策、科技）共同影响；市场决定类型与规模，自然是基础。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自然：气候（光热水）、地形、土壤、水源——基础。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社会经济：市场（主导类型规模）、交通、劳动力、政策、科技。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主导：不同农业主导因素不同（城郊菜→市场，绿洲→水源）。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案例：季风水田、美商品谷。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自然因素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社会经济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主导判定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自然vs经济。原因：基础与主导易混，需分层。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主导因素。原因：同一作物在不同地主导不同，需具体。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市场主导。原因：决定"种什么种多少"，易忽略，需强调。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农业区位 ──┐
│ 自然:气地水土│
│ 经济:市交劳政│
│ 技 │
│ 市场主导类型│
│ 主导因地而异│
│ 案例:水田/谷│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决定农业生产的类型和规模的主导因素是__。2. 判断：干旱绿洲农业的主导区位因素是热量(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【提高作业】比较季风水田农业与商品谷物农业的主要区位差异。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本单元主题：产业区位因素。把今天学到的方法带进下一篇——自己读、自己想、自己写。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