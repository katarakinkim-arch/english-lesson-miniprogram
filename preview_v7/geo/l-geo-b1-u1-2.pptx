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第1单元 宇宙中的地球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太阳对地球的影响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人地协调观：理解太阳是地球生命的能量之源，珍惜太阳能等清洁能源。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综合思维：综合分析太阳辐射对大气、水、生物圈的整体驱动。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区域认知：从纬度、地形理解太阳辐射分布差异。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地理实践力：会读太阳辐射量分布图并解释区域差异。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太阳辐射是地球能量根本来源，维系地表温度、驱动水循环与大气运动、为光合作用供能；太阳活动（黑子、耀斑、太阳风）扰动电离层与磁场，影响无线电、导航与航天。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太阳辐射：电磁波，占太阳总能量极小部分到达地球。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意义：维持温度、驱动水循环与大气运动、光合供能、煤石油是地质时期太阳能。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太阳活动：黑子（光球）、耀斑（色球）、太阳风；周期约11年。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影响：耀斑扰动电离层→无线电短波中断；太阳风→磁暴、极光。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太阳辐射的地理意义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太阳大气层与活动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太阳活动的影响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太阳辐射分布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太阳活动≠太阳辐射。原因：前者是释放的不稳定性，后者是稳定电磁波，易混，需对比。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耀斑中断通信机制。原因：电离层被扰动致短波反射异常，抽象，需图解。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太阳辐射分布。原因：受纬度、天气、海拔影响，需读图。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太阳对地球的影响 ──┐
│ 太阳辐射=稳定电磁波│
│ 意义:温度/水气循环/│
│ 光合/化石能源 │
│ 太阳活动: │
│ 黑子(光球)11年 │
│ 耀斑(色球) │
│ 太阳风(日冕) │
│ 影响:短波中断/磁暴│
│ /极光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太阳活动周期约__年。2. 判断：耀斑爆发会扰动电离层使无线电长波中断(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【提高作业】解释我国青藏高原太阳辐射总量高于四川盆地的原因。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本单元主题：宇宙中的地球。把今天学到的方法带进下一篇——自己读、自己想、自己写。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