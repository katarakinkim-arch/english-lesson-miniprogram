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选择性必修2 区域发展 · 第4单元 区际联系与区域协调发展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资源跨区域调配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人地协调观：认识资源调配对区际公平的促进与生态责任。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综合思维：综合资源分布与需求分析调配。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区域认知：在国土尺度定位调配工程。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地理实践力：能评价某调配工程的区际影响。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资源分布不均与需求错配催生跨区域调配：南水北调（水南多北少）、西气东输/西电东送（能源西丰东缺）；调配优化资源配置、促区域协调，也需关注输区生态与受区环境。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原因：资源分布不均+供需错配（南水北少、西能东缺）。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工程：南水北调、西气东输、西电东送、北煤南运。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影响：输出区获资金产业、输入区缓短缺、全国优化。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注意：输区生态、受区环境。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南水北调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西气东输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西电北煤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双向影响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调配原因。原因：分布与需求错配，需讲清，易漏。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区际影响。原因：输受双方利弊，需双向，易单。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工程定位。原因：具体线路方向，需记。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跨区域调配 ──┐
│ 因:分布不均 │
│ 南水北调 │
│ 西气东输 │
│ 西电北煤 │
│ 影响:双向优 │
│ 护生态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将西部天然气输送到东部地区的重大工程是__。2. 判断：资源跨区域调配只会给输入区带来好处(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【提高作业】说明西气东输对东部输入区和西部输出区的不同意义。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本单元主题：区际联系与区域协调发展。把今天学到的方法带进下一篇——自己读、自己想、自己写。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