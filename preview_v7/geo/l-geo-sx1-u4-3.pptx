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地理 · 选择性必修1 自然地理基础 · 第4单元 水的运动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海—气相互作用与厄尔尼诺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第3课时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人地协调观：认识海气系统变化对全球的影响，关注气候。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综合思维：综合海洋与大气分析相互作用。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区域认知：在赤道太平洋定位海气异常。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地理实践力：能据海温异常解释气候反常。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海洋与大气间通过热量、水量、动量交换相互作用：海洋是大气主要热源和水源，大气运动驱动洋流；正常沃克环流东冷西暖，厄尔尼诺年赤道东太平洋增温、沃克环流减弱，引发全球气候异常。</a:t>
            </a:r>
          </a:p>
        </p:txBody>
      </p:sp>
      <p:pic>
        <p:nvPicPr>
          <p:cNvPr id="6" name="Picture 5" descr="ricefield.jpg"/>
          <p:cNvPicPr>
            <a:picLocks noChangeAspect="1"/>
          </p:cNvPicPr>
          <p:nvPr/>
        </p:nvPicPr>
        <p:blipFill>
          <a:blip r:embed="rId2"/>
          <a:srcRect l="23066" r="23066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ricefield.jpg）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海气交换：海洋供水供热，大气驱动洋流。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正常：沃克环流西暖东冷，东太上升流带来渔获。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厄尔尼诺：东太增温、沃克减弱，东太雨西太旱，渔减产。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影响：全球气候异常、灾害频发。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正常沃克环流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厄尔尼诺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影响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拉尼娜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海气互馈。原因：双向交换，易单向看，需强调。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沃克环流。原因：方向随海温，抽象，需图。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厄尔尼诺影响。原因：东雨西旱，易误全局热，需析。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海气与厄尔尼诺 ──┐
│ 海供热水大气驱│
│ 流 │
│ 正常:东冷西暖│
│ 厄尔:东暖西旱│
│ 渔减/全球异常│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正常年份，赤道东太平洋因__流强而渔业资源丰富。2. 判断：厄尔尼诺现象表现为赤道东太平洋海温异常降低( 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【提高作业】简述厄尔尼诺现象对秘鲁渔场和澳大利亚东部气候的影响及原因。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本单元主题：水的运动。把今天学到的方法带进下一篇——自己读、自己想、自己写。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