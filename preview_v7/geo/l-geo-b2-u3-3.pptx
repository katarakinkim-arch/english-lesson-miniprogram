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必修第二册 · 第3单元 产业区位因素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工业区位因素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人地协调观：认识工业与环境协调，防治污染。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综合思维：综合多因素分析工业布局。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区域认知：在区域中定位工业区与导向。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地理实践力：能判定工厂导向并提出选址。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工业区位受原料、能源、市场、交通、劳动力、技术、政策、环境等影响；不同导向型工业主导不同：原料导向（制糖）、市场导向（啤酒）、动力导向（电解）、劳动力导向（纺织）、技术导向（芯片）。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原料导向：原料重/易腐（制糖、水产）。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市场导向：产品重/不便运（啤酒、家具）。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动力导向：耗电大（电解铝）。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劳动力导向：需大量廉价劳力（服装）；技术导向：高精（芯片）。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五大导向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原料与市场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劳力与技术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环境与其他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导向判定。原因：看"最重制约"，易错，需练。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啤酒市场。原因：易误原料，需强调产品重。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劳力vs技术。原因：一廉价一高素，易混，需分。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工业区位 ──┐
│ 原料导向:制糖│
│ 市场导向:啤酒│
│ 动力:电解铝 │
│ 劳力:服装 │
│ 技术:芯片 │
│ 污染:下风向│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制糖工业应接近__产地（导向类型）。2. 判断：啤酒厂属于原料导向型工业(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【提高作业】为什么说集成电路（芯片）制造属于技术导向型工业？布局时应靠近什么条件？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本单元主题：产业区位因素。把今天学到的方法带进下一篇——自己读、自己想、自己写。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