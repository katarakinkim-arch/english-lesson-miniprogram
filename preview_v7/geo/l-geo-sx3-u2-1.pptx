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选择性必修3 资源环境与国家安全 · 第2单元 资源安全与国家安全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资源安全对国家安全的影响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人地协调观：认识资源安全是国家安定之本。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综合思维：综合供给消费储备分析安全。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区域认知：在国土尺度看资源对外依赖。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地理实践力：能就某资源评安全风险。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资源安全指资源数量与质量能稳定满足国家生存发展需求；战略资源（石油、稀土等）一旦断供将威胁经济与国防；风险来自禀赋不足、供给渠道单一、消费失控，需多元化与储备。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内涵：数量质量稳定满足需求。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战略资源：石油、稀土等，断供危及经济国防。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风险源：禀赋弱、渠道单、消费涨。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对策：来源多元、战略储备、节约替代。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战略资源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风险来源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传导链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对策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安全内涵。原因：不仅是量足，还含稳定与质量，需全，易窄。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战略意义。原因：资源连国防，需拔高，易浅。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风险传导。原因：断供→产业→安全链，需析。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资源安全 ──┐
│ 内涵:稳满足 │
│ 战略:油稀土 │
│ 风险:弱单涨 │
│ 传导:断→危 │
│ 对策:多元储│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石油、稀土等关系国计民生的__资源，其安全直接影响国家安全。2. 判断：只要资源总量足够，就不存在资源安全问题(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【提高作业】说明资源供给中断可能如何层层传导威胁国家安全。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本单元主题：资源安全与国家安全。把今天学到的方法带进下一篇——自己读、自己想、自己写。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