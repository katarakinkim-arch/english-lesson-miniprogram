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第5单元 环境与发展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人类面临的主要环境问题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人地协调观：正视环境危机，树立保护环境责任。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综合思维：综合人口、经济、技术溯源问题。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区域认知：在区域中识别主要环境问题。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地理实践力：能识别身边环境问题并提出行动。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环境问题分环境污染（大气、水、土壤）和生态破坏（森林退化、荒漠化、生物多样性减少）；根源在人口压力、资源不合理利用、片面追求经济增长。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污染：大气（雾霾）、水（河湖富营养）、土壤（重金属）。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破坏：森林减少、草原退化、荒漠化、生物减少。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根源：人口多、资源浪费、片面增长、技术落后。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全球：气候变暖、臭氧、跨界污染。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环境污染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生态破坏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成因溯源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全球问题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污染vs破坏。原因：一为"排入"一为"耗损"，易混，需对比。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根源。原因：多因交织，需综合，易单面。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案例归类。原因：需对应到类，易错。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主要环境问题 ──┐
│ 污染:排超容量 │
│ 大气/水/土壤 │
│ 破坏:组分耗损│
│ 林草/荒漠/物种│
│ 根:人口+不合 │
│ 理利用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雾霾、赤潮等问题属于__污染类环境问题。2. 判断：土地荒漠化属于环境污染问题(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【提高作业】简述环境问题产生的三大人为原因。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