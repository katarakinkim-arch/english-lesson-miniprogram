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第2单元 地球上的大气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大气的运动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人地协调观：认识风与环流对生活（通风、污染）的影响。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综合思维：综合冷热、气压、受力分析风与环流。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区域认知：在区域尺度理解海陆风、城市风。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地理实践力：能绘制简单热力环流图并解释生活现象。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地面冷热不均→空气垂直升降→同一水平面气压差→水平气压梯度力→空气水平运动（风），形成热力环流（如海陆风、城市风）；风受水平气压梯度力、地转偏向力、摩擦力共同影响。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环流成因：冷热不均→垂直运动→水平气压差→水平运动。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气压：同一高度受热处近地低压、高空高压；遇冷相反。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受力：梯度力（主因，垂直等压线）、地转偏向力（改向）、摩擦（减速）。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风向：高空平行于等压线；近地斜穿。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垂直运动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水平气压差与风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风的受力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局地环流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垂直vs水平气压。原因：近地热低压但高空高压，学生常只记低压，需立体。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地转偏向力。原因：只改方向不改大小，北半球右偏，易错，需示范。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风向判定。原因：三力平衡后方向难画，需分步。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大气的运动 ──┐
│ 冷热不均→升降│
│ 水平压差→风 │
│ 梯度力:主因 │
│ 偏向力:改向 │
│ 高空:平行等压│
│ 近地:斜穿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风的直接成因是__力。2. 判断：北半球近地风向右偏(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【提高作业】简述城市风的形成及对环境规划的意义。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本单元主题：地球上的大气。把今天学到的方法带进下一篇——自己读、自己想、自己写。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