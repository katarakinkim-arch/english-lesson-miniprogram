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第3单元 环境与国家安全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环境安全对国家安全的影响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人地协调观：认识环境安全是国家安全的基础屏障。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综合思维：综合承载力与阈值分析安全。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区域认知：在区域识别环境风险等级。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地理实践力：能就某环境风险提防控。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环境安全指人类赖以生存的环境处于不受或少受破坏的状态；环境承载力有临界值，超过则触发环境风险，累积成环境危机，进而引发经济、社会乃至政治层面的国家安全问题。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内涵：环境少受破坏、能支撑生存发展。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临界值：环境自净/承载有上限，超则失衡。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风险→危机：偶发超界为风险，普遍超界成危机。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传导：环境危机→经济社政安全受冲击。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临界值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环境风险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环境危机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安全传导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临界值。原因：抽象阈值概念，需喻，易虚。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风险vs危机。原因：二者程度不同，易混，需分。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安全传导。原因：环境→国家安全的跨层链，需析。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环境安全 ──┐
│ 内涵:杯不溢 │
│ 临界:超界难 │
│ 风险:偶发 │
│ 危机:普遍 │
│ 传:环→国安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环境系统能承受污染的__（临界）值，超过则失衡难恢复。2. 判断：环境风险和环境危机的危害程度相同(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【提高作业】说明环境危机可能如何传导影响国家安全。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