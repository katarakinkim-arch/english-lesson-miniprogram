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第2单元 地球上的大气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大气的组成和垂直分层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人地协调观：认识大气污染危害，树立保护大气意识。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综合思维：综合成分与垂直结构理解大气整体。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区域认知：认识大气圈层垂直空间差异。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地理实践力：会读气温垂直变化图判断大气层。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低层大气由干洁空气（氮78%、氧21%）、水汽、杂质组成；按温度垂直变化分对流层（下热上冷、对流旺）、平流层（臭氧吸热、上热下冷、平流）、高层大气（电离层反射无线电）。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组成：干洁空气（氮、氧为主）、水汽、杂质（成云致雨）。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对流层：随高降温、对流强、天气多、厚度低纬大。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平流层：臭氧吸紫外、随高升温、平流、利于飞行。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高层大气：电离层反射短波、有极光。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气温垂直变化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对流层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平流层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高层大气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平流层升温。原因：靠臭氧吸紫外而非地面辐射，与对流层相反，易错，需对比。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对流层厚度差异。原因：低纬受热强对流旺故厚，需读图。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电离层作用。原因：反射无线电短波，抽象，需联通信。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大气组成与分层 ──┐
│ 组成:氮78氧21 │
│ +水汽杂质 │
│ 对流层:降/对流│
│ 平流层:升/平流│
│ 高层:电离层反│
│ 射短波/极光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低层大气含量最多的成分是__。2. 判断：平流层气温随高度升高而降低(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【提高作业】为什么民航客机一般在平流层底部飞行？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本单元主题：地球上的大气。把今天学到的方法带进下一篇——自己读、自己想、自己写。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