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第4单元 交通运输布局与区域发展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区域发展对交通运输布局的影响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人地协调观：认识交通建设与环境协调、节约用地。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综合思维：综合需求、资金、地形分析布局。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区域认知：在区域中理解线路走向差异。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地理实践力：能解释本地线路布局原因。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区域发展产生交通需求并提供资金技术，决定线路走向、等级与枢纽位置；经济发达、人口密集区线路密、标准高；交通建设也受地形地质造价制约。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需求引导：经济活跃、人口密处线路多等级高。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资金技术：发达地区有能力建高铁大桥。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限制：地形地质、造价、征地制约选线。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枢纽：多线交汇成综合枢纽。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需求与等级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资金技术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限制因素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枢纽形成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因果方向。原因：区域需求决定交通，非反之，易倒，需强调。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限制因素。原因：山区造价高致线稀，需联地形。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枢纽形成。原因：多条线交汇，需图。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区域→交通 ──┐
│ 需求:密/高等级│
│ 资金技术保障 │
│ 限制:地形地质│
│ 造价高线稀 │
│ 枢纽:多线汇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交通运输线路的密度和等级主要由区域的__大小决定。2. 判断：山区修路造价低因而线路密集(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【提高作业】为什么我国东部平原地区铁路网密度远高于西部山区？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本单元主题：交通运输布局与区域发展。把今天学到的方法带进下一篇——自己读、自己想、自己写。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