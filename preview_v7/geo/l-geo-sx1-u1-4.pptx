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第1单元 地球的运动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正午太阳高度与四季五带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人地协调观：认识太阳能利用与建筑朝向的地理依据。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综合思维：综合纬度与直射点分析太阳高度。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区域认知：在纬度上认识五带分布。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地理实践力：会算正午太阳高度并用于楼距设计。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正午太阳高度从直射点向南北递减，公式H=90°-纬度差；夏至北回归线以北最大、冬至最小；据此划分五带（热、温、寒），四季因直射点移动与高度/昼长变化形成。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分布：从直射点向南北递减。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公式：H=90°-|φ-δ|（φ当地纬，δ直射纬）。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季节：北回归线以北夏至最大冬至最小。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五带：热带（回归线间）、温带、寒带（极圈内）。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季节变化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楼距应用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五带划分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纬度差。原因：同减异加易错，需练。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公式符号。原因：绝对值别漏，需强调。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五带界。原因：回归线与极圈位置，需记。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太阳高度五带 ──┐
│ H=90°-|φ-δ| │
│ 同减异加 │
│ 夏至北最大 │
│ 楼距:用冬至 │
│ 五带:热温带寒│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正午太阳高度从太阳__点向南北两侧递减。2. 判断：北回归线以北地区冬至日正午太阳高度最大(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【提高作业】计算北京（40°N）夏至日（δ=23°26′N）的正午太阳高度，并说明对楼距的意义。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本单元主题：地球的运动。把今天学到的方法带进下一篇——自己读、自己想、自己写。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