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第2单元 资源枯竭型城市的转型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区域发展的自然环境基础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人地协调观：认识自然是基础，开发须协调。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综合思维：综合自然要素分析发展条件。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区域认知：识别区域自然环境特征。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地理实践力：能评价本地自然基础对发展的影响。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区域发展的自然环境基础包括地形、气候、水文、土壤、植被与自然资源；自然条件影响农业生产类型与产业布局，资源丰歉制约工业与城市发展，人地协调是可持续前提。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要素：地形气候水文土壤植被资源。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支撑：农业受水热地形定，工业受资源交通定。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限制：生态脆弱区宜保护不宜过度开发。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协调：禀赋决定路径，人地协调可持续。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农业支撑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工业与资源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限制与脆弱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人地协调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基础地位。原因：自然是先决条件，易轻，需强调。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要素对应。原因：各要素支持不同产业，需联，易混。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脆弱区。原因：开发受限，需点。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自然环境基础 ──┐
│ 素:地气水土生资│
│ 农:水热地形定 │
│ 工:资源交通定 │
│ 脆弱区:宜保 │
│ 协调可持续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区域工业发展往往依赖于当地的__禀赋（如矿产、能源）。2. 判断：自然条件是区域发展的唯一决定因素，与社会经济无关(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【提高作业】说明自然环境如何从农业、工业两方面影响区域发展。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本单元主题：资源枯竭型城市的转型。把今天学到的方法带进下一篇——自己读、自己想、自己写。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