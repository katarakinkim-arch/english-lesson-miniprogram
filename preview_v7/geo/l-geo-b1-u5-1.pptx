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必修第一册 · 第5单元 植被与土壤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植被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人地协调观：认识植被涵养水源、保护生态的价值。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综合思维：综合气候分析植被类型与特征。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区域认知：从纬度/干湿区定位植被类型。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地理实践力：能据叶片形态判断植被类型。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植被分天然（森林、草原、荒漠）与人工；森林含热带雨林、常绿阔叶林、落叶阔叶林、亚寒带针叶林，随热量纬度更替；草原、荒漠分布在干旱区；植被是自然环境一面"镜子"。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森林：热带雨林（终年高温多雨）、常绿阔叶林（亚热带湿润）、落叶阔叶林（温带）、针叶林（亚寒带）。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草原：热带草原（干湿季）、温带草原（半干）。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荒漠：极端干旱区。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植被反映环境，叶形示水分（针叶耐旱）。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森林类型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常绿与落叶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草原与荒漠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植被反映环境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常绿vs落叶。原因：亚热带常绿、温带落叶易混区，需联气候。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森林纬度更替。原因：随热量变化，需排序列。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叶形指示。原因：旱生叶小革质，需联环境。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植被 ──┐
│ 雨林→常绿→落叶│
│ →针叶(热量减)│
│ 常绿:亚热带 │
│ 落叶:温带 │
│ 草原:半干旱 │
│ 荒漠:极干旱 │
│ 植被=环境镜子│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亚热带季风气候区的地带性植被是__林。2. 判断：热带雨林地区全年高温多雨(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【提高作业】为什么亚寒带针叶林叶片呈针状？说明其与环境的适应关系。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本单元主题：植被与土壤。把今天学到的方法带进下一篇——自己读、自己想、自己写。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