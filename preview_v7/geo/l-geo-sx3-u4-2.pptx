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第4单元 保障国家安全的资源、环境战略与行动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国家战略与政策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人地协调观：认识空间规划对人地和谐的引导。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综合思维：综合功能分区与红线系统治理。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区域认知：在国土尺度识别功能区定位。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地理实践力：能就本地所属功能区说管控。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国家以主体功能区战略优化国土空间：划分为优化开发、重点开发、限制开发、禁止开发四类；划定生态保护红线、环境质量底线、资源利用上线"三红线"；手段含法律、规划、经济（生态补偿、环境税）。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四类：优化开发、重点开发、限制开发、禁止开发。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三红线：生态红线、环境底线、资源上线。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规划：国土空间规划"一张图"统筹。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手段：法律、规划、经济（补偿、环境税）。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优化与重点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限制与禁止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三红线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政策手段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四类区分。原因：开发强度递减，易混，需对比。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三红线。原因：三条线含义不同，需明，易漏。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经济手段。原因：补偿与税机制，需点，易浅。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战略政策 ──┐
│ 四类:优重限禁│
│ 三红线:生态 │
│ 环境资源 │
│ 手段:法规经│
│ 补偿税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我国主体功能区可分为优化开发、重点开发、限制开发和__开发四类。2. 判断：生态保护红线可以根据经济发展需要随意调整突破(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【提高作业】说明"三红线"在国土空间管控中的作用。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本单元主题：保障国家安全的资源、环境战略与行动。把今天学到的方法带进下一篇——自己读、自己想、自己写。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