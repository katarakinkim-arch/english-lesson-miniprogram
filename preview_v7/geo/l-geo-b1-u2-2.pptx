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必修第一册 · 第2单元 地球上的大气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大气的受热过程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人地协调观：理解温室效应原理，理性看待全球变暖。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综合思维：综合削弱、地面辐射、逆辐射分析热量过程。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区域认知：结合下垫面理解区域受热差异。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地理实践力：能用地温变化解释霜冻与昼夜温差现象。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太阳辐射穿过大气被削弱（吸收、反射、散射）后到达地面，地面吸收增温并以长波辐射把热量传大气；大气逆辐射把热量还给地面，形成保温效应。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削弱：吸收（臭氧吸紫外、CO2吸水汽红外）、反射（云尘）、散射（蓝天空）。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地面是大气主要直接热源（地面长波辐射）。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大气逆辐射：把热量返还地面。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保温：削弱+逆辐射使昼夜温差小于无大气。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削弱作用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地面是大气直接热源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大气逆辐射与保温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应用解释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大气直接热源。原因：学生误认太阳，实为地面辐射，需强调。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三种削弱区别。原因：吸收有选择性、反射无选择性，易混，需对比。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逆辐射作用。原因：抽象，需用"被子"类比。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大气受热过程 ──┐
│ 太阳→削弱→地面│
│ 地面辐射(长波)│
│ =大气直接热源│
│ 大气逆辐射→还│
│ 地(保温) │
│ 多云夜暖/晴霜│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大气的"直接热源"是__辐射。2. 判断：天空呈蓝色是大气反射作用(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【提高作业】用受热过程解释"秋夜晴朗无风易形成霜冻"。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本单元主题：地球上的大气。把今天学到的方法带进下一篇——自己读、自己想、自己写。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