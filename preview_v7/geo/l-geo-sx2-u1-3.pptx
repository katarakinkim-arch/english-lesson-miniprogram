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第1单元 区域与区域发展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区域发展阶段与区域发展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人地协调观：认识发展阶段规律，追求高质量协调。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综合思维：综合产业城市开放看阶段。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区域认知：识别区域所处发展阶段。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地理实践力：能据指标判断本地阶段。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区域发展阶段：以传统农业为主→工业化→高效益综合阶段；随阶段推进，产业结构由一产为主转向二三产、城市化提高、内部差异先扩后缩、对外开放增强。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阶段：传统农业→工业化→高效益综合。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产业：一产为主→二三产升→三产主导。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城市与差异：城市化提高；内部差异先扩大后缩小。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开放：对外联系由弱到强。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传统农业阶段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工业化阶段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高效益综合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差异变化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阶段顺序。原因：三阶段递进，易乱，需链。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差异变化。原因：先扩后缩，易记单向，需强调。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高效益特征。原因：三产主导、创新，需点。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发展阶段 ──┐
│ 农→工→高效 │
│ 产业:一→二三│
│ →三主导 │
│ 差异:先扩后│
│ 缩(倒U)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区域发展的最高阶段通常被称为__综合发展阶段。2. 判断：在工业化阶段，区域内部的发展差异一般会缩小(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【提高作业】说明区域从工业化阶段向高效益综合阶段演进时产业结构的变化。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本单元主题：区域与区域发展。把今天学到的方法带进下一篇——自己读、自己想、自己写。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