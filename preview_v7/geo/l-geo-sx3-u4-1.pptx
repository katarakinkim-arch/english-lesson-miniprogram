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第4单元 保障国家安全的资源、环境战略与行动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走向生态文明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人地协调观：树立绿水青山就是金山银山的理念。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综合思维：综合生态与经济看文明转型。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区域认知：识别生态优势转化经济的案例。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地理实践力：能践行低碳绿色生活。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工业文明带来物质繁荣但透支环境；生态文明强调人与自然和谐，核心理念"绿水青山就是金山银山"；路径：绿色发展、循环经济、低碳生活，把生态优势转经济优势。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反思：工业文明透支环境、不可持续。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核心理念：绿水青山就是金山银山（两山论）。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路径：绿色发展、循环低碳、产业生态化。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转化：生态优势→旅游康养等经济优势。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两山论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绿色路径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循环经济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转化案例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两山内涵。原因：生态与经济统一，易误读为对立，需透。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文明转型。原因：从工业到生态范式变，需拔高，易浅。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转化机制。原因：如何变现，需例，易空。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生态文明 ──┐
│ 反思:工业透支│
│ 两山:绿=金 │
│ 路径:绿色低 │
│ 循环:减量再用│
│ 转化:余村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生态文明建设的重要理念是"绿水青山就是__山"。2. 判断：生态文明主张为了保护环境必须停止一切经济发展(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【提高作业】用"两山论"说明生态保护与经济发展的关系。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本单元主题：保障国家安全的资源、环境战略与行动。把今天学到的方法带进下一篇——自己读、自己想、自己写。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