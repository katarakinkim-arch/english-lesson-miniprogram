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必修第一册 · 第6单元 自然灾害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气象灾害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人地协调观：认识灾害威胁，增强防灾减灾意识。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综合思维：综合气候与下垫面分析灾害成因。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区域认知：在我国地图上定位旱涝台风寒潮多发区。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地理实践力：能识别灾害预警并采取避险行动。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气象灾害包括洪涝（降水集中、排水不畅）、干旱（长时无雨）、台风（热带气旋，强风暴雨风暴潮）、寒潮（强冷空气，剧烈降温）；我国季风区旱涝频发，沿海受台风影响。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洪涝：暴雨/持续性降水+地势低平排水不畅。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干旱：长时期少雨，供需失衡。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台风：热带洋面气旋，眼外狂风暴雨，影响东南沿海。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寒潮：强冷空气南下，剧烈降温、大风、霜冻。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洪涝与干旱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台风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寒潮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分布与防御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台风眼。原因：眼区风平浪静，学生误以为中心最狂，需点。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旱涝同因。原因：都关降水，旱因少、涝因多，需对比。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寒潮利弊。原因：除害（冻虫）也有利有弊，需辨证。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气象灾害 ──┐
│ 洪涝:集中降水│
│ 干旱:长期少雨│
│ 台风:气旋眼静│
│ 寒潮:强冷降温│
│ 防御:工程+预警│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影响我国东南沿海的强热带气旋是__。2. 判断：台风中心（台风眼）风力最强(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【提高作业】简述我国季风区旱涝灾害频发的主要原因。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本单元主题：自然灾害。把今天学到的方法带进下一篇——自己读、自己想、自己写。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