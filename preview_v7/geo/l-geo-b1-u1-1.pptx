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必修第一册 · 第1单元 宇宙中的地球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地球在宇宙中的位置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人地协调观：认识地球在宇宙中的平凡位置，树立敬畏自然的态度。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综合思维：从物质性、运动性综合理解天体系统的层级结构。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区域认知：在可观测宇宙尺度上定位太阳系与地球。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地理实践力：能借助星图或软件辨认常见天体并描述其特征。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从肉眼可见的星空引入，认识恒星、行星、卫星、星云、彗星、流星体等基本天体；理解天体系统层级（地月系—太阳系—银河系—可观测宇宙）；明确地球是太阳系中一颗普通又特殊的行星。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天体：恒星、行星、卫星、星云、彗星、流星体、星际物质。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天体系统：因万有引力相互吸引、绕转形成，层级为地月系→太阳系→银河系→可观测宇宙。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太阳系：八大行星绕日公转，地球是其中一颗。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总星系=可观测宇宙，是目前人类认识的极限。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认识常见天体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天体系统层级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太阳系与地球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可观测宇宙尺度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天体vs天体系统。原因：学生常把单个天体与系统混谈，需举例。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可观测宇宙。原因：尺度超经验，需类比（如地球:宇宙≈沙粒:海滩）。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流星体vs流星。原因：流星体是天体，流星是现象，易错，需点明。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地球在宇宙中的位置 ──┐
│ 天体:恒星/行星/卫星 │
│ 星云/彗星/流星体 │
│ 天体系统层级: │
│ 地月系→太阳系 │
│ →银河系→可观测宇宙│
│ 八大行星:水金地火 │
│ 木土天海 │
│ 光年=距离单位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列举3种天体并各举一例。2. 判断：流星体是天体( )，流星是天体(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【提高作业】画出天体系统的四级层级结构图，并注明地球所在位置。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本单元主题：宇宙中的地球。把今天学到的方法带进下一篇——自己读、自己想、自己写。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