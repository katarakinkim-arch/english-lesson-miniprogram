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必修第一册 · 第6单元 自然灾害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地质灾害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人地协调观：认识地质活动不可免，但可科学防灾避险。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综合思维：综合地质构造与降水分析灾害成因。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区域认知：在我国板块边界定位地震带。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地理实践力：掌握地震避险与泥石流逃生方法。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地质灾害有地震（板块交界、断层活动，震级与烈度）、滑坡（斜坡岩土体下滑）、泥石流（暴雨挟带泥沙石块）；我国位于板块交界带，西南、西北多发，需工程与监测预警。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地震：板块交界/断层活动释放能量；震级（能量）一次固定，烈度（破坏）随地而异。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滑坡：斜坡岩土体受重力下滑，多暴雨后。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泥石流：沟谷暴雨挟泥沙石块，来势猛。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防御：抗震设防、监测、避让。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地震与震级烈度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滑坡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泥石流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防御与避险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震级vs烈度。原因：前者一次固定、后者多因素变，易混，需对比。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滑坡vs泥石流。原因：物质与形态不同，易混，需分。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避防。原因：地震躲坚物下、泥石流向侧高处逃，方向相反，需强调。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地质灾害 ──┐
│ 地震:板块交界 │
│ 震级固定/烈度变│
│ 滑坡:坡体下滑│
│ 泥石:泥水奔流│
│ 避:震躲桌下 │
│ 泥石向侧高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表示一次地震能量大小的指标是__。2. 判断：遭遇泥石流应沿沟谷向下游快速奔跑(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【提高作业】简述地震震级与烈度的区别。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本单元主题：自然灾害。把今天学到的方法带进下一篇——自己读、自己想、自己写。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