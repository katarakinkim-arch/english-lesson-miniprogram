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选择性必修3 资源环境与国家安全 · 第3单元 环境与国家安全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全球气候变化与国家安全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人地协调观：认识气候变化是人类共同安全挑战。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综合思维：综合海面粮食灾害分析影响。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区域认知：识别最脆弱区域（小岛/沿海）。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地理实践力：能为减碳提日常行动。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温室气体增多致全球变暖：冰川消融、海平面上升淹没沿海与小岛国、极端天气频发、农业带北移与粮食安全风险；小岛屿国家面临生存危机；应对需减排（碳达峰碳中和）与适应。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机理：温室气增→升温→冰川融、海面升。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影响：淹没沿海小岛、极端天候频、农带北移粮不安。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危机：小岛屿国家生存受胁、气候难民。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应对：减排（双碳）、适应、国际合作。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海平面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极端与粮食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小岛危机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应对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影响链。原因：升温引发多域连锁，需系统，易散。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小岛危机。原因：生存级威胁，需拔高，易忽。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双碳。原因：碳达峰碳中和概念，需点，易混。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气候安全 ──┐
│ 机理:温气体升│
│ 海面:淹岛岸 │
│ 极端:粮不安 │
│ 小岛:生存危 │
│ 应对:双碳适│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全球变暖导致冰川消融、海平面__，威胁沿海与小岛国。2. 判断：应对气候变化只需提高适应能力，不必减排(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【提高作业】说明全球气候变化如何通过粮食安全问题威胁国家安全。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本单元主题：环境与国家安全。把今天学到的方法带进下一篇——自己读、自己想、自己写。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