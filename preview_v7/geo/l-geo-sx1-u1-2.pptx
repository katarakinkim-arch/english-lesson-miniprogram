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第1单元 地球的运动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昼夜交替与地方时、地转偏向力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人地协调观：认识时间秩序对生活与国际协作的意义。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综合思维：综合经度与自转分析时差与偏向。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区域认知：在经度上定位时间差异。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地理实践力：会算地方时区时、判水流偏向。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地球自转产生昼夜交替（周期24h）；不同经度地方时不同，东早西晚，15°/h；全球分24区，相邻区时差1h；沿地表水平运动物体受地转偏向力，北半球右偏、南半球左偏。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昼夜交替：自转致晨昏线移动，周期24h。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地方时：经度每差15°差1h，东早西晚。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区时：24时区，各取中央经线时间，邻区差1h。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偏向：北右南左，赤道不偏，影响风河流。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地方时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区时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时差计算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地转偏向力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东早西晚。原因：易记反，需强调"东边先见日出"。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区时计算。原因：跨时区需加减，易错，需练。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偏向左右。原因：北右南左，易反，需口诀。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时差与偏向 ──┐
│ 地方时:东早西晚│
│ 15°=1h │
│ 区时:24区邻1│
│ 计算:东加西减│
│ 偏向:北右南左│
│ 赤道不偏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经度相差15°，地方时相差__小时。2. 判断：受地转偏向力，南半球水平运动物体向左偏(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【提高作业】当北京（东8区）为12点时，伦敦（中时区）是几点？并说明计算思路。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