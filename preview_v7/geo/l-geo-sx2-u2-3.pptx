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第2单元 资源枯竭型城市的转型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资源枯竭型城市的转型发展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人地协调观：认识可持续发展对资源型城市的生命线意义。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综合思维：综合产业环境社保分析转型。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区域认知：识别资源型城市的困境与方向。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地理实践力：能为某资源城提转型方案。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资源枯竭型城市因资源减采面临经济衰退、失业、环境恶化；转型路径：延长资源产业链、培育接续替代产业（如装备制造、旅游、新能源）、治理环境、完善社保。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困境：资源枯、经济衰、失业高、环境差。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延伸：拉长产业链、深加工提值（如煤→电→化）。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替代：培育接续产业（装备、旅游、新能源）。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保障：治环境、建社保、引人才。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困境与成因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延伸产业链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培育替代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保障与生态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转型内涵。原因：延伸与替代并行，易偏，需全。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接续产业。原因：要依本地条件选，易空，需例。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困境链。原因：资源枯引发系列问题，需析。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枯竭型转型 ──┐
│ 困:枯衰失业污│
│ 延伸:深加长链│
│ 替代:装备旅新│
│ 保障:治污社保│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资源枯竭型城市转型常采取延长__链、培育接续产业两条路径。2. 判断：资源枯竭型城市应完全放弃原有资源产业，另起炉灶(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【提高作业】为某煤炭资源枯竭城市设计一条可行的产业转型思路。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本单元主题：资源枯竭型城市的转型。把今天学到的方法带进下一篇——自己读、自己想、自己写。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