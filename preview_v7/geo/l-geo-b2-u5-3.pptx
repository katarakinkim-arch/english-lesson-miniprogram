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地理 · 必修第二册 · 第5单元 环境与发展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主体功能区与生态文明战略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人地协调观：认识分类施策，树立生态文明理念。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综合思维：综合承载力与现有开发定位功能。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区域认知：在国土尺度识别四类功能区。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地理实践力：能判断本地所属主体功能并提建议。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我国按资源环境承载力与开发密度划分主体功能区：优化开发、重点开发、限制开发（农产品/生态）、禁止开发（自然保护区），因地制宜分类施策，建设生态文明。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优化开发：经济密、资源紧，提质量。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重点开发：有潜力，集聚产业人口。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限制开发：农产品主产/生态脆弱，护本底。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禁止开发：自然保护核心，严格保护。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四类总览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优化与重点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限制与禁止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生态文明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四类区分。原因：名称近易混，需对比定位。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限制≠不许。原因：限制开发指限制大规模工业化，非不发展，需澄清。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禁止区。原因：即自然保护核心，需点。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主体功能区 ──┐
│ 优化:提质 │
│ 重点:集聚 │
│ 限制:限不当开│
│ 禁止:严格保 │
│ 生态文明导向│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长江三角洲地区多属于__开发区域（主体功能区类型）。2. 判断：限制开发区意味着完全禁止一切人类活动( 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【提高作业】说明主体功能区划分对生态文明建设的重要意义。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本单元主题：环境与发展。把今天学到的方法带进下一篇——自己读、自己想、自己写。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