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第3单元 大气的运动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锋面系统与天气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人地协调观：认识天气变化对生活的影响，关注预警。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综合思维：综合气团性质分析锋面天气。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区域认知：在我国识别典型锋面活动。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地理实践力：能读锋面图预报天气变化。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冷锋（冷气团主动）过境降温、大风、雨雪，过后转晴降温；暖锋（暖气团主动）连续性降水，过后升温；准静止锋（江淮梅雨、昆明准静止锋）长期阴雨。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冷锋：冷主动，锋后雨，过境大风降温雨雪、过後晴冷。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暖锋：暖主动，锋前连续性雨，过后升温。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准静止锋：冷暖气团势均，长期阴雨（梅雨、昆明）。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符号：冷锋三角、暖锋半圆。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冷锋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暖锋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雨区对比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准静止锋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雨区位置。原因：冷锋后、暖锋前，易反，需强调。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过境前后。原因：气温气压变化方向不同，需对比。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准静止。原因：久雨成因，需案例。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锋面系统 ──┐
│ 冷锋:主动冷 │
│ 雨在锋后 │
│ 暖锋:主动暖 │
│ 雨在锋前 │
│ 准静:久阴雨 │
│ 梅雨/昆明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冷锋过境时，降水主要集中在__（锋前/锋后）。2. 判断：暖锋过境后气温降低、气压升高(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【提高作业】比较冷锋与暖锋在降水位置和过境后天气上的差异。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本单元主题：大气的运动。把今天学到的方法带进下一篇——自己读、自己想、自己写。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