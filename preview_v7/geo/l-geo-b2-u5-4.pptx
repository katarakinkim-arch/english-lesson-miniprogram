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地理 · 必修第二册 · 第5单元 环境与发展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海洋权益与一带一路战略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第4课时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人地协调观：树立海洋强国意识与和平合作理念。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综合思维：综合海洋权益与开放发展看战略。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区域认知：在地图上识海洋权益范围与一带一路走向。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地理实践力：能读图说明一带一路的地理格局。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我国主张领海、毗连区、专属经济区、大陆架等海洋权益；"一带一路"通过陆海联通促进国际合作与区域发展，建设海陆统筹的开放格局。</a:t>
            </a:r>
          </a:p>
        </p:txBody>
      </p:sp>
      <p:pic>
        <p:nvPicPr>
          <p:cNvPr id="6" name="Picture 5" descr="ricefield.jpg"/>
          <p:cNvPicPr>
            <a:picLocks noChangeAspect="1"/>
          </p:cNvPicPr>
          <p:nvPr/>
        </p:nvPicPr>
        <p:blipFill>
          <a:blip r:embed="rId2"/>
          <a:srcRect l="23066" r="23066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ricefield.jpg）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权益：领海12海里、毗连区24、专属经济区200海里、大陆架。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一带一路：丝绸之路经济带+21世纪海上丝路，联通亚欧非。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意义：促贸易、产能合作、基础设施互联互通。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原则：共商共建共享。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权益范围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一带一路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走向与节点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战略意义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权益宽度。原因：各带海里数易混，需记。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专属vs领海。原因：主权程度不同，易错，需分。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战略意义。原因：多维（经济政治），易空，需具体。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海洋与一带一路 ──┐
│ 领海12/毗连24 │
│ 专属200海里 │
│ 一带:陆+海丝 │
│ 节点:港枢纽 │
│ 意义:互联互通│
│ 共赢 │
└──────────────────┘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我国主张的领海宽度是__海里。2. 判断："一带一路"仅指21世纪海上丝绸之路( )。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【提高作业】简述"一带一路"倡议对我国区域发展的地理意义。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本单元主题：环境与发展。把今天学到的方法带进下一篇——自己读、自己想、自己写。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