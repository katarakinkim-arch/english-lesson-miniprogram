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第2单元 资源枯竭型城市的转型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资源枯竭型城市转型案例探究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人地协调观：从案例中体会可持续转型的价值。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综合思维：综合两案例归纳转型规律。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区域认知：在区域中定位案例与条件。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地理实践力：能迁移案例经验分析新区域。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以河南焦作（煤城转旅游+装备）与德国鲁尔区（煤钢转高新+文化）为例，探究资源型城市转型的共性路径：延伸产业链、发展替代、环境治理、制度创新。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焦作：依托云台山旅游+装备制造成功替代煤城。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鲁尔：煤钢基地转高新技术、文化创意、生态修复。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共性：延伸+替代+治污+制度。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启示：因地制宜、超前谋划。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焦作路径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鲁尔路径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对比提炼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启示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案例条件。原因：两地禀赋不同路径异，需析。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规律提炼。原因：从个例到一般，易停留在表面，需引导。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可迁移。原因：经验要能用于新案例，需练。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案例探究 ──┐
│ 焦作:旅+装备 │
│ 鲁尔:高技+文 │
│ 共性:延伸替代│
│ 治污制度 │
│ 启示:因地宜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河南焦作依托__山发展旅游业实现产业替代。2. 判断：鲁尔区转型完全抛弃了原有工业基础(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【提高作业】从焦作与鲁尔案例中，归纳资源型城市转型的共性经验。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本单元主题：资源枯竭型城市的转型。把今天学到的方法带进下一篇——自己读、自己想、自己写。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