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第4单元 水的运动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陆地水体及其相互关系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人地协调观：认识水资源系统性，统筹保护与利用。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综合思维：综合补给来源分析水体联系。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区域认知：在区域中识别主要补给类型。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地理实践力：能读径流图判断补给类型。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陆地水体包括河流、湖泊、冰川、沼泽、地下水，彼此联系；河流补给有雨水、冰雪融水、湖泊地下水，补给决定径流的季节变化；丰水期河补湖、枯水期湖补河。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水体：河、湖、冰川、沼泽、地下，互为补给。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补给：雨水（季风区夏汛）、冰雪融水（夏汛、温高）、湖泊地下水（调蓄）。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互补：丰水河补湖/地下，枯水湖/地下补河。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径流变化反映补给。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补给类型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雨水与冰雪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湖泊地下水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相互补给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补给判读。原因：各补给季节不同，需读图，易错。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冰川vs雨水。原因：冰川夏汛但源于融雪非雨，易混，需分。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互补方向。原因：随水位高低变，需析。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陆地水体 ──┐
│ 河湖冰沼地下│
│ 补给:雨/冰雪│
│ /湖地下 │
│ 雨水:夏秋汛 │
│ 冰雪:夏温汛 │
│ 互补:高补低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我国东部季风区河流最主要的补给类型是__补给。2. 判断：以冰川融水补给为主的河流，汛期出现在冬季(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【提高作业】说明河流与湖泊之间的相互补给关系及其对径流的意义。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