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Diverse Cultures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语言能力：读懂旅行日记，提取旧金山多元文化的地点/族群/历史/特色；掌握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文化意识：理解旧金山作为"移民之城"的多元文化根源，形成"多元共生"的包容观念。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思维品质：通过"地点链+时间链"分析培养日记结构思维与跨文化比较能力。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学习能力：能用地点链+文化特色表复述文章主线。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第二课时（Reading I），语篇 A TRAVEL JOURNAL 是一篇旅行日记，讲述作者在旧金山的多元文化探索——唐人街、淘金热历史、移民社区、坎佩切区墨西哥文化。结构为抵达城市→唐人街探索→历史回顾（淘金热/移民）→多元社区体验→感悟升华。语言重点为日记衔接词（first, then, after, before long）与多元文化词汇（diverse, immigrant, ethnic, community, historical, district）。承接第一课时词汇，本课语篇中出现省略结构。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日记结构：arrival → Chinatown → history (gold rush/immigration) → diverse districts → reflection ② 顺序词：first / then / after / before long / finally ③ 核心短语：head to / used to / bring... to... / a mix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抵达与唐人街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精读段落3-4 历史与社区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gold rush（淘金热）历史背景——学生缺乏背景知识。原因：美国历史不熟。② used to do（过去常常）与 be used to doing（习惯于）的区分。③ district（区）与 community（社区）的语境区别。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I: A TRAVEL JOURNAL ────┐
│ ARRIVAL → CHINATOWN → HISTORY → │
│ DISTRICTS → REFLECTION │
│ │
│ Places: Chinatown / Mission District │
│ Cultures: Chinese / Mexican │
│ History: gold rush → immigrants │
│ │
│ head to / a mix of / used to │
│ bring... to... / shape / vibrant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遍，圈出所有顺序词（first/then/after/before long）。2. 用地点链上的3个关键地点各写1句文化特色描述。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词左右写一段：你认为多元文化对一个城市有什么影响？为什么？（用 diverse / immigrant / enrich）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