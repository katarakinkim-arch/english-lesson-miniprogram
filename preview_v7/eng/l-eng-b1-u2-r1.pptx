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第2单元 Travelling Around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Thinking: Travel Peru (Ⅰ) — 整体理解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语言能力：用略读识别语篇类型（travel brochure）及四条路线主题，用扫读提取时长、交通、亮点细节。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文化意识：了解秘鲁多元地貌与印加文明，尊重世界文化遗产。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思维品质：用表格对比四条路线（时长/交通/亮点），培养分类比较能力。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学习能力：借助路线对比表自主梳理信息并复述。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本课为第二课时，语篇为 Travel Peru 旅游手册（brochure），介绍秘鲁地理（Amazon Rainforest、Machu Picchu、Cusco、Lake Titicaca）与四条旅行路线。本节聚焦整体理解：识别语篇类型与文本特征，提取四条路线关键信息。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语篇特征：brochure——标题+短段+图片+号召语。② 四路线：Amazon Rainforest Tour / Machu Picchu Tour / Cusco Tour / Lake Titicaca Tour。③ 词汇：destination, brochure, package tour, unique, ancient。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图式激活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语篇类型识别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略读路线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扫读填表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复述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ancient /eɪnʃənt/ 中 t 不发音，易误读。原因：字母组合规律不熟。② unique 以辅音音素 /j/ 开头，用 a unique 而非 an unique。③ 长难句 which runs along... 定语从句修饰景点，学生易断句错误。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Reading Ⅰ: Travel Peru ─┐
│ Type: travel brochure │
│ ① Amazon ② Machu Picchu │
│ ③ Cusco ④ Lake Titicaca │
│ (duration / transport / highlight)│
└──────────────────────────────────┘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完成四路线对比表（时长/交通/亮点）。2. 用 5 句话复述一条路线。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【提高作业】比较两条路线，写一段 60 词推荐语。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本单元主题：Travelling Around。把今天学到的方法带进下一篇——自己读、自己想、自己写。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