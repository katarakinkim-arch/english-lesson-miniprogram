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第3单元 Sports and Fitness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Project &amp; Unit Review: Living Legends Election — 传奇评选与健康倡议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项目复习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语言能力：综合运用单元词汇与附加疑问句，以海报文体介绍一位体育传奇并发出健康倡议。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文化意识：在评选中体现对体育精神与公平竞争的尊重。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思维品质：统筹事迹—品质—启示—倡议，做有说服力的表达。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学习能力：通过小组协作完成从策划到展示的完整项目。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第八课时，单元综合产出。小组评选心中的体育传奇并制作推介海报，综合运用词汇、附加疑问句、人物描写语料，同时发起健康生活倡议。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文体：海报（标题+事迹+品质+号召）。② 语言：过去时事迹+现在时品质+附加疑问句互动。③ 产出：海报+口头推介。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任务发布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小组策划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制作海报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评价+回顾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文体退化成流水账。② 小组分工不均。③ 口头推介缺互动（附加疑问句）。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U3 Project &amp; Review ┐
│ 任务: 传奇评选+健康倡议 │
│ 文体: 海报(事迹+品质+号召)│
│ 语言: 过去时+品质+附加疑问│
│ 产出: 海报 + 口头推介 │
└──────────────────────────┘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完善海报（含事迹+品质+号召）。2. 写一段 60 词传奇推介（含 2 处附加疑问句）。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【提高作业】为健康倡议设计一周锻炼计划并说明理由。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本单元主题：Sports and Fitness。把今天学到的方法带进下一篇——自己读、自己想、自己写。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