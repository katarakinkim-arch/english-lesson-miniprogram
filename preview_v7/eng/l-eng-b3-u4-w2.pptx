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必修第三册 · 第4单元 Space Exploration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Writing · Space Exploration (P7)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写作  ·  第7课时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语言能力：能根据互评量表给同伴的太空议论文初稿提具体、可操作的修改建议。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文化意识：通过阅读同伴的议论文了解不同立场与论据。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思维品质：在互评中培养"识别问题→提出方案"的批判性反馈能力。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学习能力：建立"写→评→改→展"四步写作流程，内化为个人写作习惯。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本课为必修第三册 Unit 4 第七课时（Writing II），在 Writing I 提纲+初稿的基础上完成"互评→修改→展示→终稿"闭环。重点训练学生用同学反馈改进写作的能力。互评量表聚焦三维度：结构完整（4段）、语言质量（衔接词/不定式/词汇）、语法准确（时态/三单/标点）。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互评三维量表：结构（4段完整）+ 语言（衔接词≥2 / 不定式≥1 / 词汇多样性）+ 语法（时态/三单/标点） ② 改稿有侧重：先改结构再改语法 ③ 展示礼仪：大声/清晰/目视听众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量表培训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起草+互评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修改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展示评选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结课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学生互评时不好意思提缺点 — 需引导"给建议就是帮助对方进步"。② However 标点重复出错。③ 修改时学生只改拼写不改结构 — 需强制"先查四段是否完整"。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U4 Writing II: Peer Review ────────┐
│ WRITING PROCESS: │
│ Outline → Draft → Peer → Revise → │
│ → Final → SHARE │
│ │
│ Review Checklist: │
│ ✅ 4 paragraphs? │
│ ✅ ≥2 linkers? │
│ ✅ ≥1 infinitive? │
│ ✅ Conclusion stance? │
│ ✅ Grammar (However / tense / ;) │
└───────────────────────────────────────┘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【基础作业】根据课堂反馈修改终稿，誊抄提交。自评：在稿末写 1 句"这次写作最大的进步是…"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【提高作业】就"是否应该殖民火星"写 80 词议论文，用"话题—正方—反方—结论"框架。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本单元主题：Space Exploration。把今天学到的方法带进下一篇——自己读、自己想、自己写。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