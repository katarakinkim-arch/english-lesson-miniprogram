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Space Exploration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语言能力：能根据互评量表给同伴的太空议论文初稿提具体、可操作的修改建议。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文化意识：通过阅读同伴的议论文了解不同立场与论据。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第七课时（Writing II），在 Writing I 提纲+初稿的基础上完成"互评→修改→展示→终稿"闭环。重点训练学生用同学反馈改进写作的能力。互评量表聚焦三维度：结构完整（4段）、语言质量（衔接词/不定式/词汇）、语法准确（时态/三单/标点）。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互评三维量表：结构（4段完整）+ 语言（衔接词≥2 / 不定式≥1 / 词汇多样性）+ 语法（时态/三单/标点）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However 标点重复出错。③ 修改时学生只改拼写不改结构 — 需强制"先查四段是否完整"。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 II: Peer Review ────────┐
│ WRITING PROCESS: │
│ Outline → Draft → Peer → Revise → │
│ → Final → SHARE │
│ │
│ Review Checklist: │
│ ✅ 4 paragraphs? │
│ ✅ ≥2 linkers? │
│ ✅ ≥1 infinitive? │
│ ✅ Conclusion stance? │
│ ✅ Grammar (However / tense / ;)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【提高作业】就"是否应该殖民火星"写 80 词议论文，用"话题—正方—反方—结论"框架。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