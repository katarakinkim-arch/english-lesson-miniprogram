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History and Traditions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语言能力：综合运用本单元词汇、过去分词作宾补、比较句型、感官描写，以英文完成一份"世界历史文化探索"展板。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文化意识：通过展览形式展示各国历史文化的多样性，培养跨文化理解与尊重。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第八课时（Project），为单元终极产出课。学生以 4 人小组为单位，整合本单元5种课型所学——听与说的历史词汇+阅读的 UK 形成史+语法的过去分词作宾补+听与谈的节日比较+写作的感官地点描写——完成一份"世界历史文化探索"展板。综合考查语言能力（词汇/语法/写作）、思维品质（信息组织）和学习能力（合作分工）。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展板四模块：Country Spotlight（选一个国家+UK 形成史类似的历史概述）→ Landmark Feature（一个地标的感官描写）→ Tradition Highlight（一个节日/传统+与中国的比较）→ Travel Tip（用宾补写实用建议）② 单元知识整合：历史词汇/过去分词作宾补/比较句型/五感描写 ③ 小组分工：Historian / Landmark Writer / Tradition Expert / Travel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制作展板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四个模块的衔接——不是四个独立的块，而是"一个国家/一个地标/一个传统/一条建议"的探索旅程。② Country Spotlight 模块模仿 UK 形成史写法——学生容易只列事实没有叙事。③ 展板语言密度——要在有限空间平衡文字与视觉。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Project: Cultural Explorer ────────┐
│ 🗺️ Exploration Board: │
│ ① Country Spotlight (history overview) │
│ ② Landmark Feature (5-sense desc.) │
│ ③ Tradition Highlight (compare+contrast│
│ with China) │
│ ④ Travel Tip (use have sth done, etc.) │
│ │
│ 👥 Roles: Historian / Landmark Writer / │
│ Tradition Expert / Travel Advisor │
│ │
│ ⭐ Must: ≥2 past participles as OC │
│ ≥1 comparison / ≥2 senses │
└──────────────────────────────────────────┘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【基础作业】完成小组展板（未完成的继续做），拍照提交。写 30 词英文反思：如果我真的去这个国家旅行，我最想看什么？我的展板会让别人想去吗？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【提高作业】选展板中没有提到的那个国家的另一面（如美食/音乐/运动），写 50 词英文简报。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