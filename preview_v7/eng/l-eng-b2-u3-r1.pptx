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第3单元 The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The Internet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语言能力：读懂人物报道类叙事文，提取 Jan Tchamani 的人生转折点/互联网如何改变她/在线社区的影响；掌握 8-10 个核心动词。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文化意识：理解互联网在消除孤独、赋能弱势群体方面的积极社会作用。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思维品质：通过"困境→转折→行动→影响"故事弧线分析培养叙事结构思维。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学习能力：能用"Before→Turning Point→After→Impact"框架复述人物故事。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3 第二课时（Reading I），语篇 STRONGER TOGETHER: HOW WE HAVE BEEN CHANGED BY THE INTERNET 是一篇人物报道/叙事文，讲述英国伯明翰 61 岁女性 Jan Tchamani 因病失业后通过互联网学习新技能、创办在线社区帮助他人、最终改变自己与许多人生活的故事。结构为"困境→互联网启蒙→建立社区→影响扩散"。语言重点为叙事时间顺序词（at first / then / later / so far）与互联网赋能动词（access, inspire, remove, connect, benefit）。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叙事弧线：Loneliness→Discover Internet→Learn Skills→Create Community→Help Others ② 时间标志词：at first / then / later / after a while / so far / now ③ 核心短语：be out of work / access the Internet / apply for / benefit from / bridge 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精读段落1-2 困境与转折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精读段落3-5 社区与影响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归纳主题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access（使用/访问）作动词与名词用法。原因：学生只知名词义"通道"。提醒：本文中 access the Internet = 上网。② apply for（申请）与 apply to（适用于）区别。③ benefit from（从…获益）— 学生易写成 benefit by。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Reading I: STRONGER TOGETHER ──────┐
│ Jan's Story Arc: │
│ Lonely → Discover Internet → Learn IT │
│ → Create Community → Help Thousands │
│ │
│ out of work / access / apply for │
│ inspire / connect / benefit from │
│ bridge the gap / so far │
│ │
│ Title: "Stronger Together" │
│ = Internet connects → community builds │
│ → together we overcome loneliness │
└───────────────────────────────────────────┘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朗读课文第2-5段 2 遍，圈出所有时间标志词。2. 用故事弧线的4个阶段各写1句描述 Jan 的经历。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词左右写一段：How has the Internet changed YOUR life?（用 access / benefit from / connect）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Internet。把今天学到的方法带进下一篇——自己读、自己想、自己写。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