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Student Profile (Ⅰ) — 读析与语料库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语言能力：分析范文结构（4段式）与人物描写语块，积累性格/爱好/能力三类表达。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文化意识：理解「自我介绍」在中外校园社交中的功能差异。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思维品质：归纳 profile 的「总—分—愿」结构，培养篇章逻辑意识。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学习能力：建立个人「人物描写语块库」，为下节课写作直接调用。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第六课时（Reading for Writing Ⅰ），属「以读促写」的输入阶段。范文为一篇学生自我介绍（profile），结构：基本信息→性格→爱好→能力→愿望。目标是拆解范文结构、提炼人物描写语块（personality adjectives, hobbies, can do），为下节课独立写作建「语料库」。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结构：Basic info → Personality → Hobbies → Abilities &amp; Wishes。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语块：I'm outgoing / I'm good at... / I want to explore...。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衔接：and / also / besides 连接句。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读范文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拆结构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建语库 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激活单元词 Activate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小结+作业 Wrap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结构意识弱：学生易写成「流水账」。原因：未先画结构图，需强制提纲。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语块贫乏：只会 like。原因：缺范文输入，需本课建库。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单元词不会迁移：原因：前两节词汇未激活，需明示「可用词」。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Student Profile ─┐
│ 1 Basic info │
│ 2 Personality │
│ outgoing/confident│
│ 3 Hobbies │
│ keen on / good at│
│ 4 Abilities&amp;Wishes │
│ can / look fwd to│
│ 衔接: and/also/besid│
└─────────────────────┘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抄写语块银行三栏各3条。2. 用 be good at doing 写 2 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【提高作业】按4段结构列自己 profile 的提纲（每节2-3个要点），下节课写作用。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