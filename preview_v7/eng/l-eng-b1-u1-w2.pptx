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第1单元 Teenage Life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Student Profile (Ⅱ) — 起草与互评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语言能力：按4段结构写出 80-100 词连贯 profile，正确运用本单元词汇与 be good at doing 等搭配。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文化意识：（渗透）清晰自我介绍是校园社交起点。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思维品质：用互评量表从结构/语块/语法三维审读同伴作文，培养元认知。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学习能力：依互评反馈修改自己的 profile，形成「写—评—改」闭环。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 Unit 1 第七课时（Reading for Writing Ⅱ），写作产出阶段。学生基于上节课的结构图与语块银行，独立写一篇 80-100 词的学生自我介绍（profile），随后同伴互评（结构/语块/语法三维度），回收共性错误集中讲评。是单元「以读促写」的闭环。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结构保真：4段不缺、每段≥2句。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语块调用：至少用3个语库表达+1个单元词。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语法红线：三单、be good at doing、标点。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起草 Draft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互评 Peer review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修改 Revise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讲评+展示 Feedback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结课 Wrap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写不满/超字数。原因：提纲不细，需下课前限80-100词明示。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三单漏用。原因：中文无单三，需互评重点查。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互评流于形式。原因：无量表，需给三维勾选表。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Writing: Profile ─┐
│ 80-100 words │
│ 4 paras: │
│ info/persona/hobby│
│ /ability&amp;wish │
│ 红线: │
│ 三单! at doing! │
│ 互评3维:结/块/法 │
└────────────────────┘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【基础作业】将终稿 profile 抄正（80-100词，4段）交作业本。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【提高作业】把 profile 扩成「给笔友的一封英文邮件」（加问候与落款），下节课可选读。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本单元主题：Teenage Life。把今天学到的方法带进下一篇——自己读、自己想、自己写。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