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&amp; Unit Review: Foreign Language Festival — 外语节与语言文化海报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语言能力：综合运用单元词汇与关系副词，以海报文体介绍一门语言或文字文化。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文化意识：在介绍中体现对语言多样性的尊重与自豪。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思维品质：统筹简介—亮点—建议，做有吸引力的表达。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学习能力：通过小组协作完成从策划到展示的完整项目。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第八课时，单元综合产出。小组为一种外语或汉字文化制作介绍海报，综合运用词汇、关系副词、博客语料，并策划迷你外语节展示。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文体：海报（标题+简介+亮点+号召）。② 语言：关系副词+建议句+时态切换。③ 产出：海报+口头推介。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小组策划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评价+回顾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文体退化成流水账。② 小组分工不均。③ 口头推介缺互动。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Project &amp; Review ┐
│ 任务: 语言/文字文化海报 │
│ 文体: 标题+简介+亮点+号召│
│ 语言: 关系副词+建议句 │
│ 产出: 海报 + 口头推介 │
└──────────────────────────┘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完善海报（含四要素）。2. 写一段 60 词语言推介（含 2 处关系副词）。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【提高作业】为海报设计迷你外语节活动方案。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