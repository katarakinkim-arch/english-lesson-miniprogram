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The Chinese Writing System (Ⅰ) — 整体理解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语言能力：用略读获取文本主旨，用扫读提取汉字发展各阶段关键信息。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文化意识：理解汉字书写体系的文化价值与民族凝聚力。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思维品质：用时间线梳理汉字演变，培养时序与文化梳理能力。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学习能力：借助时间线图表自主梳理并复述。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第二课时，语篇 The Chinese Writing System: Connecting the Past and the Present 介绍汉字书写体系的历史（甲骨文—金文—隶书—楷书）及其如何连接古今、团结民族、传承文化。本节聚焦整体理解与时间线。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时间线：Shang Dynasty (oracle bones) → later forms → today。② 词汇：date back to / symbol / carve / represent / classic / appreciate。③ 意义：connect past and present / unite the nation / spread culture。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图式激活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略读段落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扫读时间线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意义提炼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复述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date back to 后接时间，学生加 from。② carve（雕刻）过去式 carved，学生漏 e。③ represent /reprɪzent/ 多音节发音。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Reading Ⅰ: 汉字书写体系 ┐
│ Shang: oracle bones (carve) │
│ → later forms → today │
│ date back to / represent │
│ 连接古今 / 团结民族 / 传文化 │
└────────────────────────────────┘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完成时间线表（阶段/形式/意义各≥3 点）。2. 用 5 句话复述汉字历史。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词短文：汉字的文化意义。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