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第4单元 History and Traditions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History and Traditions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语言能力：能根据互评量表给同伴的地点描写提具体、可操作的修改建议，重点检查感官丰富度和语言多样性。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文化意识：通过阅读同伴的地点描写了解世界各地不同的历史文化地点。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思维品质：在互评中培养"识别感官空白→提出补充方案"的批判性反馈能力。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学习能力：建立"写→评→改→展"四步写作流程，内化为个人写作习惯。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4 第七课时（Writing II），在 Writing I 地点描写初稿的基础上完成"互评→修改→展示→终稿"闭环。重点训练学生用同学反馈改进感官描写的丰富度和感染力。互评量表聚焦三维度：感官丰富（≥3种感官且具体）、结构完整（五段+有Hook+有个人感受）、语言质量（过去分词作宾补/感官词汇多样/语法准确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互评三维量表：感官（≥3种且描写具体 / 有没有一种感官特别打动人）+ 结构（五段完整 / Hook有力 / 个人感受真实）+ 语言（宾补≥1 / 感官词汇多样 / 语法准确）② 修改策略：先加感官再修语言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互评+感官补充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展示+闭眼听读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结课+自评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学生互评时不好意思说"感官不够"——需示范"I want to HEAR this place too"的表达方式。② 修改时不知如何加气味/声音——需重新激活五感词汇库。③ 展示时读得太快——地点描写需要让听众"想象"出来，语速要慢。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Writing II: Sensory Review ─────────────┐
│ Review Checklist: │
│ ✅ ≥3 senses (not just sight!) │
│ ✅ Specific, not general (not "good smell") │
│ ✅ 5-part structure (Hook→Visual→Senses→ │
│ History→Feeling) │
│ ✅ ≥1 past participle as OC │
│ ✅ Personal feeling is REAL │
│ │
│ Fix Order: 1. Add sense 2. Fix structure │
│ 3. Polish language │
└────────────────────────────────────────────────┘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【基础作业】根据课堂反馈修改终稿，配图提交。写 20 词英文反思：我的描写中最打动人的感官细节是…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【提高作业】用同样的"五感+感受"框架描写另一处你去过的历史地点（80词）。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本单元主题：History and Traditions。把今天学到的方法带进下一篇——自己读、自己想、自己写。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