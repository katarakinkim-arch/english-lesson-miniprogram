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第3单元 The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The Internet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语言能力：综合运用本单元词汇、完成时被动语态、建议句型、博客句型，以英文完成一份"互联网改变生活"数字展览展板。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文化意识：通过展览形式展示互联网在生活各个方面（教育/社交/工作/健康）的积极影响。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思维品质：在4人小组中合理分工、有效协作，培养项目管理思维。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学习能力：回顾本单元5课学习内容，建立"一个单元学什么、怎么用"的整体框架感。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3 第八课时（Project），为单元终极产出课。学生以 4 人小组为单位，整合本单元5种课型所学——听与说的网络词汇+阅读的人物叙事+语法的完成时被动+听与谈的安全建议+写作的博客——完成一份"互联网改变生活"数字展览展板。综合考查语言能力（词汇/语法/写作）、思维品质（信息组织）和学习能力（合作分工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展板四模块：How the Internet Has Changed... Education / Social Life / Work / Health（至少选2个）② 每个模块：Before→Change→Impact（用完成时被动）③ 单元知识整合：网络词汇/完成时被动/建议句型/博客风格 ④ 小组分工：Researcher / Writer / Designer / Presenter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制作展板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"改变"的英文表达多样性——学生全篇用 change 一词。提醒：可用 transform / improve / reshape / revolutionize。② 展板中的完成时被动——每个模块至少一个。③ 展板不是"好的方面"列表——也要提挑战（privacy / addiction / misinformation）。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Project: Internet Changes Lives ──┐
│ 🌐 Exhibition Modules: │
│ ① Education (online learning) │
│ ② Social Life (connection) │
│ ③ Work (remote work / skills) │
│ ④ Health (apps / information) │
│ │
│ Each Module: │
│ Before → Internet Change → Impact │
│ + Challenge (privacy / addiction) │
│ │
│ 👥 Roles: Researcher / Writer / │
│ Designer / Presenter │
│ │
│ ⭐ Must: ≥2 present perfect passive │
│ per board │
└─────────────────────────────────────────┘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【基础作业】完成小组展板（未完成的继续做），拍照片提交。写 30 词英文反思：我的角色是…从这个项目我学到了互联网的…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【提高作业】选一个不在此次展板中的互联网话题（如AI/电商/在线医疗），写 50 词英文简报。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Internet。把今天学到的方法带进下一篇——自己读、自己想、自己写。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