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Sports Legend (Ⅰ) — 读析与语料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语言能力：识别传奇短文结构（引入—事迹—品质—启示）与衔接手段，积累人物描写语料。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文化意识：在描写中体现对体育精神的敬意。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思维品质：按时间与逻辑层级组织人物事迹。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学习能力：用提纲模板搭建写作骨架。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第六课时，写作第一课时。读模型短文（介绍一位体育传奇），分析结构（引入—事迹—品质—启示）与语言，积累语料。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结构：introduction → achievements → qualities → inspiration。② 时态：事迹用过去时，品质评价用现在时。③ 语料：determination/mental strength/set an example/make sb.+adj。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读范文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析结构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时态标注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搭提纲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时态切换：事迹过去 vs 品质现在。② inspiration（启示）抽象词拼写。③ -ing 主语与 make sb.+adj 运用不熟。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 Ⅰ: 体育传奇 ┐
│ 结构: intro→achievements │
│ →qualities→inspiration│
│ 时态: 事迹过去 / 品质现在 │
│ 语料: determination/make sb.│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完成传奇提纲（四部分各≥2 点）。2. 整理品质词与事迹动词各 5 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【提高作业】用提纲写一段 80 词传奇初稿。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