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第3单元 Diverse Cultures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Diverse Cultures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语言能力：准确识别并产出省略结构的句子，在多元文化话题中产出 5 个以上正确省略句。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文化意识：通过省略更简洁流畅地描述城市文化。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思维品质：通过"发现例句→归纳规则→应用规则"的归纳法培养语法学习策略。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学习能力：建立"语法自查表"——写作后自行检查省略是否引起歧义。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3 第四课时（Discovering Useful Structures），系统教学省略（ellipsis）的用法。基于 Reading 语篇中提取的例句，引导学生归纳出规则：省略主语/谓语/主谓/介词等冗余成分，前提是不引起歧义。常见于日记、对话、谚语、并列结构中。通过多元文化主题的语境化练习巩固。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省略类型：主语省略 / 谓语省略 / 主谓省略 / 介词省略 ② 并列结构中的省略（Some..., others...）③ 状语从句中的省略（When/While/Though + -ing/形容词）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状语从句省略讲练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改写操练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改错巩固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省略的前提——不引起歧义。原因：学生易省略关键信息。② 状语从句省略（When in Rome...）中主语+be 的省略规则。③ 并列结构省略的位置——省略后半句的谓语。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Grammar: Ellipsis (省略) ───────┐
│ Types: │
│ ① Subject: When in Rome, do as... │
│ ② Predicate: Some..., others... │
│ ③ S+V: Though tired, he continued │
│ ④ Prep: the same age as you │
│ │
│ Adverbial clause ellipsis: │
│ When/While/Though + (S+be) + ... │
│ Rule: main S = clause S │
│ │
│ ⚠️ Don't omit if it causes ambiguity! │
│ ✗ When in Rome, the food is great.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用省略结构各造 2 句关于多元文化城市的句子（含状语从句省略和并列省略）。2. 将以下完整句改写为省略句：When you are in San Francisco, you should visit Chinatown.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词短文描述一个多元文化城市，要求至少用 3 个省略结构。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本单元主题：Diverse Cultures。把今天学到的方法带进下一篇——自己读、自己想、自己写。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