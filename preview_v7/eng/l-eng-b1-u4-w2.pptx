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Disaster Summary (Ⅱ) — 起草与互评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语言能力：依据提纲写 80 词灾害摘要，正确使用过去时与定语从句，段落连贯。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文化意识：在摘要中体现对受灾者的关切。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思维品质：依据量规评价同伴作品并提出建议。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学习能力：通过互评-修改循环提升自我修改能力。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第七课时，写作第二课时。基于提纲起草成文，运用过去时与定语从句，经同伴互评修改定稿。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成段：四结构+衔接词。② 时态：叙事过去时。③ 互评量规：结构/时态/语言/衔接。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回顾要求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时态滑回现在。② 定语从句关系代词选错。③ 互评流于表面。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 Ⅱ: 起草+互评 ┐
│ 量规: 结构/时态/语言/衔接 │
│ 时态: 叙事过去时 │
│ 流程: 起草→互评→修改→定稿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定稿灾害摘要（≥80 词，四结构齐全）。2. 用红笔标出过去时与定语从句。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【提高作业】为摘要配一段 30 词防灾启示。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