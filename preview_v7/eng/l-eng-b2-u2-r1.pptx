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Wildlife Protection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语言能力：读懂旅行日志类记叙文，提取作者在羌塘保护区的见闻/藏羚羊保护成效/现存挑战；掌握 8-10 个描述类核心词汇。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文化意识：了解中国在藏羚羊保护上取得的成就，增强民族自豪感与野生动物保护意识。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思维品质：通过"叙述—反思"双层结构分析培养记叙文深层阅读策略。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学习能力：能用"所见—所感—所思"框架复述文章主体内容。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第二课时（Reading I），语篇 A DAY IN THE CLOUDS 是一篇旅行日志/记叙文，作者记述在西藏羌塘自然保护区观察藏羚羊的经历，穿插保护成效（种群恢复）与现存挑战（盗猎、栖息地缩减）的对比。结构为"到达→观察→反思→行动呼吁"。语言重点为记叙文时间顺序词（in the evening / after a while / at dawn）与野生动物保护描述词汇（graceful, observe, recover, threaten, reserve）。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记叙文结构：Arrival → Observation → Reflection → Call to action ② 时间顺序词：at dawn / in the evening / after a while / later ③ 核心短语：make out / watch over / day and night / be struck by / remind sb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到达与观察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精读段落3-4 反思与挑战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make out（辨认出）学生易按字面理解为"做出来"。原因：多义词块。提醒：本文指 in the distance 能隐约看清。② watch over（守护/照看）≠ look at（看）— 前者有"负责保护"的含义。③ be struck by（被…打动）≠ be hit by（被打）— struck 是 strike 的过去分词。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I: A DAY IN THE CLOUDS ──────┐
│ Arrival → Observation → Reflection → Call │
│ │
│ make out / watch over / be struck by │
│ graceful / recover / threaten / observe │
│ │
│ Tibetan Antelope: Past vs Now │
│ 1990s: population ↓ (poaching) │
│ Today: ~300,000 (conservation success) │
│ Challenges: habitat loss, illegal hunting │
│ │
│ Title: "Clouds" = high altitude + dreamlike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朗读课文第2-4段 2 遍，圈出所有时间顺序词。2. 用对比表写 3 句话描述藏羚羊保护前后的变化。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词左右写一段：What can we learn from the success of Tibetan antelope conservation?（用 make out / be struck by / recover）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