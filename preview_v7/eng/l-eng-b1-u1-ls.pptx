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Speaking: Senior High Life &amp; School Clubs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语言能力：听懂新生校园对话与社团广播的主旨与关键细节（社团名、活动时间），准确说出 6-8 个校园/社团词汇。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文化意识：了解中外高中社团文化异同，体会社团活动对青少年成长的积极意义。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思维品质：在听力中通过「听前读题支预测—听中验证」形成基本听力策略。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I'd prefer... / I'm keen on... 就社团选择做简短配对访谈，并记录同伴偏好。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本课为必修第一册 Unit 1 Teenage Life 第一课时（Listening and Speaking），属单元「导入+输入」环节。语篇为一段新生校园对话与一段社团招新广播，功能语境是「初入高中、认识校园、选择社团」。语言重点为校园设施与社团名称词汇（registration, campus, club, debate, volunteer...）及表达喜好意愿的句型（I'd like to... / I'm interested in...）。承接初中已学的 like doing / there be，为后续 Reading 的「高中生活」主题做词汇与话题预热。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核心词汇：registration, campus, club, debate, volunteer, literature, herb, prefer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功能句型：I'd like to join... / I'm interested in... / Which club do you recommend?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听力策略：听前读题支预测，听中抓关键词（社团名+时间）。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 Lead-in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听前预测 Pre-listening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听力1 对话 While-listening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听力2 广播 While-listening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口语输出 Pair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易混词：club（社团）vs class（班级）；volunteer 动名同形。原因：中文无对应区分，需用例句固化。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长句听写困难：广播语速快、信息密。原因：B班听觉工作记忆有限，需分层任务（先抓社团名再补细节）。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口语冷场：怕说错。原因：缺乏句式支架，需提供句型菜单降低焦虑。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Listening &amp; Speaking ─┐
│ Campus: lib / canteen / gym │
│ Clubs (name | who) │
│ Radio — Fri / anyone │
│ Debate — lovers of argue │
│ Volunteer — helpers │
│ 表达意愿: │
│ I'd like to join... │
│ I'm interested in... │
│ Which club recommend? │
└─────────────────────────────┘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遍，圈出所有社团名称。2. 用 I'd like to... 写 3 句「我想加入的社团」。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【提高作业】采访一位同学，记录他/她最想加入的社团及原因，下节课用 1 分钟英文汇报。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