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Living Legends (Ⅰ) — 整体理解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语言能力：用略读获取两位传奇主旨，用扫读提取事迹与品质细节（荣誉、挑战、应对）。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文化意识：理解体育精神（坚韧、团队、分享），树立积极人生观。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思维品质：用人物信息表对比郎平与乔丹（身份/成就/品质），培养比较归纳能力。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学习能力：借助人物信息表自主梳理并复述。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第二课时，语篇 Living Legends 介绍两位体育传奇：郎平（排球运动员/教练）与迈克尔·乔丹（篮球）。本节聚焦整体理解：提取人物事迹与品质（determination, mental strength, 团队精神）。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人物：Lang Ping（player/coach/person）、Michael Jordan（Air Jordan）。② 品质词：determination / mental strength / teamwork / share success。③ 词汇：honour, glory, champion, injury, fall apart, lose heart。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图式激活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略读主旨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扫读填表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品质提炼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复述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determination /dɪtɜːmɪneɪʃn/ 多音节词拼读难。原因：构词 deter+min+ation。② fall apart（分崩离析）短语义，学生直译。③ lose heart（灰心）≠ lose one heart，易混。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Ⅰ: Living Legends ┐
│ Lang Ping: player/coach/person │
│ Jordan: Air Jordan, mental str. │
│ 品质: determination/teamwork/ │
│ share success 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完成两位传奇信息表（身份/成就/挑战/品质）。2. 用 5 句话复述一位传奇。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词短文：你心中的体育传奇及其品质。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