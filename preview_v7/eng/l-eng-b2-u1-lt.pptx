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第1单元 Cultural Heritage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and Talking · Cultural Heritage (P5)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听与谈  ·  第5课时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语言能力：听懂关于文化遗产保护建议的对话，提取建议内容与理由；能用至少 4 种句型提出保护建议并给出理由。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文化意识：体会"每个人都可以为文化遗产保护出力"的参与意识。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思维品质：在讨论中练习"提出建议→给出理由→回应同伴建议"的完整对话链。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学习能力：通过建议对话训练批判性倾听——听懂后回应而非只等自己说。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1 第五课时（Listening and Talking），语境为"讨论如何保护文化遗产"。听力材料为一段关于当地古迹保护措施的对话，口语输出任务为就一处待保护的遗产地给出建议。功能语言为提出和回应建议（How about...? / Why don't we...? / That's a good idea because...）。结合语法课所学的定语从句，在口语中自然运用关系代词做信息补充。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建议句型：How about doing...? / Why don't we...? / I suggest we... / We should... ② 回应句型：That's a good idea because... / I agree, but... / I'm not sure, because... ③ 听力重点：抓住建议+理由的配对信息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导入激活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听力抓建议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听中记录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句型操练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角色扮演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Why don't we... 是建议不是疑问 — 学生易用 Why not we...（错误）。原因：母语直译干扰。② protect / preserve 在口语中混用 — 听力中需听出语境区别。③ 回应时 only say "yes" or "no" no reason — 需培养 because 跟进的意识。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U1 Listening &amp; Talking ─────────┐
│ Suggestions: │
│ How about + doing...? │
│ Why don't we + do...? │
│ I suggest we + do... │
│ We should / could + do... │
│ │
│ Responses: │
│ That's a good idea because... │
│ I agree, but... │
│ I'm not sure, because... │
│ │
│ Chain: Suggest → Reason → Respond │
└───────────────────────────────────┘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 2 遍，圈出所有建议句型。2. 用至少 2 种建议句型各写 1 句保护遗产的建议+理由。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 60 词对话：两人讨论如何保护一处当地古迹（至少 4 轮，含建议与回应）。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本单元主题：Cultural Heritage。把今天学到的方法带进下一篇——自己读、自己想、自己写。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