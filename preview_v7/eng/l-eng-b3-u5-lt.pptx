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必修第三册 · 第5单元 The Value of Money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Listening and Talking · The Value of Money (P5)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听与谈  ·  第5课时  ·  40分钟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语言能力：听懂关于"百万英镑怎么花"的对话，提取选择与理由；能用至少 4 种句型做假设与推理。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文化意识：体会"金钱使用反映价值观"的反思精神。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思维品质：在讨论中练习"假设→推理→后果→评价"的完整对话链。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学习能力：通过假设对话训练批判性倾听——听懂后回应而非只等自己说。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本课为必修第三册 Unit 5 第五课时（Listening and Talking），语境为"讨论如果你有一百万英镑会怎么做"。听力材料为一段关于中彩票/获赠巨款后不同选择的对话，口语输出任务为就"百万英镑怎么花"做假设性讨论与表态。功能语言为假设与推理（If I had..., I would... / I would probably... / I might... / That would be...）。结合语法课所学的情态动词+have done，在口语中自然运用对过去的推测。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假设句型：If I had..., I would... / I would probably... / I might... ② 推理句型：That would be... / The reason is... / Because... ③ 听力重点：抓住假设+理由的配对信息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导入激活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听力抓假设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听中记录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句型操练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角色扮演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If I had（虚拟语气）用 had 不用 have — 学生易错。原因：母语干扰。② would/might 的概率区分。③ 回应时 only say "me too" no reasoning — 需培养 because 跟进的意识。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U5 Listening &amp; Talking ─────────┐
│ Assumption: │
│ If I had..., I would... │
│ I would probably... │
│ I might... │
│ Reasoning: │
│ The reason is... │
│ Because... │
│ That would be... │
│ │
│ Chain: Assume → Reason → Consequen │
└────────────────────────────────────┘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听录音 2 遍，圈出所有假设句型。2. 用 If I had..., I would... 写 2 句百万英镑假设+理由。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【提高作业】写 60 词对话：三人讨论"百万英镑怎么花"（至少 4 轮，含假设与推理）。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本单元主题：The Value of Money。把今天学到的方法带进下一篇——自己读、自己想、自己写。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