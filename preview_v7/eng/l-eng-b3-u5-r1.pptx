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第5单元 The Value of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The Value of Money (P2)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语言能力：读懂戏剧节选，提取 Henry 的境遇/打赌内容/钞票获得/态度转变；掌握 8-10 个论述类核心词汇。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文化意识：理解"金钱考验人性"的主题，形成"金钱不是万能"的辩证观念。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思维品质：通过"冲突链+态度转变"分析培养戏剧结构思维与人物分析能力。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学习能力：能用冲突链+态度表复述文章主线。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5 第二课时（Reading I），语篇 THE MILLION POUND BANK NOTE (Act 1, Scene 3) 是马克·吐温戏剧的节选，讲述穷困潦倒的 Henry Adams 被两个富豪兄弟打赌——给他一张百万英镑钞票，看他会否饿死或暴富。结构为背景引入（Henry 落难）→ 兄弟打赌→ Henry 获钞→ 店主态度转变→ 悬念留白。语言重点为戏剧对话词汇（bet, permit, seek, stare, spot, indeed, manner）与人物描写词。承接第一课时词汇，本课语篇中出现情态动词+have done 结构。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戏剧结构：background (Henry lost) → bet (brothers) → bank note (Henry gets) → attitude change (shop owner) → suspense ② 核心短语：make a bet / permit sb to / stare at / spot sb / indeed ③ 戏剧冲突：金钱如何改变人际关系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导入设问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快速阅读抓主干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精读段落1-2 背景与打赌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精读段落3-4 获钞与转变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make a bet（打赌）的用法——bet 既动词又名词。原因：多词性。② permit sb to do（允许某人做）的 to 不可省。③ indeed（确实）的语用功能——表强调确认。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Reading I: MILLION POUND NOTE ─┐
│ BACKGROUND → BET → BANK NOTE → │
│ ATTITUDE CHANGE → SUSPENSE │
│ │
│ Henry: poor sailor → gets note │
│ Brothers: make a bet │
│ Shop owner: rude → respectful │
│ │
│ make a bet / permit to / stare at │
│ spot / indeed / manner / human nature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朗读课文第2-3段 2 遍，圈出所有戏剧词汇（bet/permit/stare/spot/indeed）。2. 用冲突链上的3个关键事件各写1句剧情描述。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80 词左右写一段：你认为金钱能改变人性吗？为什么？（用 bet / stare / human nature）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Value of Money。把今天学到的方法带进下一篇——自己读、自己想、自己写。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