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必修第二册 · 第3单元 The Internet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Writing · The Internet (P6)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写作  ·  第6课时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语言能力：掌握博客文章的"Hook→Body→Reflection→Closing"四段结构，在互联网话题中产出 80-100 词语气自然、有互动感的博客文章。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文化意识：理解博客作为数字时代个人表达与社区交流的工具价值。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思维品质：通过"选择经历→提炼感悟→邀请回应"训练从个人经历到普遍意义的思维提炼。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学习能力：建立"博客≠作文"的体裁意识——学会使用 Hook、提问读者、非正式但礼貌的语气。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本课为必修第二册 Unit 3 第六课时（Reading for Writing I），写作体裁为关于网络经历的博客文章（Write a Blog Post）。博客结构为：吸引人的标题→开头Hook→主体（你的经历+感受+学到的）→结尾（思考/邀请评论）。语言重点为博客特有的口语化但正式的语气（I'd like to share... / Here's what happened... / Have you ever...?）及互联网词汇。结合本单元 Reading 的人物叙事与语法课的被动语态，实现"读-语法-写"闭环。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博客四段结构：Catchy Title → Hook（吸引注意）→ Body（经历+感受）→ Reflection + Call for Comments ② 博客句型：I'd like to share... / Here's what I learned... / Have you ever experienced...? / What about you? ③ 语气：亲切、个人、有互动感但不随意。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范本解构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四段结构讲透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博客句型库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头脑风暴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起草博客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同伴初评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博客标题的技巧——和海报标题不同，博客标题可以长一点但要有好奇心。② Hook 的写法——开头第一句决定读者是否继续。③ 博客结尾的"Call for Comments"——学生不习惯在文章结尾向读者提问。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U3 Writing: Blog Post ─────────────────┐
│ ① CATCHY TITLE │
│ ② HOOK (question / surprising fact) │
│ ③ BODY (what happened + feelings) │
│ ④ CLOSING (reflection + ask readers!) │
│ │
│ Blog Voice Tips: │
│ Talk TO reader (you / your) │
│ Ask questions │
│ Be real &amp; personal │
│ Use: I'd like to share... / Have you... │
│ Looking back... / What about you? │
└────────────────────────────────────────────┘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【基础作业】按课堂初稿完成 80-100 词博客。要求：四段完整、至少 1 个完成时被动、至少 2 个博客句型、结尾有互动提问。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【提高作业】将博客发布到班级英语学习群（或打印出来贴在教室），并回复至少 1 位同学的博客评论（英文）。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本单元主题：The Internet。把今天学到的方法带进下一篇——自己读、自己想、自己写。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