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第2单元 Morals and Virtues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Morals and Virtues (P2)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语言能力：读懂人物传记，提取林巧稚人生关键抉择的时间线/动机/结果；掌握 8-10 个论述类核心词汇。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文化意识：理解林巧稚"医者仁心"的奉献精神，形成"个人价值与社会责任"的辩证观念。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思维品质：通过"抉择链"分析培养传记结构思维与价值判断能力。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学习能力：能用时间轴+抉择表复述林巧稚的人生主线。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2 第二课时（Reading I），语篇 MOTHER OF TEN THOUSAND BABIES 是一篇人物传记，讲述"万婴之母"林巧稚医生的人生抉择——放弃婚姻与留学机会，将一生奉献给妇产科事业，接生近五万婴儿。结构为背景引入→人生关键抉择（留学/婚姻/抗战/新中国）→奉献精神升华。语言重点为传记衔接词（however, instead, after all）与道德主题词汇（sacrifice, principle, responsible, devote, deliver, reject）。承接第一课时词汇，本课语篇中出现 -ing 形式作宾语补足语。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传记结构：background → choices (study/marriage/war/new China) → devotion → legacy ② 时间线词汇：in 1901 / as a young girl / instead / after all ③ 核心短语：devote... to... / give up / carry sb through / tend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导入设问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快速阅读抓主干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精读段落1-3 背景与早期抉择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精读段落4-5 奉献与精神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sacrifice（牺牲）在文中的具体含义——林巧稚牺牲了婚姻而非生命。原因：学生易泛化理解。② devote... to...（致力于）的 to 是介词后接 doing。③ reject（拒绝）与 refuse 的区别——reject 更强调"主动排斥"。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Reading I: MOTHER OF TEN THOUSAND ─┐
│ BACKGROUND → CHOICES → DEVOTION → LEGACY │
│ │
│ Choices: medicine/marriage/war/retire │
│ Sacrifice: family, abroad, personal life │
│ Legacy: 50,000 babies, medical ethics │
│ │
│ devote to / give up / carry through │
│ tend to / reject / principle │
└──────────────────────────────────────────┘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朗读课文第2-3段 2 遍，圈出所有转折词（however/instead/after all）。2. 用时间轴上的3个关键抉择各写1句事件描述。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80 词左右写一段：你认为林巧稚最艰难的抉择是什么？为什么？（用 sacrifice / devote to / principle）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本单元主题：Morals and Virtues。把今天学到的方法带进下一篇——自己读、自己想、自己写。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