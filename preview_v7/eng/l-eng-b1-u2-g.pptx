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Structures: 现在进行时表将来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语言能力：识别并用现在进行时表达已安排的将来计划，区分其与 will 的语用差异。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文化意识：体会计划性表达的得体性——已定 vs 预测。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思维品质：对比 be doing（已安排）与 will（临决定/预测），培养语境判断力。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学习能力：用时间轴图表归纳将来表达的多种形式。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第四课时，语法点：现在进行时（be doing）表示按计划即将发生的将来动作，常用于出行安排（I am leaving tomorrow / We are flying to Peru）。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结构：主语 + am/is/are + doing。② 用法：已安排的将来计划，常配时间状语。③ 与 will 区别：be doing=已定，will=临决/预测。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观察例句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 will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时间轴归纳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操练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be 动词随主语：I am / He is / They are，学生漏改。原因：母语无形变化。② come/go/leave/arrive 等位移动词最常用进行时表将来。③ will 与 be doing 混用——前者无计划性。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Grammar: be doing → future ┐
│ S + am/is/are + V-ing │
│ = 已安排的计划(配时间状语) │
│ be doing(已定) vs will(临决/预测)│
│ come/go/leave/arrive 高频 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be doing 改写 5 句将来计划。2. 辨析 be doing 与 will 各 3 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50 词周末计划，至少 3 处 be doing。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