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History and Traditions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语言能力：听懂关于英国传统节日的对话，提取节日名称/日期/习俗/意义；能用英文介绍一个中国传统节日并比较中英异同。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文化意识：通过中英节日比较体会文化多样性，增强本土文化自信。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思维品质：在比较中练习"找出相似→指出差异→解释原因"的三步比较思维。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学习能力：通过比较对话训练双向文化视角——既看别人也反思自己。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第五课时（Listening and Talking），语境为"讨论英国传统与节日"。听力材料为一段关于英国传统节日与习俗的对话，口语输出任务为介绍一个中国传统节日并比较中英文化异同。功能语言为表达惊讶与兴趣（Really? / That's interesting! / I didn't know that! / Tell me more!）及比较句型（Similarly,... / In contrast,... / While...,...）。结合语法课的过去分词作宾补，在口语中自然运用如"I've seen this festival celebrated"等结构。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节日词汇：celebration / custom / tradition / originate from / symbolise / mark ② 表达惊讶/兴趣：Really? / That's fascinating! / I didn't know that! / Tell me more about... ③ 比较句型：Similarly,... / In contrast,... / While...,... / Both... share...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听中录回应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句型操练+比较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originate from（起源于）— 学生易少写 from。② celebrate /selɪbreɪt/ 发音 — 重音在第一音节，不是 /səlebreɪt/。③ 比较时只列相同不说不同、或反之——需训练"相同+不同+原因"的完整比较。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Listening &amp; Talking ────────────────┐
│ Festivals: │
│ celebration / custom / tradition │
│ originate from / symbolise / mark │
│ │
│ Showing interest: │
│ Really? / That's fascinating! │
│ I didn't know that! / Tell me more! │
│ │
│ Comparing: │
│ Similarly, both... share... │
│ In contrast, ... while ... │
│ Unlike..., ... │
└───────────────────────────────────────────┘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遍，圈出所有节日词汇。2. 用比较句型写 3 句比较一个中国节日和一个英国节日。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词对话：向一位外国朋友介绍端午节（或你最喜欢的节日），含至少 1 次兴趣回应和 1 个比较。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