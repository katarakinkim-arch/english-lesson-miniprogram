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The Value of Money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语言能力：听懂关于金钱观与消费的听力材料，提取关键信息（物品/价格/态度/选择），准确使用 6-8 个金钱核心词汇。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文化意识：了解中外金钱观的差异，体会"理性消费"的价值观。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思维品质：通过"听前预测—听中验证—听后推理"形成系统听力策略。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 think it is worth... / I would rather... 就消费选择做简短发言。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The Value of Money 第一课时（Listening and Speaking），属单元导入+输入环节。听力材料为一段关于金钱观与消费习惯（spending habits）的对话与独白，功能语境是"讨论金钱的价值与消费选择"。语言重点为金钱词汇（money, value, spend, save, cost, afford, worth, expense, budget）及表达消费观句型（I think it is worth... / I would rather... / It is a waste to...）。为本单元 Reading 的"百万英镑"戏剧做词汇与话题预热。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金钱核心词汇：money / value / spend / save / cost / afford / worth / expense / budget ② 消费观句型：I think it is worth... / I would rather... / It is a waste to... ③ 听力微技能：听前读题支预测关键词、听中抓价格与态度。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afford（负担得起）拼写与用法。原因：学生易与 effort 混淆。：afford /əfɔːd/，后接 to do 或名词。② worth（值得）后接 doing 或名词，不用 to do。③ budget（预算）作名词与动词的双重用法。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Speaking ──────┐
│ money / value / spend / save │
│ cost / afford / worth / expense │
│ budget │
│ │
│ I think it is worth... │
│ I would rather... │
│ It is a waste to... │
│ │
│ Spending Card: │
│ phone | expensive | worth buying │
│ save | budget | smart choice │
└───────────────────────────────────┘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遍，圈出所有金钱词汇。2. 用 I think it is worth... 写 3 句消费选择。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【提高作业】用英文写一段 50 词：描述一次你的消费经历，包含物品/价格/态度/是否值得。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