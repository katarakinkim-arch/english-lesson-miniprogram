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英语 · 必修第一册 · 第1单元 Teenage Life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Listening and Talking: Plan a Camp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听与谈  ·  第5课时  ·  40分钟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    |    年级：高一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1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语言能力：听懂规划对话中的打算与建议；用 be going to 说计划，用 Why don't we... / How about... 提建议并恰当回应。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文化意识：了解露营等户外活动的协作文化，体会「提议—协商」的沟通礼貌。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思维品质：在对话中听出「建议—接受/拒绝」的逻辑链，培养交际推理。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学习能力：小组合作完成一份露营计划，并做 1 分钟英文汇报。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本课为 Unit 1 第五课时（Listening and Talking），话题「计划一次露营」。输入为一段规划对话，输出目标为用 be going to / will 谈未来计划、用 Why don't we... / How about... 提建议。承接语法课的短语概念，并把「计划+建议」功能落到真实交际，是单元内「做中学」的口语高峰。</a:t>
            </a:r>
          </a:p>
        </p:txBody>
      </p:sp>
      <p:pic>
        <p:nvPicPr>
          <p:cNvPr id="6" name="Picture 5" descr="typewriter.jpg"/>
          <p:cNvPicPr>
            <a:picLocks noChangeAspect="1"/>
          </p:cNvPicPr>
          <p:nvPr/>
        </p:nvPicPr>
        <p:blipFill>
          <a:blip r:embed="rId2"/>
          <a:srcRect l="5860" r="5860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typewriter.jpg）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159715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9570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计划：be going to + v.（表打算）/ will（临场决定）。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078480"/>
            <a:ext cx="10911535" cy="159715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18820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627120"/>
            <a:ext cx="9997135" cy="9570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建议：Why don't we...? / How about...? / Let's...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4785360"/>
            <a:ext cx="10911535" cy="159715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489508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5334000"/>
            <a:ext cx="9997135" cy="9570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回应：Good idea! / I'd rather... / That sounds great.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1 导入 Lead-in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2 听力抓计划 While-listening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3 听力抓建议 Catch suggestions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4 角色扮演 Role-play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5 汇报+作业 Report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be going to 与 will 混用。原因：未区分「事先打算」vs「当场决定」，需给情境对比。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建议句式选择。原因：只记 Shall we，需扩展并练礼貌梯度。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拒绝建议不会委婉。原因：缺 I'd rather / Maybe next time 等，需给话轮。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 Plan a Camp ─┐
│ plan: be going to + v │
│ (打算, 事前) │
│ will (当场决定) │
│ suggest: │
│ Why don't we...? │
│ How about...? │
│ respond: │
│ Good idea! / Rather │
└───────────────────────┘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听录音对话 2 遍。2. 用 be going to 写 3 句「周末计划」。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【提高作业】四人小组完成一份英文露营计划单（四栏齐全），下节课展示。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本单元主题：Teenage Life。把今天学到的方法带进下一篇——自己读、自己想、自己写。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