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Talking: Plan a Camp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语言能力：听懂规划对话中的打算与建议；用 be going to 说计划，用 Why don't we... / How about... 提建议并恰当回应。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文化意识：了解露营等户外活动的协作文化，体会「提议—协商」的沟通礼貌。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思维品质：在对话中听出「建议—接受/拒绝」的逻辑链，培养交际推理。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学习能力：小组合作完成一份露营计划，并做 1 分钟英文汇报。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第五课时（Listening and Talking），话题「计划一次露营」。输入为一段规划对话，输出目标为用 be going to / will 谈未来计划、用 Why don't we... / How about... 提建议。承接语法课的短语概念，并把「计划+建议」功能落到真实交际，是单元内「做中学」的口语高峰。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计划：be going to + v.（表打算）/ will（临场决定）。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建议：Why don't we...? / How about...? / Let's...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回应：Good idea! / I'd rather... / That sounds great.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 Lead-in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听力抓计划 While-listening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听力抓建议 Catch suggestions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角色扮演 Role-play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汇报+作业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be going to 与 will 混用。原因：未区分「事先打算」vs「当场决定」，需给情境对比。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建议句式选择。原因：只记 Shall we，需扩展并练礼貌梯度。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拒绝建议不会委婉。原因：缺 I'd rather / Maybe next time 等，需给话轮。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Plan a Camp ─┐
│ plan: be going to + v │
│ (打算, 事前) │
│ will (当场决定) │
│ suggest: │
│ Why don't we...? │
│ How about...? │
│ respond: │
│ Good idea! / Rather │
└───────────────────────┘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听录音对话 2 遍。2. 用 be going to 写 3 句「周末计划」。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【提高作业】四人小组完成一份英文露营计划单（四栏齐全），下节课展示。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