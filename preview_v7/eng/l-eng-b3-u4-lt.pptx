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第4单元 Space Exploration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Listening and Talking · Space Exploration (P5)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听与谈  ·  第5课时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语言能力：听懂关于太空探索辩论的对话，提取立场与论据；能用至少 4 种句型表达立场并论证。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文化意识：体会"科技投入需要理性辩论"的思辨精神。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思维品质：在讨论中练习"立场→论据→反论→结论"的完整辩论链。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学习能力：通过辩论对话训练批判性倾听——听懂后回应而非只等自己说。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4 第五课时（Listening and Talking），语境为"辩论太空探索是否值得"。听力材料为一段关于太空探索投入与回报的辩论对话，口语输出任务为就"太空探索是否值得"做正反辩论与表态。功能语言为表达立场与论据（I strongly believe... / The main reason is... / On the contrary... / Despite..., I think...）。结合语法课所学的不定式，在口语中自然运用 to do 表目的。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立场句型：I strongly believe... / In my opinion... / I am convinced that... ② 论据句型：The main reason is... / For one thing... / For another... ③ 反论句型：On the contrary... / Despite..., I think... / However...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导入激活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听力抓立场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听中记录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句型操练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角色扮演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On the contrary（相反）表反驳 — 学生易与 on the other hand（另一方面）混。原因：形近意近。② Despite（尽管）后接名词/doing，不接句子。③ 回应时 only say "I disagree" no reason — 需培养 The main reason 跟进的意识。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U4 Listening &amp; Talking ─────────┐
│ Position: │
│ I strongly believe... │
│ In my opinion... │
│ I am convinced that... │
│ Reasons: │
│ The main reason is... │
│ For one thing... For another... │
│ Rebuttal: │
│ On the contrary... │
│ Despite..., I think... │
│ │
│ Chain: Position → Reason → Rebuttal│
└────────────────────────────────────┘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听录音 2 遍，圈出所有立场句型。2. 用至少 2 种立场句型各写 1 句太空探索表态+论据。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 60 词对话：三人辩论"太空探索是否值得"（至少 4 轮，含立场与论据）。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本单元主题：Space Exploration。把今天学到的方法带进下一篇——自己读、自己想、自己写。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