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第1单元 Festivals and Celebrations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 · Festivals and Celebrations (P5)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语言能力：听懂关于节日庆祝策划的对话，提取活动内容与分工；能用至少 4 种句型提议并分工。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文化意识：体会"集体策划节日庆祝"的协作精神与参与意识。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思维品质：在讨论中练习"提议→分工→回应"的完整对话链。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学习能力：通过策划对话训练批判性倾听——听懂后回应而非只等自己说。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1 第五课时（Listening and Talking），语境为"策划一个节日庆祝活动"。听力材料为一段关于学校文化节策划的对话，口语输出任务为就一个节日庆祝活动做策划与分工。功能语言为提议与分工（How about...? / Why don't we...? / I'll be responsible for... / Let's divide the tasks）。结合语法课所学的 -ing 形式，在口语中自然运用 -ing 描述伴随活动。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提议句型：How about doing...? / Why don't we...? / I suggest we... / We could... ② 分工句型：I'll be responsible for... / Let me handle... / You're in charge of... ③ 听力重点：抓住活动+负责人的配对信息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听力抓提议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Why don't we... 是提议不是疑问 — 学生易用 Why not we...（错误）。原因：母语直译干扰。② responsible for（负责）的介词 for 易漏。③ 回应时 only say "ok" no follow-up — 需培养 I'll... 跟进的意识。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Listening &amp; Talking ─────────┐
│ Suggestions: │
│ How about + doing...? │
│ Why don't we + do...? │
│ I suggest we + do... │
│ We could + do... │
│ │
│ Division of labor: │
│ I'll be responsible for + doing │
│ Let me handle + n./doing │
│ You're in charge of + n./doing │
│ │
│ Chain: Suggest → Assign → Confirm │
└────────────────────────────────────┘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遍，圈出所有提议句型。2. 用至少 2 种提议句型各写 1 句节日庆祝提议+分工。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词对话：三人讨论如何策划班级春节联欢（至少 4 轮，含提议与分工）。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本单元主题：Festivals and Celebrations。把今天学到的方法带进下一篇——自己读、自己想、自己写。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