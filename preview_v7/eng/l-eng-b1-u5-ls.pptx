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第5单元 Languages Around the World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Listening and Speaking: Languages of the World — 世界语言与学习理由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听与说  ·  第1课时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语言能力：听懂语言学习对话的主旨与理由细节，用 I learn... because... / It helps me... 表达学习动机。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文化意识：了解世界语言多样性，尊重不同语言与文化。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思维品质：按语言—理由—收获分类梳理信息，培养多角度思考。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学习能力：借助语言信息卡自主记录听力要点并复述。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本课为必修第一册 Unit 5 Languages Around the World 第一课时（Listening and Speaking），单元导入。主题为世界语言多样性与学习外语的理由。听力为不同人谈论所学语言与原因。本课为后续读汉字书写体系、写语言学习博客奠定话题与词汇基础。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词汇：accent / dialect / official / native / fluent / vocabulary。② 语言名：Arabic / Russian / Portuguese / Spanish / French。③ 句式：I learn... because... / It helps me connect with...。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导入激活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词汇输入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听前预测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听中填卡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句型输入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说话任务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fluent /fluːənt/ 与 fluid 易混。② Portuguese /pɔːtʃʊɡiːz/ 音节多。③ broaden horizons（开阔视野）短语义，学生直译。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U5 Listening &amp; Speaking ┐
│ Words: accent/dialect/ │
│ official/native/fluent │
│ Languages: Arabic/Russian/ │
│ Portuguese/Spanish │
│ I learn… because… │
└──────────────────────────────┘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听录音 2 遍，圈出所有语言名与理由词。2. 用 I learn... because... 写 3 句学习理由。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【提高作业】写一段 60 词短文：我最想学的一门外语及理由。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本单元主题：Languages Around the World。把今天学到的方法带进下一篇——自己读、自己想、自己写。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