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Speaking: Languages of the World — 世界语言与学习理由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语言能力：听懂语言学习对话的主旨与理由细节，用 I learn... because... / It helps me... 表达学习动机。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文化意识：了解世界语言多样性，尊重不同语言与文化。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思维品质：按语言—理由—收获分类梳理信息，培养多角度思考。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学习能力：借助语言信息卡自主记录听力要点并复述。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本课为必修第一册 Unit 5 Languages Around the World 第一课时（Listening and Speaking），单元导入。主题为世界语言多样性与学习外语的理由。听力为不同人谈论所学语言与原因。本课为后续读汉字书写体系、写语言学习博客奠定话题与词汇基础。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词汇：accent / dialect / official / native / fluent / vocabulary。② 语言名：Arabic / Russian / Portuguese / Spanish / French。③ 句式：I learn... because... / It helps me connect with...。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fluent /fluːənt/ 与 fluid 易混。② Portuguese /pɔːtʃʊɡiːz/ 音节多。③ broaden horizons（开阔视野）短语义，学生直译。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Listening &amp; Speaking ┐
│ Words: accent/dialect/ │
│ official/native/fluent │
│ Languages: Arabic/Russian/ │
│ Portuguese/Spanish │
│ I learn… because…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遍，圈出所有语言名与理由词。2. 用 I learn... because... 写 3 句学习理由。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词短文：我最想学的一门外语及理由。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