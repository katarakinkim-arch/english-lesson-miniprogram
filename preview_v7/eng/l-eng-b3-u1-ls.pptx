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第1单元 Festivals and Celebrations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&amp; Speaking · Festivals and Celebrations (P1)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听与说  ·  第1课时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语言能力：听懂关于世界各地节日的听力材料，提取关键信息（名称/时间/活动/意义），准确使用 6-8 个节日核心词汇。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文化意识：了解中外节日的多样性，体会节日背后的感恩/纪念/团聚等共通精神。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思维品质：通过"听前预测—听中验证—听后比较"形成系统听力策略。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学习能力：能用 It is celebrated to... / People usually... 就节日做简短描述与对比。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1 Festivals and Celebrations 第一课时（Listening and Speaking），属单元导入+输入环节。听力材料为一段介绍世界各地节日（春节/感恩节/排灯节/亡灵节）的对话与独白，功能语境是"描述节日及其庆祝方式"。语言重点为节日词汇（festival, celebrate, harvest, origin, gratitude, gather, costume, parade）及描述节日句型（It is celebrated to... / People usually... / The festival features...）。为本单元 Reading 的"节日精神内核"议论文做词汇与话题预热。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节日核心词汇：festival / celebrate / harvest / origin / gratitude / gather / costume / parade ② 描述句型：It is celebrated to... / People usually... / The festival features... ③ 听力微技能：听前读题支预测关键词、听中抓活动与时间。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词汇输入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听前预测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听中填卡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句型操练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说话任务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harvest（丰收）与 festival（节日）的拼写与发音区分。原因：词形相近。：harvest /hɑːvɪst/，festival /festɪvəl/。② gratitude（感恩）抽象名词，学生易与 great 混淆。③ 排灯节(Diwali)/亡灵节(Day of the Dead)背景陌生，听力时影响理解。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U1 Listening &amp; Speaking ──────┐
│ festival / celebrate / harvest │
│ origin / gratitude / gather │
│ costume / parade / darkness │
│ │
│ It is celebrated to... │
│ People usually... │
│ The festival features... │
│ │
│ Festival Info Card: │
│ Diwali | autumn | lamps | light │
│ Day of Dead | Nov | costume|para │
└───────────────────────────────────┘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听录音听力文本 2 遍，圈出所有节日词汇。2. 用 It is celebrated to... 写 3 句节日描述。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【提高作业】用英文写一段 50 词介绍：介绍一个你了解的节日（中外均可），包含名称/时间/至少 2 点活动/1 点意义。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本单元主题：Festivals and Celebrations。把今天学到的方法带进下一篇——自己读、自己想、自己写。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