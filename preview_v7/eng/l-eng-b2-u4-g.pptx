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第4单元 History and Traditions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History and Traditions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语言能力：准确使用过去分词作宾语补足语，在历史与日常话题中产出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 have sth done 理解英语中"委托/使役"的文化表达习惯。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思维品质：通过"发现例句→归纳规则→对比辨析→应用输出"的归纳法培养语法学习策略。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学习能力：建立"宾补自查表"——写作后自行检查宾语与补足语的逻辑关系是否正确。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4 第四课时（Discovering Useful Structures），系统教学过去分词作宾语补足语（have/get sth done; see/hear/find/feel sth done; make oneself understood 等）。基于 Reading 语篇中提取的例句，引导学生归纳出"何时用过去分词作宾补"的规则——宾语是动作的承受者且强调结果状态。通过历史与日常生活主题的语境化练习巩固语法，为后续地点描写写作做语言准备。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过去分词作宾补的核心结构：V + O + V-ed（宾语是动作的承受者）② 常用动词：have / get / see / hear / find / feel / make ③ 与现在分词作宾补的区别：V-ed（被动/完成）vs V-ing（主动/进行）④ 不规则过去分词复习（build→built, make→made, write→written, speak→spoken）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生活场景操练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make oneself done 固定搭配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改错巩固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have sth done vs have sb do（让某人做）— 学生混淆宾语是人还是物。原因：中文都用"让/使"。② see sth done（看到被做）vs see sb doing（看到正在做）vs see sb do（看到全过程）——三种宾补语义不同。③ make oneself understood（使自己被理解）— 固定搭配。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Grammar: Past Participle as OC ────────┐
│ V + Object + V-ed (宾语承受动作) │
│ │
│ have/get + O + V-ed (使…被做) │
│ I had my hair cut. (别人给我剪的) │
│ see/hear + O + V-ed (看到/听到…被做) │
│ I saw the flag raised. (旗已被升起) │
│ make + oneself + V-ed │
│ make oneself understood (使自己被理解) │
│ │
│ V-ed (被动/完成) vs V-ing (主动/进行) │
│ saw him caught (他被抓) vs saw him running │
│ │
│ ❌ had my room cleaning → ✓ cleaned │
│ ❌ heard the song sang → ✓ sung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 have/get sth done 造 5 句。2. 改错：I had my bike repairing. / She saw the bird flew away. / We heard the window breaking.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词短文描述你理想中的一天（从早到晚，至少用 3 个 have/get sth done）。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本单元主题：History and Traditions。把今天学到的方法带进下一篇——自己读、自己想、自己写。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