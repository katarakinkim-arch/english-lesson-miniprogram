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The Chinese Writing System (Ⅱ) — 语言深度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语言能力：识别并运用 date back to、-ing 主语与定语从句等表达。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文化意识：体会汉字书写体系的文化自豪感。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思维品质：辨析 -ing 作主语与作宾语的功能差异。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学习能力：建立文化描写语料库供写作调用。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第三课时，沿用汉字书写体系语篇，聚焦语言深度：赏析 date back to、-ing 作主语/宾语、定语从句与地道表达，为写作积累语料。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主语：By doing so, it has connected... / Learning it helps...。② 定语从句：a system which/that...。③ 词汇：significant / appreciate / classic / represent / pass down。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圈画-ing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结构对比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定语从句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仿写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主语谓语用单数。② which 与 that 选择（非限制性只用 which）。③ appreciate /əpriːʃieɪt/ 拼读。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Ⅱ: 语言深度 ┐
│ -ing 主语 → 谓语单数 │
│ -ing 宾语(enjoy learning) │
│ 定语从句: which/that 修饰物 │
│ date back to / appreciate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整理语料库（文化词≥5、短语≥4）。2. 用 -ing 作主语造 3 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【提高作业】用语料库写一段 50 词文化描写（含定语从句 1 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