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英语 · 必修第三册 · 第4单元 Space Exploration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Reading and Thinking · Space Exploration (P2)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阅读  ·  第2课时  ·  40分钟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语言能力：读懂说明文，提取太空探索的时间线/里程碑/成就/挑战；掌握 8-10 个论述类核心词汇。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文化意识：理解人类太空探索的伟大征程与协作精神，形成"探索未知"的科学观念。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思维品质：通过"时间链+里程碑"分析培养说明文结构思维与科学归纳能力。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学习能力：能用时间轴+里程碑表复述文章主线。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本课为必修第三册 Unit 4 第二课时（Reading I），语篇 SPACE: THE FINAL FRONTIER 是一篇说明文，讲述人类太空探索的历程——从Sputnik到阿波罗登月、国际空间站、火星任务，展望未来探索。结构为早期突破→载人航天→空间站时代→深空探测→未来展望。语言重点为说明文衔接词（first, then, after, before long, finally）与太空探索词汇（explore, launch, orbit, mission, frontier, vehicle, distant）。承接第一课时词汇，本课语篇中出现不定式作定语和状语。</a:t>
            </a:r>
          </a:p>
        </p:txBody>
      </p:sp>
      <p:pic>
        <p:nvPicPr>
          <p:cNvPr id="6" name="Picture 5" descr="typewriter.jpg"/>
          <p:cNvPicPr>
            <a:picLocks noChangeAspect="1"/>
          </p:cNvPicPr>
          <p:nvPr/>
        </p:nvPicPr>
        <p:blipFill>
          <a:blip r:embed="rId2"/>
          <a:srcRect l="5860" r="5860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typewriter.jpg）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71907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10789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说明文结构：early breakthroughs → manned flight → space stations → deep space → future ② 时间线词汇：in 1957 / in 1961 / after that / before long / finally ③ 核心短语：manage to / aim to / carry... to / dream of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导入设问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快速阅读抓主干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精读段落1-3 早期突破与载人航天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精读段落4-5 空间站与深空探测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归纳意义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小结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frontier（前沿/边疆）比喻义——学生易按字面理解。原因：多义词。② manage to（设法做到）与 try to（试图）的区别。③ vehicle（运载工具）在文中指航天器，不是"车辆"。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 U4 Reading I: SPACE FINAL FRONTIER ─┐
│ BREAKTHROUGH → MANNED → STATIONS → │
│ DEEP SPACE → FUTURE │
│ │
│ Milestones: Sputnik(1957)/Apollo(1969) │
│ ISS / Mars rovers │
│ Future: Mars and beyond │
│ │
│ manage to / aim to / carry to │
│ allow... to / require... to / frontier │
└─────────────────────────────────────────┘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朗读课文第2-3段 2 遍，圈出所有顺序词（first/then/after/before long）。2. 用时间轴上的3个关键里程碑各写1句成就描述。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【提高作业】用 80 词左右写一段：你认为太空探索对人类有什么意义？为什么？（用 explore / manage to / frontier）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本单元主题：Space Exploration。把今天学到的方法带进下一篇——自己读、自己想、自己写。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