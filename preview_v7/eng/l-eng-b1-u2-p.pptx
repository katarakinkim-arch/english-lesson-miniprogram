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第2单元 Travelling Around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Project &amp; Unit Review: Design a Tourist Route — 设计旅行路线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项目复习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语言能力：综合运用单元词汇与 be doing，以 brochure 文体介绍一条旅行路线。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文化意识：在路线设计中呈现家乡/目的地的文化特色与价值。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思维品质：统筹交通-住宿-活动-预算，做可行规划。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学习能力：通过小组协作完成从策划到展示的完整项目。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第八课时，单元综合产出。小组为家乡或心仪城市设计一条 2–3 日旅行路线，综合运用词汇、be doing、brochure 文体与写作语料，制作图文路线卡并展示。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文体：brochure（标题+短段+号召语）。② 语言：be doing + 描述词 + 衔接词。③ 产出：路线卡+口头推介。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任务发布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小组策划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制作路线卡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评价+回顾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文体特征易退化成流水账。② 小组分工不均。③ 口头推介缺号召语。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Project &amp; Review ┐
│ 任务: 设计 2-3 日路线卡 │
│ 文体: brochure(标题+短段+号召) │
│ 语言: be doing+描述词+衔接 │
│ 产出: 路线卡 + 口头推介 │
└──────────────────────────┘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完善路线卡（含四结构+号召语）。2. 写一段 60 词路线推介（≥3 处 be doing）。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【提高作业】为路线设计预算表并说明可行性。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本单元主题：Travelling Around。把今天学到的方法带进下一篇——自己读、自己想、自己写。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