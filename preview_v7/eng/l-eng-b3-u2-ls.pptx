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第2单元 Morals and Virtues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&amp; Speaking · Morals and Virtues (P1)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听与说  ·  第1课时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语言能力：听懂关于道德困境的听力材料，提取关键信息（情境/冲突/选择/结果），准确使用 6-8 个道德核心词汇。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文化意识：了解中外道德观念的共通性，体会"利他奉献"的普世价值。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思维品质：通过"听前预测—听中验证—听后权衡"形成系统听力策略与辩证思维。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 If I were..., I would... / I think it is right to... 就道德困境做简短发言。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2 Morals and Virtues 第一课时（Listening and Speaking），属单元导入+输入环节。听力材料为一段关于道德困境（moral dilemma）的对话与独白，功能语境是"讨论生活中的道德选择"。语言重点为道德词汇（moral, virtue, dilemma, choice, principle, sacrifice, responsible, honest）及表达抉择句型（If I were..., I would... / I think it is right to... / The dilemma is...）。为本单元 Reading 的"林巧稚人生抉择"传记做词汇与话题预热。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道德核心词汇：moral / virtue / dilemma / choice / principle / sacrifice / responsible / honest ② 抉择句型：If I were..., I would... / I think it is right to... / The dilemma is... ③ 听力微技能：听前读题支预测冲突点、听中抓选择与理由。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词汇输入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听前预测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听中填卡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说话任务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dilemma（困境）拼写与发音。原因：词形特殊。：dilemma /dɪlemə/，双 m。② sacrifice（牺牲）抽象动词，学生易与 sacred 混淆。③ 道德困境无标准答案，听力时需听出多方观点。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Listening &amp; Speaking ──────┐
│ moral / virtue / dilemma │
│ choice / principle / sacrifice │
│ responsible / honest │
│ │
│ If I were..., I would... │
│ I think it is right to... │
│ The dilemma is... │
│ │
│ Dilemma Card: │
│ wallet | keep/return | honesty │
└──────────────────────────────────┘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听录音听力文本 2 遍，圈出所有道德词汇。2. 用 If I were..., I would... 写 3 句道德抉择。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【提高作业】用英文写一段 50 词：描述一个你遇到或听说的道德困境，包含情境/冲突/你的选择/理由。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本单元主题：Morals and Virtues。把今天学到的方法带进下一篇——自己读、自己想、自己写。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