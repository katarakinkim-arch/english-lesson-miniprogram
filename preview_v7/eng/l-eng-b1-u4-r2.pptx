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第4单元 Natural Disasters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Thinking: The Night the Earth Didn't Sleep (Ⅱ) — 语言深度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语言能力：识别并运用 -ing 后置定语、as if 虚拟语气与灾害描述地道表达。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文化意识：体会叙事文本的感染力与情感表达。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思维品质：辨析 -ing 作定语与作状语的功能差异。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学习能力：建立灾害描写语料库供写作调用。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第三课时，沿用唐山地震语篇，聚焦语言深度：赏析 -ing 后置定语、as if 虚拟语气、主+系+表+to do 结构与定语从句，为写作积累语料。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-ing 后置定语：gas coming out of it / mice looking for places。② as if + 虚拟（were）。③ 结构：主+系+表+to do（It seemed as if the world were coming to an end）。④ 词汇：devastating, ruins, shelter, trap, bury。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圈画-ing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结构对比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as if虚拟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语料库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仿写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-ing 后置定语与进行时混淆。原因：形式相同功能不同。② as if 后用 were（虚拟），学生用 was。③ trap（困住）过去式 trapped 双写 p，学生漏。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Reading Ⅱ: 语言深度 ┐
│ -ing 后置定语: gas coming… │
│ as if + 虚拟(were) │
│ 主+系+表+to do │
│ in ruins / trap→trapped │
└──────────────────────────────┘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整理语料库（灾害词≥5、短语≥4）。2. 用 -ing 后置定语造 3 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【提高作业】用语料库写一段 50 词灾害场景（含 as if 虚拟 1 处）。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本单元主题：Natural Disasters。把今天学到的方法带进下一篇——自己读、自己想、自己写。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