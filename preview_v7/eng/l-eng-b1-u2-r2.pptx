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第2单元 Travelling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Thinking: Travel Peru (Ⅱ) — 语言深度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语言能力：识别并运用描述景点的地道表达（breathtaking, amazing, unique, ancient）与号召语句式。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文化意识：体会旅游手册吸引读者的语用目的与表达策略。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思维品质：辨析客观描述与主观评价用语差异。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学习能力：建立景点描述语料库供写作调用。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第三课时，沿用 Peru 语篇，聚焦语言深度：赏析描述性词汇与号召语，破解定语从句长难句，为写作积累语料。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描述词：breathtaking / amazing / unique / ancient / spectacular。② 号召语：Enjoy… / Explore… / Discover…。③ 长难句拆解：主句+which/that 定语从句。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圈画特色词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号召语赏析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长难句拆解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仿写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breathtaking 由 breath+taking 复合，学生望文生义误读。原因：构词法不熟。② which 与 that 在非限制性定语从句中的取舍。③ 形容词修饰名词语序（a unique ancient city）。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Reading Ⅱ: 语言深度 ─┐
│ 描述: breathtaking/amazing/unique │
│ 号召: Enjoy… / Explore… / Discover… │
│ 长难句: 主干 + (which…) │
└────────────────────────────────────┘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整理语料库（描述词≥5、号召语≥3）。2. 拆解并翻译文中一句 which 从句长难句。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【提高作业】用语料库写一段 50 词景点介绍（含 1 句定语从句）。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本单元主题：Travelling Around。把今天学到的方法带进下一篇——自己读、自己想、自己写。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