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Diverse Cultures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个省略结构的用法，准确辨析省略了什么。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文化意识：通过省略体会英语如何用简洁结构避免重复——不同于中文的习惯。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思维品质：分析省略在日记中的"信息压缩"功能，培养语法服务于意义的意识。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学习能力：建立"从读到写"的语料库——积累课文中的优质省略句型用于后续写作。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第三课时（Reading II），聚焦语篇 A TRAVEL JOURNAL 的精读与语言分析。重点分析文中省略结构（Some went to the park, others to the museum. / When in Rome, do as the Romans do.）在旅行日记中的功能——使语言更简洁、避免重复。同时深化语篇中高频学术词汇的用法辨析（diverse / immigrant / ethnic / district / historical）。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语篇中省略的类型：主语省略 / 谓语省略 / 主谓省略 / 介词省略 ② 议论文高频动词：diverse / immigrant / ethnic / district / historical ③ 省略在日记中的修辞功能：简洁流畅→增强节奏感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省略结构发现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省略类型辨析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省略了什么的辨析——需还原完整句才能判断。原因：省略隐含。② Some..., others... 结构中的省略。③ historical（历史的）与 historic（有历史意义的）的区分 — 学生易混淆。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II: Language Focus ──────┐
│ Ellipsis (省略): │
│ 主语省略: When in Rome, do as... │
│ 谓语省略: Some..., others... │
│ 主谓省略: Though tired, he continued │
│ 介词省略: the same age as you │
│ │
│ Verbs: diverse / immigrant / ethnic │
│ district / historical │
│ │
│ Rule: omit only what can be restored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从课文中找出5个省略结构并还原完整句。2. 将以下完整句改写为省略句：Some people like Chinese food, and other people like Mexican food.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【提高作业】用省略结构写3句描述一个多元文化城市的句子。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