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第4单元 Natural Disasters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Project &amp; Unit Review: Disaster Survival Guide — 防灾生存指南海报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项目复习  ·  第8课时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语言能力：综合运用单元词汇与定语从句，以海报文体制作防灾生存指南。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文化意识：在指南中体现防灾意识与互助精神。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思维品质：统筹物品—措施—步骤，做可行防灾方案。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学习能力：通过小组协作完成从策划到展示的完整项目。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第八课时，单元综合产出。小组为一种多发灾害制作防灾生存指南海报，综合运用灾害词汇、定语从句、指令语与摘要语料，并展示推介。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文体：海报（标题+物品清单+指令语+号召）。② 语言：定语从句+指令语+过去时事例。③ 产出：海报+口头推介。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任务发布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小组策划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制作海报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展示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评价+回顾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文体退化成流水账。② 小组分工不均。③ 口头推介缺指令与号召。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U4 Project &amp; Review ┐
│ 任务: 防灾生存指南海报 │
│ 文体: 标题+清单+指令+号召│
│ 语言: 定语从句+指令语 │
│ 产出: 海报 + 口头推介 │
└──────────────────────────┘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完善海报（含四要素）。2. 写一段 60 词防灾指南（含 2 处定语从句与 2 处指令语）。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【提高作业】为海报设计家庭疏散路线并说明。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本单元主题：Natural Disasters。把今天学到的方法带进下一篇——自己读、自己想、自己写。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