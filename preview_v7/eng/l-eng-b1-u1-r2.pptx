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My First Day at Senior High (Ⅱ) — 语言深度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语言能力：在语境中准确理解并运用 senior/challenge/confident/enthusiastic/explore 及 look forward to doing。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文化意识：体会「挑战」在成长叙事中的正面价值（challenge as opportunity）。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思维品质：归纳「called/named」作后置定语的规律，并迁移到新语境。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学习能力：建立个人「易混词+搭配」清单，养成整理习惯。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第三课时（Reading and Thinking Ⅱ — Language Focus），在整体理解基础上聚焦语言内化。选取课文高频词与结构：senior, challenge, confident, enthusiastic, explore, look forward to, 及「n. + called/named」后置定语。目标是从「读懂」走向「能用」，为写作课输出人物描写储备语言。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搭配：look forward to doing（to 是介词）；be confident about。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构词：en- 前缀（enlarge/enrich）+ -ous（enthusiastic）。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结构：n. + called/named + 名字（后置定语）。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复习回顾 Warm-up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搭配聚焦 look forward 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归纳 called/named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构词小站 Word building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产出+清单 Build &amp;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look forward to 后接 doing 而非 to do。原因：受 to do 惯性干扰，需反复造句固化。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confident（ adj）vs confidence（n）词性混淆。原因：未建「词性—句位」对应，需给例句对比。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called/named 分词属性不清。原因：中文「叫做」无分词概念，需译「who is called」助理解。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Language Focus U1 ─┐
│ 6 words: │
│ senior / challenge │
│ confident / explore │
│ enthusiastic / forward │
│ look forward to + doing │
│ (to = prep!) │
│ n. + called/named +名 │
│ en- + thusiast + -ic │
│ 易混: confid(ent/ence) │
└─────────────────────────┘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look forward to doing 写 2 句；2. 用 called/named 结构写 1 句描述同学。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【提高作业】用本课至少4个词写一段 60 词「我的高中期待」，下节课互评。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