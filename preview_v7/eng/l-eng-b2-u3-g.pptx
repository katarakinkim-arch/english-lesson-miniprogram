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第3单元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The Internet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语言能力：准确构建现在完成时的被动语态句子，在互联网话题中产出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文化意识：通过被动语态聚焦"互联网已带来的改变"，形成用英语描述科技影响的能力。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思维品质：通过"发现例句→归纳规则→对比辨析→应用输出"的归纳法培养语法学习策略。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学习能力：建立"被动语态自查表"——写作后自行检查 been 是否遗漏、过去分词形式是否正确。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3 第四课时（Discovering Useful Structures），系统教学现在完成时的被动语态（have/has been + past participle）。基于 Reading 语篇中提取的例句，引导学生归纳出"何时使用完成时被动"的规则——强调动作已完成、结果持续到现在且受事者比施事者更重要。通过互联网主题的语境化练习（在线社区被创建/信息被分享/生活被改变）巩固语法，为后续博客写作做语言准备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现在完成时被动语态：have/has + been + V-ed（过去分词）② 使用场景：强调动作已完成且结果持续 → 常与 already / just / so far / yet / ever / never 连用 ③ 与一般过去时被动的区别：was done=过去某时间点完成，has been done=过去完成+影响到现在 ④ 不规则过去分词复习（write→written, give→given, take→taken, build→built）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时间轴讲解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情境造句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改错竞赛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has been done vs was done — 学生难以判断"影响是否持续到现在"。原因：中文没有对应的时体区别。② been 拼写与发音 /biːn/ — 学生写成 ben 或 bean。③ already 在完成时被动句中的位置 — "has already been done" 不是 "has been already done"。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Grammar: Present Perfect Passive ────┐
│ have/has + BEEN + past participle │
│ │
│ Signal words: so far / already / just │
│ yet / ever / never │
│ │
│ was done → past only (2020) │
│ has been done → past → present (now!) │
│ │
│ 🕐 - - - [was done] - - - - │
│ 🕐 - - - [has been done] → → → NOW │
│ │
│ ❌ has been in 2020 → ✓ was done in 2020 │
│ ❌ has been wrote → ✓ has been written │
└────────────────────────────────────────────┘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用现在完成时被动语态造 5 句关于互联网影响的句子。2. 改错：The network has been build. / Information has been share. / The app has been already downloaded.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词短文描述互联网如何改变了你们班（用至少 3 个现在完成时被动语态）。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Internet。把今天学到的方法带进下一篇——自己读、自己想、自己写。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