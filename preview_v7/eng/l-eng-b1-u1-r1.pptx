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第1单元 Teenage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Thinking: My First Day at Senior High (Ⅰ) — 整体理解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语言能力：用略读获取博客主旨（Adam's first day），用扫读提取时间线与情感变化的关键信息。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文化意识：对比中外高中「第一天」的异同，理解「挑战即成长」的积极态度。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思维品质：梳理 Adam 情感变化弧线（nervous→happy），推断变化原因，培养逻辑梳理能力。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学习能力：借助「情感时间轴」图表自主梳理叙事结构，并复述课文要点。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 Unit 1 第二课时（Reading and Thinking Ⅰ），语篇是新生 Adam 的博客式记叙文，记录高中第一天从紧张到开心的变化。文本类型为第一人称叙事，含时间顺序与心理描写，是训练「略读抓主旨、扫读抓细节」的 ideal 素材。语言承载「senior, challenge, confident, explore」等单元核心词，并为写作课的人物描写埋下范式。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阅读技能：skimming 抓主旨 / scanning 抓细节（情感+事件）。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核心词汇：senior, challenge, confident, explore, look forward to。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文本结构：时间顺序 + 情感变化双线。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 Lead-in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读前预测 Pre-reading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略读抓主旨 Skimming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扫读情感线 Scanning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长难句拆解 Language focus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复述+作业 Post-reading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长难句：「The teachers are very enthusiastic women called Ms Li...」 含过去分词作后置定语。原因：B班未建立「分词修饰名词」意识，需拆解。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隐含情感推断：学生常只找 explicit（明确）词。原因：缺乏「从行为推情感」的训练，需示范。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主旨概括过宽/过窄。原因：未区分 main idea 与 detail，需给句式支架。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My First Day @ Senior High ─┐
│ Main: exp + feelings of D1 │
│ Emotion arc: │
│ start: nervous (new) │
│ ↓ make friends │
│ ↓ good teachers │
│ end: happy / confident │
│ Key words: │
│ senior / challenge │
│ confident / explore │
│ n. + called + name │
└──────────────────────────────┘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完成课本 Comprehension 第1题（判断Adam情感）。2. 抄写并背诵 senior/challenge/confident/explore 各2遍+1个例句。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【提高作业】用「时间轴」写自己初中最后一天或高中第一天的 5 句话英文日记（用至少2个本课词汇）。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本单元主题：Teenage Life。把今天学到的方法带进下一篇——自己读、自己想、自己写。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