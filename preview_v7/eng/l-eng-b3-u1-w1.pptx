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第1单元 Festivals and Celebrations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Festivals and Celebrations (P6)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语言能力：掌握"背景—经过—感受"三段式记叙文结构，在节日经历话题中产出 80-100 词结构完整的短文。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文化意识：通过书写节日经历体会节日的精神内核与个人情感联结。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思维品质：通过"先叙事再感悟"训练事件—情感—意义的递进逻辑思维。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学习能力：建立"写作前先搭结构框架"的习惯——用 outline 而非直接开写。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1 第六课时（Reading for Writing I），写作体裁为记叙文——写一次难忘的节日经历。结构为：背景设定（when/where/who）→ 活动经过（what happened, in order）→ 感受升华（feelings + meaning）。语言重点为记叙文时间连接词（first, then, after that, finally）与情感描写词（excited, joyful, grateful, moved）。结合本单元 Reading 的节日精神与语法课的 -ing 形式，实现读-语法-写的闭环。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记叙文三段结构：Background (when/where/who) → Process (what, in order) → Feelings (meaning) ② 时间连接词：First / Then / After that / Finally ③ 核心句型：I will never forget... / It made me realize... / The most unforgettable part was...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范文解构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三段结构讲透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连接词+句型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积语料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提纲+起草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互评提纲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记叙文时态——主体用过去时，感受升华可用现在时。原因：学生易全文现在时。② after that 与 afterwards 的区别。③ 感受升华句不知道怎么写——需给模板。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Writing: Festival Experience ──────┐
│ P1 Background: Last..., at..., with... │
│ P2 Process: First,... Then,... After │
│ that,... Finally,... │
│ P3 Feelings: I felt... It made me │
│ realize... │
│ │
│ Linkers: First / Then / After that │
│ Finally / At last │
│ │
│ Word Bank: celebrate / gather / parade │
│ excited / joyful / grateful / moved │
└─────────────────────────────────────────┘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【基础作业】按课堂 outline 写完 80 词节日经历记叙文初稿。要求：三段结构完整、至少 2 个时间连接词、至少 1 个 -ing 结构。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【提高作业】就同一节日写一则 30 词以内的社交媒体分享语（英文），要求有感染力有画面感。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本单元主题：Festivals and Celebrations。把今天学到的方法带进下一篇——自己读、自己想、自己写。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