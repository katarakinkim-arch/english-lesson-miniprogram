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第2单元 Morals and Virtues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Morals and Virtues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语言能力：准确识别并产出 -ing 形式作宾语补足语的句子，在道德主题话题中产出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 -ing 宾补更生动地描写人物的行为状态。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思维品质：通过"发现例句→归纳规则→应用规则"的归纳法培养语法学习策略。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学习能力：建立"语法自查表"——写作后自行检查 -ing 宾补的动词搭配是否正确。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2 第四课时（Discovering Useful Structures），系统教学 -ing 形式作宾语补足语的用法。基于 Reading 语篇中提取的例句，引导学生归纳出规则：常跟 -ing 宾补的动词（see/watch/hear/notice/observe 感官动词；keep/leave/find/send 使役状态动词）。-ing 宾补强调动作正在进行。通过道德主题的语境化练习巩固。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感官动词+宾补：see/watch/hear/notice/observe sb doing ② 使役状态动词+宾补：keep/leave/find/send sb doing ③ -ing 宾补（正在进行）vs do 宾补（全过程）的区别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do vs doing 讲练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改写操练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改错巩固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see sb doing vs see sb do 的区别。原因：形近意不同。② keep sb doing（让…一直做）中 keep 的使役用法。③ -ing 宾补与 -ing 状语的辨析——位置和功能不同。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Grammar: -ing as Object Complement ───┐
│ 感官动词: │
│ see/watch/hear/notice/observe sb doing │
│ 使役状态动词: │
│ keep/leave/find/send sb doing │
│ │
│ see sb do (全过程) vs see sb doing (进行) │
│ hear sb do vs hear sb doing │
│ │
│ ⚠️ No "to" after sense verbs! │
│ ✗ I saw him to run. → ✓ I saw him running.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 see/find/keep + sb doing 各造 2 句关于医生工作的句子。2. 将以下两句合并为 -ing 宾补：The nurse was caring for patients. I watched 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词短文描述一次医院见闻，要求至少用 3 个 -ing 宾补结构。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本单元主题：Morals and Virtues。把今天学到的方法带进下一篇——自己读、自己想、自己写。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