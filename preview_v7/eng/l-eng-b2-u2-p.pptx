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第2单元 Wildlife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Project · Wildlife Protection (P8)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项目复习  ·  第8课时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语言能力：综合运用本单元词汇、被动语态、意图表达句型、海报句型，以英文完成一份濒危动物保护宣传展板（动物介绍/威胁/保护措施/呼吁/海报）。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文化意识：通过展览形式向同伴传播野生动物保护理念，理解生物多样性保护的重要性。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思维品质：在4人小组中合理分工、有效协作，培养项目管理思维。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学习能力：回顾本单元5课学习内容，建立"一个单元学什么、怎么用"的整体框架感。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2 第八课时（Project），为单元终极产出课。学生以 4 人小组为单位，整合本单元5种课型所学——听与说的保护词汇+阅读的叙述与数据+语法的被动语态+听与谈的意图表达+写作的海报——完成一份"濒危动物保护宣传展"展板/多媒体展示。综合考查语言能力（词汇/语法/写作）、思维品质（信息组织）和学习能力（合作分工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展板五模块：Animal Profile（简介）→ Threats（威胁+数据）→ Conservation（正在实施的保护措施）→ How to Help（读者可以做什么）→ Mini Poster（海报） ② 单元知识整合：保护词汇/被动语态/意图表达/海报句型 ③ 小组分工：Researcher / Writer / Designer / Presenter各司其职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单元回顾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任务布置+分工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制作展板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展示评价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单元自评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展板的 Conservation 模块需用现在进行时被动语态描述正在实施的措施——学生容易忘用被动。② 五模块之间的逻辑衔接——不是五个独立的块，而是一条说服链。③ 展示时间控制——2分钟/组，超时扣分。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Project: Wildlife Exhibition ────┐
│ 🦌 Exhibition 5 Modules: │
│ ① Animal Profile (who is it?) │
│ ② Threats (what's happening?) │
│ ③ Conservation (what's being done?) │
│ ④ How to Help (what can YOU do?) │
│ ⑤ Mini Poster (call to action!) │
│ │
│ 👥 Roles: Researcher / Writer / │
│ Designer / Presenter │
│ │
│ ⭐ Must: English / ≥2 passive / data │
│ with source / 5 modules │
└────────────────────────────────────────┘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【基础作业】完成小组展板（未完成的继续做），拍照片提交。写 30 词英文反思：我的角色是…从项目中我学到了…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【提高作业】搜索了解 IUCN Red List（世界自然保护联盟红色名录），找一种"极危"（Critically Endangered）动物写 50 词英文简介。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本单元主题：Wildlife Protection。把今天学到的方法带进下一篇——自己读、自己想、自己写。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