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Festivals and Celebrations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语言能力：准确识别并产出 -ing 形式作定语和状语的句子，在节日话题中产出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 -ing 形式更简洁生动地描述节日场景。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思维品质：通过"发现例句→归纳规则→应用规则"的归纳法培养语法学习策略。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学习能力：建立"语法自查表"——写作后自行检查 -ing 状语的逻辑主语是否一致。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第四课时（Discovering Useful Structures），系统教学 -ing 形式作定语和状语的用法。基于 Reading 语篇中提取的例句，引导学生归纳出规则：作定语（前置修饰名词表性质/状态，后置相当于定语从句）和作状语（表时间/原因/条件/伴随/让步，逻辑主语与主句主语一致）。通过节日主题的语境化练习巩固。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作定语：前置（a crying baby 表性质）/ 后置（the boy crying there 相当于定语从句）② -ing 作状语：表时间/原因/条件/伴随/让步 ③ 逻辑主语一致性：-ing 状语的逻辑主语 = 主句主语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逻辑主语讲练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改写操练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改错巩固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状语逻辑主语一致性问题。原因：学生写作中常忽略，如"Walking home, the rain started"（错误）。② -ing 作定语前置 vs 后置的选择。③ -ing 状语与谓语动词的时间关系——同时还是先于。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Grammar: -ing as Attribute &amp; Adverbial ─┐
│ Attribute (定语): │
│ 前置: a crying baby (性质) │
│ 后置: the boy crying there (≈ who is crying) │
│ Adverbial (状语): │
│ 时间: Walking home, I saw a rainbow. │
│ 原因: Being tired, he rested. │
│ 伴随: She sang, dancing happily. │
│ │
│ ⚠️ Rule: -ing 主语 = 主句主语! │
│ ✗ Walking home, the rain started. │
└────────────────────────────────────────────────┘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 -ing 作定语和状语各造 2 句关于节日的句子。2. 将以下从句改写为 -ing 状语：When they gathered for dinner, the family felt happy.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词短文描述一个节日场景，要求至少用 3 个 -ing 结构（含1个定语、1个状语）。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