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第4单元 Natural Disasters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Structures: 限制性定语从句（that/which/who/whom/whose）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语言能力：识别并正确使用 that/which/who/whom/whose 引导的限制性定语从句。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文化意识：体会定语从句使表达精确简洁的价值。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思维品质：按先行词（人/物）与从句成分（主/宾）选择关系代词。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学习能力：用关系代词选择表归纳规则。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第四课时，语法点：限制性定语从句，用 that/which 修饰物，who/whom 修饰人，whose 表所属。本节聚焦关系代词选择与先行词一致性。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that/which 修饰物，who/whom 修饰人，whose 表所属。② 从句缺主语用 who/that（人）或 that/which（物）；缺宾语可省略。③ whose + 名词 表所属。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观察例句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归纳选择表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that vs which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whose用法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操练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that 与 which 选择：限制性从句两者皆可，非限制性只用 which。② whom 作宾格用于人，学生误用 who。③ whose 既可指人也可指物，学生以为只指人。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Grammar: 限制性定语从句 ┐
│ 人: who(主)/whom(宾)/whose │
│ 物: that/which │
│ 限制性 that/which 皆可 │
│ 非限制性(逗号)只用 which │
│ whose + 名词(人/物皆可) │
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用关系代词填空 10 题。2. 合并 5 对句子为定语从句。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 50 词灾后场景，含 3 处定语从句（that/who/whose 各 1）。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本单元主题：Natural Disasters。把今天学到的方法带进下一篇——自己读、自己想、自己写。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