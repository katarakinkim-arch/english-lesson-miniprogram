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第2单元 Travelling Around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Travel Plan (Ⅱ) — 起草与互评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语言能力：依据提纲写 80 词旅行计划，正确使用 be doing 与衔接词，段落连贯。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文化意识：在计划中体现对目的地的尊重与合理期待。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思维品质：依据量规评价同伴作品并提出改进建议。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学习能力：通过互评-修改循环提升自我修改能力。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第七课时，写作第二课时。基于上节提纲起草成文，运用衔接词与 be doing，经同伴互评修改定稿。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成段：四结构+衔接词。② 时态：be doing 表已定。③ 互评量规：结构/语言/衔接/时态。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回顾要求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时态滑回 will/do。② 衔接词滥用（每句都加 first）。③ 互评流于表面，需量规引导深入。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Writing Ⅱ: 起草+互评 ┐
│ 量规: 结构/语言/衔接/时态 │
│ 时态: be doing(已定) │
│ 流程: 起草→互评→修改→定稿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定稿旅行计划（≥80 词，四结构齐全）。2. 用红笔标出 be doing 与衔接词。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【提高作业】为计划配一段 30 词期待结尾，含 look forward to。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本单元主题：Travelling Around。把今天学到的方法带进下一篇——自己读、自己想、自己写。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