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第3单元 The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The Internet (P7)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第7课时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语言能力：能根据互评量表给同伴的博客初稿提具体、可操作的修改建议，重点检查语气是否自然、是否有读者互动。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文化意识：通过阅读同伴的博客了解互联网对不同同学的不同影响。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思维品质：在互评中培养"识别读者体验→提出优化方案"的批判性反馈能力。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学习能力：建立"写→评→改→展"四步博客写作流程，内化为个人写作习惯。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3 第七课时（Writing II），在 Writing I 博客初稿的基础上完成"互评→修改→展示→终稿"闭环。重点训练学生用同学反馈改进博客文案的能力——特别关注语气是否自然、是否有读者互动。互评量表聚焦三维度：结构完整（四段）、语言质量（被动语态/博客句型/语气亲切）、读者吸引力（Hook抓人/内容真诚/结尾有互动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互评三维量表：结构（四段完整 / 标题吸引）+ 语言（被动≥1 / 博客句型≥2 / 语气亲切）+ 读者体验（Hook抓人？内容真诚？结尾有互动？）② 博客展示技巧：用"读+讲"的方式，先读一段最好的句子，再说写作心得。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量表培训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修改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博客展示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结课+自评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学生互评时不好意思说语气不自然——需示范如何给建设性反馈。② 博客结尾的互动提问太敷衍——"What about you?" 太泛，应更具体。③ 展示时照本宣科没有抑扬顿挫——博客应该读出"聊天感"。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Writing II: Blog Review ─────────┐
│ Blog Checklist: │
│ ✅ 4 parts (Title/Hook/Body/Close) │
│ ✅ ≥1 present perfect passive │
│ ✅ ≥2 blog-style phrases │
│ ✅ Friendly, personal tone │
│ ✅ Engages reader (you/questions) │
│ ✅ Ends with call for comments │
│ │
│ Blog ≠ Essay: │
│ ✗ Therefore / In conclusion │
│ ✓ So... / Here's what I think... │
└────────────────────────────────────────┘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【基础作业】根据课堂反馈修改博客终稿，发布到班级英语学习平台。写 20 词英文评论回复给一位同学的博客。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【提高作业】写第二篇博客（50-80词）：主题为"How to Stay Safe Online"，用建议句型给读者提3条具体安全建议。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本单元主题：The Internet。把今天学到的方法带进下一篇——自己读、自己想、自己写。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