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必修第二册 · 第2单元 Wildlife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Discovering Useful Structures · Wildlife Protection (P4)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语法  ·  第4课时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语言能力：准确构建现在进行时的被动语态句子，在野生动物保护话题中产出 5 个以上正确句子。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文化意识：通过被动语态聚焦"正在受威胁的动物与栖息地"，强化生态保护意识。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思维品质：通过"发现例句→归纳规则→对比辨析→应用输出"的归纳法培养语法学习策略。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学习能力：建立"被动语态自查表"——写作后自行检查 being 是否遗漏、过去分词形式是否正确。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本课为必修第二册 Unit 2 第四课时（Discovering Useful Structures），系统教学现在进行时的被动语态（am/is/are being + past participle）。基于 Reading 语篇中提取的例句，引导学生归纳出"何时使用进行时被动"的规则——强调动作正在发生、突出受事者的紧迫处境。通过野生动物保护主题的语境化练习（栖息地被破坏、保护措施正在实施）巩固语法，为后续海报写作做语言准备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现在进行时被动语态：am/is/are + being + V-ed（过去分词）② 使用场景：强调动作"正在被进行"且受事者比施事者更重要 ③ 与一般现在时被动的区别：一般现在时=常态/事实，进行时=此刻/紧迫 ④ 不规则过去分词复习（take→taken, make→made, put→put, set→set）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例句发现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规则归纳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主动→被动转换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情境造句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改错竞赛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being 的发音与拼写 — 学生写 is been done（错用 been）或 is being destroy（忘加 -ed）。原因：being/been 混淆。② 某些动词无进行时被动（如 belong / cost / have）— 学生强行套用。③ 不规则过去分词记错 — take→taken 不是 took，make→made 不是 maked。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U2 Grammar: Present Continuous Passive ──┐
│ am/is/are + BEING + past participle (V-ed)│
│ │
│ Tense Comparison: │
│ Simple Present: is/are + V-ed (常态) │
│ Simple Past: was/were + V-ed (已发生) │
│ Present Cont.: is/are + BEING + V-ed │
│ (正在被… → 紧迫!!) │
│ │
│ Active→Passive 5 Steps: │
│ 宾→主 + be (is/are) + being + V-ed │
│ │
│ ❌ is been done → ✓ is being done │
│ ❌ is being took → ✓ is being taken │
└─────────────────────────────────────────────┘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用现在进行时被动语态造 5 句关于动物保护的句子。2. 改错：The reserve is being expand / Measures are been taken / The animals are being protect.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 60 词短文描述当地一个正在进行的环保项目（用至少 3 个现在进行时被动语态）。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本单元主题：Wildlife Protection。把今天学到的方法带进下一篇——自己读、自己想、自己写。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