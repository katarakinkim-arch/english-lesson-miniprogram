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必修第二册 · 第3单元 The Internet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Listening and Talking · The Internet (P5)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听与谈  ·  第5课时  ·  40分钟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语言能力：听懂关于网络安全与礼仪的对话，提取具体建议与理由；能用至少 4 种句型给出网络安全建议并说明原因。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文化意识：了解网络礼仪（netiquette）的概念，形成文明上网的公民意识。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思维品质：在讨论中练习"给出建议→解释理由→回应同伴建议"的完整对话链。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学习能力：通过建议对话训练批判性倾听——听懂同伴的关切后给有针对性的建议。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本课为必修第二册 Unit 3 第五课时（Listening and Talking），语境为"讨论网络安全与网络礼仪"。听力材料为一段关于网络安全建议的对话，口语输出任务为就如何安全、文明地使用互联网给出建议。功能语言为给出建议（You should... / It's a good idea to... / Make sure you... / Be careful about...）及表达赞同（I agree. / That makes sense. / I hadn't thought of that.）。结合语法课的被动语态，在口语中自然运用完成时被动描述已实施的网络措施。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给建议句型：You should... / It's a good idea to... / Make sure you... / Be careful about... ② 赞同/补充句型：I agree. / That makes sense. / I hadn't thought of that. / Also... ③ 网络风险词汇：privacy / password / scam / cyberbully / personal information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导入激活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听力抓建议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听中记录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句型操练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角色扮演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Make sure you + 动词原形（确保你…）— 学生易写成 Make sure to do（非正式口语可接受但在正式语境用 you + do 更自然）。② cyberbully（网络欺凌）— 发音 /saɪbəbʊli/，cyber- 前缀读 /saɪbə/。③ privacy /prɪvəsi/ 英式 /prɪvəsi/ vs 美式 /praɪvəsi/ — 教材用英式。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U3 Listening &amp; Talking ──────────────────┐
│ Giving Advice: │
│ You should / shouldn't + do... │
│ It's a good idea to + do... │
│ Make sure you + do... │
│ Be careful about + n./doing... │
│ │
│ Agreeing / Adding: │
│ I agree. / That makes sense. │
│ I hadn't thought of that. / Also... │
│ │
│ Online Risks: │
│ privacy / password / scam / cyberbully │
│ personal information / stranger │
└─────────────────────────────────────────────┘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听录音 2 遍，圈出所有建议句型。2. 用至少 2 种建议句型各写 1 句网络安全建议+理由。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【提高作业】写 60 词对话：两人讨论如何安全使用社交媒体（至少 4 轮，含建议+回应+补充）。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本单元主题：The Internet。把今天学到的方法带进下一篇——自己读、自己想、自己写。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