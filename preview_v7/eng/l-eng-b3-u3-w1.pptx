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Diverse Cultures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语言能力：掌握"概况—特色—历史—意义"四段式说明文结构，在多元城市话题中产出 80-100 词结构完整的短文。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文化意识：通过书写城市介绍体会多元文化的包容价值。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思维品质：通过"先介绍再感悟"训练事实—特色—意义的递进逻辑思维。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学习能力：建立"写作前先搭结构框架"的习惯——用 outline 而非直接开写。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第六课时（Reading for Writing I），写作体裁为说明文——介绍一个多元文化城市。结构为：城市概况（location/population）→ 文化特色（ethnic groups/landmarks/food）→ 历史背景（immigration/history）→ 意义感悟（why it matters）。语言重点为说明文衔接词（first, moreover, in addition, finally）与描述句型（It is located in... / The city is known for... / People from... gather here）。结合本单元 Reading 的旅行日记与语法课的省略结构，实现读-语法-写的闭环。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说明文四段结构：Overview (location/population) → Features (ethnic/landmarks/food) → History (immigration) → Significance (meaning) ② 衔接词：First / Moreover / In addition / Finally ③ 核心句型：It is located in... / The city is known for... / People from... gather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范文解构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四段结构讲透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连接词+句型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提纲+起草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互评提纲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说明文与记叙文的区别 — 说明文重客观事实。原因：学生易混体裁。② Moreover 与 In addition 的用法——都是"此外"。③ 意义感悟句不知道怎么写——需给模板。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Writing: Diverse City Intro ────┐
│ P1 Overview: It is located in... │
│ P2 Features: Moreover, it has... │
│ P3 History: In addition, ... │
│ P4 Significance: This shows that... │
│ │
│ Linkers: First / Moreover / In add │
│ Furthermore / Finally │
│ │
│ Word Bank: locate / feature / gather │
│ diverse / ethnic / unique / vibrant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 outline 写完 80 词多元城市说明文初稿。要求：四段结构完整、至少 2 个衔接词、至少 1 个省略结构。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【提高作业】就同一城市写一则 30 词以内的旅游宣传语（英文），要求有吸引力有画面感。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