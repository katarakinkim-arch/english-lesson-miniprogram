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第5单元 The Value of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The Value of Money (P6)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语言能力：掌握"场景—冲突—对话—悬念"四段式戏剧结构，在金钱话题中产出 80-100 词结构完整的戏剧片段。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文化意识：通过书写戏剧体会"金钱考验人性"的戏剧张力。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思维品质：通过"先设冲突再推进对话"训练戏剧冲突逻辑思维。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学习能力：建立"写作前先搭结构框架"的习惯——用 outline 而非直接开写。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5 第六课时（Reading for Writing I），写作体裁为戏剧场景——写一个关于金钱与选择的戏剧片段。结构为：场景设定（when/where/who）→ 冲突引入（what is the dilemma）→ 对话推进（characters debate）→ 结局悬念（open ending）。语言重点为戏剧对话标点（引号/舞台指示）与冲突描写词（hesitate, argue, insist, refuse, compromise）。结合本单元 Reading 的戏剧精神与语法课的情态动词+have done，实现读-语法-写的闭环。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戏剧四段结构：Setting (when/where/who) → Conflict (dilemma) → Dialogue (debate) → Ending (suspense) ② 戏剧对话格式：引号+舞台指示 (in brackets) ③ 核心句型：I insist that... / You should have... / What if...?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范文解构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四段结构讲透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对话格式+句型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积语料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提纲+起草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互评提纲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戏剧对话格式——引号与舞台指示。原因：学生不熟。② 冲突要具体——不能只说"they argued"。③ 悬念结局不知道怎么写——需给模板。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Writing: Drama Scene ───────────┐
│ P1 Setting: (When/Where/Who) │
│ P2 Conflict: The dilemma is... │
│ P3 Dialogue: A: "..." / B: "..." │
│ P4 Ending: What will...? (suspense) │
│ │
│ Format: "quotes" + (stage directions) │
│ │
│ Word Bank: bet / permit / stare / spot│
│ hesitate / argue / insist / refuse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【基础作业】按课堂 outline 写完 80 词金钱选择戏剧片段初稿。要求：四段结构完整、至少 2 轮对话、至少 1 个情态动词+have done。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【提高作业】就同一困境写一则 30 词以内的戏剧海报宣传语（英文），要求有悬念有张力。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Value of Money。把今天学到的方法带进下一篇——自己读、自己想、自己写。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