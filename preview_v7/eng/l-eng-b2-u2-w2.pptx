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Wildlife Protection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语言能力：能根据互评量表给同伴的海报文案提具体、可操作的修改建议，重点检查被动语态和海报句型的使用。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文化意识：通过阅读同伴的海报了解不同濒危动物的保护需求，扩展保护视野。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思维品质：在互评中培养"识别传播效果→提出优化方案"的批判性反馈能力。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学习能力：建立"写→评→改→展"四步海报制作流程，内化为个人创作习惯。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第七课时（Writing II），在 Writing I 海报草稿的基础上完成"互评→修改→展示→终稿"闭环。重点训练学生用同学反馈改进海报文案的能力。互评量表聚焦三维度：内容完整（四要素齐全）、语言质量（被动语态/海报句型/数据准确）、视觉冲击力（标题够大/数据显眼/图文搭配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互评三维量表：内容（四要素齐全 / 数据准确）+ 语言（被动语态≥1 / 海报句型≥2 / 词汇恰当）+ 视觉（标题突出 / 数据显眼 / 排版清晰）② 海报展示技巧：30 秒内讲清"什么动物/什么问题/读者该做什么"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画廊漫步+投票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结课+自评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学生互评海报时只关注图画不关注语言——需强制"先读文字再评设计"。② 海报数据错误的纠正——学生常写"Only 10 left"无依据。③ 展示节奏控制——海报展示不等于读海报，而是用口语解释海报为什么有效。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Writing II: Poster Gallery ──────┐
│ Review Checklist: │
│ ✅ Content: Title / Data / Why / Call │
│ ✅ Language: ≥1 passive / ≥2 poster │
│ phrases / accurate data │
│ ✅ Visual: Title BIG / Data VISIBLE │
│ │
│ Poster Pitch (30 sec): │
│ "This poster is about... │
│ They are being threatened by... │
│ You can help by..."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【基础作业】根据课堂反馈修改海报终稿，拍照提交。写 20 词英文反思：我的海报最打动人的是哪部分？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【提高作业】选另一濒危动物再设计一张海报文字稿（60-80词），比较两种动物的保护需求有何不同。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