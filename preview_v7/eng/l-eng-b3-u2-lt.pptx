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Morals and Virtues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语言能力：听懂关于道德情境讨论的对话，提取观点与理由；能用至少 4 种句型表达观点并权衡。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文化意识：体会"道德选择需要权衡利弊"的理性思辨精神。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思维品质：在讨论中练习"表态→正方→反方→结论"的完整对话链。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学习能力：通过辩论对话训练批判性倾听——听懂后回应而非只等自己说。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第五课时（Listening and Talking），语境为"讨论道德伦理情境"。听力材料为一段关于诚信/责任/利他等伦理场景的讨论对话，口语输出任务为就一个道德情境做辩论与表态。功能语言为表达观点与权衡（I believe... / On one hand... / On the other hand... / It depends on...）。结合语法课所学的 -ing 宾补，在口语中自然运用描述他人行为状态。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观点句型：I believe... / In my opinion... / I think it is right to... ② 权衡句型：On one hand... / On the other hand... / It depends on... / However... ③ 听力重点：抓住观点+理由的配对信息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On one hand... On the other hand... 是权衡不是对立 — 学生易理解为完全对立。原因：母语干扰。② depend on（取决于）的介词 on 易漏。③ 回应时 only say "I agree" no weighing — 需培养 However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Listening &amp; Talking ─────────┐
│ Opinions: │
│ I believe... │
│ In my opinion... │
│ I think it is right to... │
│ │
│ Weighing: │
│ On one hand... │
│ On the other hand... │
│ It depends on... │
│ However... │
│ │
│ Chain: Opinion → Pro → Con → Concl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遍，圈出所有观点句型。2. 用至少 2 种观点句型各写 1 句道德表态+权衡。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词对话：三人讨论"是否应该帮助摔倒的陌生人"（至少 4 轮，含观点与权衡）。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