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Space Exploration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语言能力：综合运用本单元词汇、不定式、辩论句型，以英文完成一份太空探索展览海报（标题/历程/成就/挑战/展望）。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文化意识：通过展览形式向同伴传播太空探索的科学精神。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第八课时（Project），为单元终极产出课。学生以 4 人小组为单位，整合本单元5种课型所学——听与说的太空词汇+阅读的"时间链"结构+语法的不定式+听与谈的辩论句型+写作的议论文——完成一份"太空探索展览"海报/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海报四模块：Timeline（探索历程）→ Achievements（主要成就）→ Challenges（面临挑战）→ Future（未来展望） ② 单元知识整合：词汇/不定式/辩论句型/议论文结构 ③ 小组分工：Writer / Designer / Editor / Presenter各司其职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小组分工时 Editor 常没事做 — 需明确所有角色都有事。提醒：editor不是"挑错"而是"润色语言"。② 海报语言过简（仅单词无句）— 要求每板块至少2句完整英文句。③ 展示时间控制 — 1.5分钟/组，超时扣分。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Project: Space Exploration Expo ─┐
│ 🚀 Poster 4 Modules: │
│ ① Timeline (milestones) │
│ ② Achievements (what was done?) │
│ ③ Challenges (what is hard?) │
│ ④ Future (what is next?) │
│ │
│ 👥 Roles: Writer / Designer / Editor │
│ / Presenter │
│ │
│ ⭐ Must: English / ≥2 sentences per │
│ module / ≥1 infinitive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【基础作业】完成小组海报（未完成的继续做），拍照片提交。写 30 词英文反思：我在小组中的贡献是…我从这个项目中学到了…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【提高作业】选一个新闻中的太空任务，用英文写 50 词简报介绍历程+成就。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