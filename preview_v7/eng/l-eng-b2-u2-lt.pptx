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第2单元 Wildlife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Wildlife Protection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语言能力：听懂关于野生动物保护计划的对话，提取活动内容与目的；能用至少 4 种句型表达保护意图并说明目的。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文化意识：体会"个人行动也能为野生动物保护做出贡献"的参与意识。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思维品质：在讨论中练习"表达计划→说明目的→邀请/回应同伴"的完整对话链。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学习能力：通过意图表达对话训练批判性倾听——听懂同伴的计划后给出有针对性的回应。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2 第五课时（Listening and Talking），语境为"讨论如何帮助保护濒危野生动物"。听力材料为一段关于野生动物保护组织活动的对话，口语输出任务为就某种濒危动物的保护措施进行讨论。功能语言为表达意图与计划（I intend to... / I plan to... / I'm going to...）及回应建议（That sounds great! / That's a wonderful idea! / I'd love to, but...）。结合语法课的被动语态，在口语中自然运用 is/are being done 描述保护行动。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表达意图句型：I intend to... / I plan to... / I'm going to... / I'm thinking of + doing ② 目的表达：so that... / in order to... / to help... ③ 回应句型：That sounds great! / What a brilliant idea! / I'd love to join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听力抓计划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intend to do（打算做）学生易写成 intend doing（少见用法，to do 更自然）。原因：plan to do 的干扰。② so that + 从句（有主语+谓语）≠ in order to + 动词原形——学生混用。③ 回应时只说 "OK" 不给具体回应——需培养说"为什么好"或"有什么顾虑"的意识。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Listening &amp; Talking ───────────┐
│ Intentions: │
│ I intend to + do... │
│ I plan to + do... │
│ I'm thinking of + doing... │
│ I'm going to + do... │
│ │
│ Purpose: │
│ so that + clause │
│ in order to + do... │
│ to help + do... │
│ │
│ Responses: │
│ That sounds great! / Wonderful! │
│ I'd love to join you! │
└──────────────────────────────────────┘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遍，圈出所有表达意图的句型。2. 用 I intend to... / I plan to... 各写 1 句自己的野生动物保护计划+目的。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词对话：两人讨论周末一起去参加野生动物保护志愿活动（至少 4 轮，含意图+目的+回应）。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本单元主题：Wildlife Protection。把今天学到的方法带进下一篇——自己读、自己想、自己写。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