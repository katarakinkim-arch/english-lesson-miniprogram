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第1单元 Festivals and Celebrations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Festivals and Celebrations (P3)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第3课时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语言能力：能在课文语境中识别并分析至少 5 个 -ing 形式作定语或状语的用法，准确辨析功能。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 -ing 形式体会英语如何用简洁结构表达伴随与原因——不同于中文的习惯。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思维品质：分析 -ing 形式在议论文中的"信息压缩"功能，培养语法服务于意义的意识。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学习能力：建立"从读到写"的语料库——积累课文中的优质 -ing 句型用于后续写作。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1 第三课时（Reading II），聚焦语篇 WHY DO WE CELEBRATE FESTIVALS? 的精读与语言分析。重点分析文中 -ing 形式作定语（a crying baby, the singing children）和作状语（Walking in the park, I saw... / Celebrating together, families...）在议论文中的功能——使语言更简洁生动、表达伴随或原因。同时深化语篇中高频学术词汇的用法辨析（origin / figure / range / gather / commercial）。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语篇中 -ing 作定语（前置 a crying baby / 后置 the children singing）与作状语（Walking..., I saw / Celebrating..., we...） ② 议论文高频动词：origin / figure / range / gather / commercial ③ -ing 形式在议论文中的修辞功能：简洁生动→增强感染力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课文回顾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-ing 形式发现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定语vs状语辨析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语料库搭建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句型改写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-ing 作定语 vs 作状语的辨析。原因：形同功不同，需看句法位置。② figure（人物/数字/认为）多义词在文中的含义。③ origin（起源）与 original（原始的）的词性转换 — 学生易混淆拼写。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Reading II: Language Focus ──────┐
│ -ing as Attribute (定语): │
│ 前置: a crying baby, sleeping child │
│ 后置: the people celebrating │
│ -ing as Adverbial (状语): │
│ Walking home, I felt happy. │
│ Celebrating together, we feel close. │
│ │
│ Verbs: origin / figure / range │
│ gather / commercial │
│ │
│ Rule: -ing 主语 = 主句主语! 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从课文中找出5个 -ing 结构并标注定语/状语。2. 将以下从句改写为 -ing 状语：When she walked in the park, she saw beautiful flowers.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-ing 作定语和状语各写2句关于节日的句子。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本单元主题：Festivals and Celebrations。把今天学到的方法带进下一篇——自己读、自己想、自己写。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