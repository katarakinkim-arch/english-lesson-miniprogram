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必修第一册 · 第4单元 Natural Disasters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Reading and Thinking: The Night the Earth Didn't Sleep (Ⅰ) — 整体理解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阅读  ·  第2课时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语言能力：用略读获取文本主旨与段落大意，用扫读提取震前/震时/震后关键信息。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文化意识：认识地震破坏力与团结互助精神，致敬救援者。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思维品质：用时间线梳理事件发展（征兆—爆发—救援—重建），培养时序梳理能力。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学习能力：借助时间线图表自主梳理并复述。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第二课时，语篇 The Night the Earth Didn't Sleep 叙述 1976 年 7 月 28 日唐山大地震。文本按震前异常—震时毁灭—震后救援与重建展开。本节聚焦整体理解与事件时间线。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7190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结构：before（征兆）— during（爆发）— after（救援/重建）。② 短语：in ruins / in shock / as if / rescue / shelter。③ 词汇：crack, smelly, shake, destroy, survive。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图式激活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略读段落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扫读时间线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短语提炼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复述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小结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as if 后接虚拟语气（as if the world were ending），学生用 was。② in ruins（成废墟）短语义，学生漏 s。③ 震前征兆的 -ing 后置定语（gas coming out of it）识别困难。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U4 Reading Ⅰ: 唐山大地震 ┐
│ before: 征兆(井水/动物) │
│ during: 3:42 爆发, in ruins │
│ after: 救援/重建/希望 │
│ in ruins / in shock / as if │
└──────────────────────────────┘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完成时间线表（征兆/爆发/救援各≥3 点）。2. 用 5 句话复述事件。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【提高作业】写一段 60 词震后救援描述。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本单元主题：Natural Disasters。把今天学到的方法带进下一篇——自己读、自己想、自己写。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