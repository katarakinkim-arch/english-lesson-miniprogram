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第3单元 Diverse Cultures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&amp; Speaking · Diverse Cultures (P1)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听与说  ·  第1课时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语言能力：听懂关于多元文化城市的听力材料，提取关键信息（城市/族群/特色/意义），准确使用 6-8 个多元文化核心词汇。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文化意识：了解世界城市的文化多样性，体会"多元共生"的包容精神。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思维品质：通过"听前预测—听中验证—听后比较"形成系统听力策略。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 It is known for... / The city features... 就城市文化多样性做简短描述与对比。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3 Diverse Cultures 第一课时（Listening and Speaking），属单元导入+输入环节。听力材料为一段介绍世界多元文化城市（旧金山/伦敦/纽约/多伦多）的对话与独白，功能语境是"描述城市的文化多样性"。语言重点为多元文化词汇（diverse, culture, immigrant, melting pot, community, ethnic, variety, unique）及描述城市句型（It is known for... / The city features... / People from... gather here）。为本单元 Reading 的"旧金山旅行日记"做词汇与话题预热。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多元文化核心词汇：diverse / culture / immigrant / melting pot / community / ethnic / variety / unique ② 描述句型：It is known for... / The city features... / People from... gather here ③ 听力微技能：听前读题支预测关键词、听中抓族群与特色。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词汇输入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听前预测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听中填卡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说话任务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diverse（多样的）与 diversity（多样性）的词性转换。原因：形近意近。：diverse 是形容词，diversity 是名词。② melting pot（大熔炉）比喻义，学生易按字面理解。③ immigrant（移民）与 emigrant（移出者）的方向区分。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Listening &amp; Speaking ──────┐
│ diverse / culture / immigrant │
│ melting pot / community / ethnic │
│ variety / unique │
│ │
│ It is known for... │
│ The city features... │
│ People from... gather here │
│ │
│ City Info Card: │
│ SF | west coast | Chinatown │
│ NY | east coast | melting pot │
└──────────────────────────────────┘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听录音听力文本 2 遍，圈出所有多元文化词汇。2. 用 It is known for... 写 3 句城市描述。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【提高作业】用英文写一段 50 词介绍：介绍一个你了解的多元文化城市，包含位置/族群/至少 2 点特色。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本单元主题：Diverse Cultures。把今天学到的方法带进下一篇——自己读、自己想、自己写。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