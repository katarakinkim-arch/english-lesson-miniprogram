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第5单元 Languages Around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Discovering Useful Structures: 定语从句（关系副词 where/when/why + 介词+which/whom）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语法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语言能力：识别并正确使用 where/when/why 引导的定语从句，及 介词+which/whom 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文化意识：体会关系副词使表达精确简洁的价值。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思维品质：按先行词（时间/地点/原因）选择关系副词，并能与介词+which 转换。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学习能力：用关系副词选择表归纳规则。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第四课时，语法点：定语从句关系副词 where（地点）、when（时间）、why（原因），以及 介词+which/whom 结构。承接 U4 关系代词，扩展至关系副词与介词结构。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where 修饰地点先行词（= at/in/on + which）。② when 修饰时间先行词（= at/in/on + which）。③ why 修饰 reason（= for which）。④ 介词+which/whom 用于正式表达。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观察例句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归纳选择表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转换练习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when/why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操练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where 与 which 选择：先行词是地点且从句缺状语用 where，缺主/宾用 which。② when 与 which 同理。③ 介词选择（in which / on which / for which）依赖搭配。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Grammar: 关系副词 ┐
│ 地点→where(=介词+which) │
│ 时间→when(=介词+which) │
│ 原因→why(=for which) │
│ 介词+which/whom(正式) │
│ 缺状语→副词;缺主宾→代词│
└──────────────────────────┘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用关系副词填空 10 题。2. 将 5 句 where/when/why 改写为 介词+which。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【提高作业】写一段 50 词文化介绍，含 where/when/why 各 1 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本单元主题：Languages Around the World。把今天学到的方法带进下一篇——自己读、自己想、自己写。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