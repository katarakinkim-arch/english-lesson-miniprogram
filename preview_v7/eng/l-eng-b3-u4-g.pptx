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第4单元 Space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Discovering Useful Structures · Space Exploration (P4)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语法  ·  第4课时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语言能力：准确识别并产出不定式作定语和状语的句子，在太空话题中产出 5 个以上正确句子。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文化意识：通过不定式更精准地表达太空探索的用途与目的。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思维品质：通过"发现例句→归纳规则→应用规则"的归纳法培养语法学习策略。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学习能力：建立"语法自查表"——写作后自行检查不定式的功能是否正确。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4 第四课时（Discovering Useful Structures），系统教学不定式作定语和状语的用法。基于 Reading 语篇中提取的例句，引导学生归纳出规则：作定语（修饰名词表用途/未做，常跟在名词后，如 something to eat / the first to land）和作状语（表目的，如 went there to study / work hard to discover）。通过太空探索主题的语境化练习巩固。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不定式作定语：修饰名词表用途/未做（something to eat / the first to land / a mission to explore / no place to live）② 不定式作状语：表目的（went there to study / work hard to discover）③ the first/last/best + to do 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例句发现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规则归纳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the first to do 讲练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改写操练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改错巩固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不定式作定语 vs 作状语的辨析。原因：形同功不同，需看位置。② something/anything/nothing + to do 结构。③ 不定式状语与 -ing 状语的区分——to do 表目的，-ing 表伴随。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Grammar: Infinitive as Attr &amp; Adv ─┐
│ Attribute (定语): │
│ something to eat │
│ a mission to explore │
│ no place to live │
│ the first/last/best + to do │
│ Adverbial (状语 - purpose): │
│ I went there to study. │
│ work hard to discover │
│ │
│ ⚠️ Purpose = to do (NOT for doing!) │
│ ✗ I went there for studying. │
└────────────────────────────────────────────┘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用不定式作定语和状语各造 2 句关于太空探索的句子。2. 将以下句子改写为不定式状语：They work hard because they want to reach Mars.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 60 词短文描述一个太空任务，要求至少用 3 个不定式结构（含1个定语、1个状语）。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本单元主题：Space Exploration。把今天学到的方法带进下一篇——自己读、自己想、自己写。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