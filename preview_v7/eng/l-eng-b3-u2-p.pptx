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第2单元 Morals and Virtues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· Morals and Virtues (P8)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语言能力：综合运用本单元词汇、-ing 宾补、辩论句型，以英文完成一份道德楷模展览海报（标题/简介/抉择/精神/感悟）。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文化意识：通过展览形式向同伴传播道德楷模的奉献精神。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思维品质：在4人小组中合理分工、有效协作，培养项目管理思维。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学习能力：回顾本单元5课学习内容，建立"一个单元学什么、怎么用"的整体框架感。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2 第八课时（Project），为单元终极产出课。学生以 4 人小组为单位，整合本单元5种课型所学——听与说的道德词汇+阅读的"抉择链"结构+语法的 -ing 宾补+听与谈的辩论句型+写作的记叙文——完成一份"道德楷模展览"海报/展板。综合考查语言能力（词汇/语法/写作）、思维品质（信息组织）和学习能力（合作分工）。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海报四模块：Figure Introduction（楷模简介）→ Dilemma（关键抉择）→ Spirit（精神品质）→ Reflection（你的感悟） ② 单元知识整合：词汇/-ing 宾补/辩论句型/记叙文结构 ③ 小组分工：Writer / Designer / Editor / Presenter各司其职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任务布置+分工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制作海报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展示评价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单元自评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小组分工时 Editor 常没事做 — 需明确所有角色都有事。提醒：editor不是"挑错"而是"润色语言"。② 海报语言过简（仅单词无句）— 要求每板块至少2句完整英文句。③ 展示时间控制 — 1.5分钟/组，超时扣分。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Project: Moral Figure Exhibition ─┐
│ 🌟 Poster 4 Modules: │
│ ① Introduction (figure + brief) │
│ ② Dilemma (key choice?) │
│ ③ Spirit (what virtue?) │
│ ④ Reflection (your lesson) │
│ │
│ 👥 Roles: Writer / Designer / Editor │
│ / Presenter │
│ │
│ ⭐ Must: English / ≥2 sentences per │
│ module / ≥1 -ing complement │
└────────────────────────────────────────┘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【基础作业】完成小组海报（未完成的继续做），拍照片提交。写 30 词英文反思：我在小组中的贡献是…我从这个项目中学到了…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【提高作业】选一位新闻中的道德楷模，用英文写 50 词简报介绍抉择+精神。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本单元主题：Morals and Virtues。把今天学到的方法带进下一篇——自己读、自己想、自己写。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