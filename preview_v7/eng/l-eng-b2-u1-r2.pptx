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Cultural Heritage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5 个限制性定语从句的功能，准确辨析关系代词。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文化意识：通过定语从句体会英语如何用子句修饰限定——不同于中文前置定语的习惯。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思维品质：分析定语从句在议论文中的"信息限定"功能，培养语法服务于意义的意识。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学习能力：建立"从读到写"的语料库——积累课文中的优质定语从句句型用于后续写作。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第三课时（Reading II），聚焦语篇 FROM PROBLEMS TO SOLUTIONS 的精读与语言分析。重点分析文中限制性定语从句（The dam that was built / temples that were an important part...）在议论文中的功能——提供限定性信息、增强论述说服力。同时深化语篇中高频学术词汇的用法辨析（establish / investigate / conduct / propose）。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语篇中定语从句的识别与关系代词选择 ② 议论文高频动词：establish / investigate / conduct / propose ③ 定语从句在议论文中的修辞功能：提供证据→增强说服力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定语从句发现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关系代词辨析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 number of（许多）vs the number of（…的数量）。原因：形近意远，考试高频陷阱。② 关系代词 that vs which 的选用。提醒：限制性中 that 更通用，但介词后只能用 which。③ proposal 与 propose 的词性转换 — 学生易混淆拼写。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Reading II: Language Focus ──────┐
│ that → 人/物 which → 物 only │
│ who → 人 whose → ...的 │
│ 介词 + which (not that!) │
│ │
│ Verbs: establish / investigate │
│ conduct / propose / rescue │
│ │
│ Clauses in text (excerpts): │
│ temples that were an important part │
│ scientists who had studied... │
│ a place in which they were safe │
└──────────────────────────────────────┘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从课文中找出5个定语从句并标注先行词+关系代词。2. 将以下两句合并为定语从句：The government turned to the UN. The UN had experts in heritage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【提高作业】用定语从句写3句介绍一处你了解的文化遗产（用 that / which / where）。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