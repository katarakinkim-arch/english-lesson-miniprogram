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必修第二册 · 第4单元 History and Traditions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Reading and Thinking · History and Traditions (P2)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阅读  ·  第2课时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语言能力：读懂历史文化说明文，提取 UK 四国形成的时间线与关键事件；掌握 8-10 个历史描述核心词汇。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文化意识：理解 UK 的多元历史构成，体会"差异中的统一"这一文化主题。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思维品质：通过时间轴+因果关系分析培养历史叙事阅读策略。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学习能力：能用时间轴+四国关系图复述 UK 的形成过程。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本课为必修第二册 Unit 4 第二课时（Reading I），语篇 WHAT'S IN A NAME? 是一篇历史文化说明文，解释"United Kingdom"这个名称背后的历史：四个国家（England/Scotland/Wales/Northern Ireland）如何在不同历史时期联合形成今天的 UK。结构为"名称困惑→逐国形成史→共同点与差异→现代意义"。语言重点为历史时间表达（in the 16th century / over the next few hundred years / finally）与联合/归属动词（join, be linked to, be added to, break away from）。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说明文结构：Name confusion → History of each country → Similarities &amp; differences → Modern meaning ② 历史时间表达：in the 16th century / over the next few hundred years / finally / in the 20th century ③ 核心短语：be linked to / be added to / break away from / result in / belong 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导入设问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快速阅读抓主线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精读段落1-2 名称困惑+Wales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精读段落3-5 Scotland+Ireland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归纳意义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世纪表达——the 16th century = 1501-1600，学生易以为 16th century = 1600s。原因：中文"十六世纪"对应 1500s，但英文同样规则。提醒：nth century = (n-1)00s。② be added to（被加入）vs join（主动加入）——语篇中用被动突出"被并入"的历史事实。③ break away from（脱离）— 不及物动词短语，后面直接接宾语。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U4 Reading I: WHAT'S IN A NAME? ──────────┐
│ UK Formation Timeline: │
│ 16th c → Wales linked to England │
│ 18th c (1707) → Scotland joined → GB │
│ 1801 → Ireland added → UK │
│ 1922 → Southern Ireland broke away │
│ → Today: UK = Eng+Sco+Wal+NI │
│ │
│ be linked to / be added to / break away from │
│ result in / belong to │
│ │
│ UK ≠ Great Britain ≠ England! │
└───────────────────────────────────────────────┘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朗读课文第2-4段 2 遍，圈出所有时间表达。2. 用时间轴上的4个关键年份各写1句 UK 历史事件。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 80 词写一段：Choose one of the four countries and introduce its unique tradition or symbol.（用 be linked to / belong to / however）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本单元主题：History and Traditions。把今天学到的方法带进下一篇——自己读、自己想、自己写。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