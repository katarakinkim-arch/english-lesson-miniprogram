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第5单元 Music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 · Music (P4)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语言能力：准确使用过去分词作原因/时间/条件/伴随状语，在音乐话题中产出 5 个以上正确句子。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文化意识：通过过去分词作状语体会英语书面语的精炼美——这是中英语言思维差异的重要体现。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思维品质：通过"发现例句→归纳规则→三步判断→应用输出"的归纳法培养语法学习策略。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学习能力：建立"分词自查表"——写作后自行检查分词逻辑主语是否与主句主语一致。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5 第四课时（Discovering Useful Structures），系统教学过去分词作状语（V-ed 作原因/时间/条件/伴随状语）。基于 Reading 语篇中提取的例句，引导学生归纳"何时用过去分词作状语"的规则——当状语从句的主语与主句主语一致且为被动关系时，可省略连词+主语+be。通过音乐主题的语境化练习巩固语法，为后续演讲稿写作做语言准备。这是高中阶段最重要的语法进阶之一——分词作状语是高考书面表达的加分项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过去分词作状语四大类型：原因（Because done...）/ 时间（When done...）/ 条件（If done...）/ 伴随（...，done...）② 三步判断法：找主句主语→判断与分词的主被动关系→选择 V-ed（被动）或 V-ing（主动）③ 黄金法则：分词逻辑主语必须 = 主句主语！④ 不规则过去分词复习（write→written, sing→sung, know→known, give→given）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例句发现+分类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规则归纳+三步法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四大类型操练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改错竞赛（Dangling Participle）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dangling participle — "Walking down the street, the flowers were beautiful."（花在走路？）主语不一致是中式英语最典型错误。② 分词作状语的位置——句首最常见，句末也可以（表示伴随）。③ 分词否定形式—— Not knowing what to say（现在分词否定）/ Not moved by the music（过去分词否定），否定词 not/never 放在分词前。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Grammar: V-ed as Adverbial ──────────────┐
│ V-ed 作状语 (原因/时间/条件/伴随) │
│ │
│ Cause: Moved by..., he... │
│ Time: Seen from..., it... │
│ Condition: Given..., I... │
│ Manner: He stood, surrounded by... │
│ │
│ 3-Step Check: │
│ ① Find main subject │
│ ② Does subject DO or RECEIVE the action? │
│ ③ DO → V-ing / RECEIVE → V-ed │
│ │
│ ⚠️ Golden Rule: 分词逻辑主语 = 主句主语 │
│ ❌ Walking in, the music was loud. │
│ ✓ Walking in, I heard loud music. │
│ ❌ Moved by the song, tears ran down her face. │
│ ✓ Moved by the song, she burst into tears. │
└─────────────────────────────────────────────────┘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用过去分词作状语造 5 句（覆盖原因/时间/条件/伴随四种类型）。2. 改错：Inspired by the concert, the guitar was bought. / Hearing the news, tears came to my eyes.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词短文关于音乐如何影响你的情绪，至少用 3 个过去分词作状语。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本单元主题：Music。把今天学到的方法带进下一篇——自己读、自己想、自己写。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