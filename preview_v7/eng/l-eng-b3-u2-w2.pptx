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第2单元 Morals and Virtues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Writing · Morals and Virtues (P7)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第7课时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语言能力：能根据互评量表给同伴的道德记叙文初稿提具体、可操作的修改建议。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文化意识：通过阅读同伴的道德经历了解不同价值取向。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思维品质：在互评中培养"识别问题→提出方案"的批判性反馈能力。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学习能力：建立"写→评→改→展"四步写作流程，内化为个人写作习惯。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2 第七课时（Writing II），在 Writing I 提纲+初稿的基础上完成"互评→修改→展示→终稿"闭环。重点训练学生用同学反馈改进写作的能力。互评量表聚焦三维度：结构完整（4段）、语言质量（连接词/-ing 宾补/词汇）、语法准确（时态/三单/标点）。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互评三维量表：结构（4段完整）+ 语言（连接词≥2 / -ing宾补≥1 / 词汇多样性）+ 语法（时态/三单/标点） ② 改稿有侧重：先改结构再改语法 ③ 展示礼仪：大声/清晰/目视听众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量表培训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起草+互评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修改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展示评选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结课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学生互评时不好意思提缺点 — 需引导"给建议就是帮助对方进步"。② 时态混用重复出错——主体过去时，感悟现在时。③ 修改时学生只改拼写不改结构 — 需强制"先查四段是否完整"。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U2 Writing II: Peer Review ────────┐
│ WRITING PROCESS: │
│ Outline → Draft → Peer → Revise → │
│ → Final → SHARE │
│ │
│ Review Checklist: │
│ ✅ 4 paragraphs? │
│ ✅ ≥2 linkers? │
│ ✅ ≥1 -ing complement? │
│ ✅ Reflection sentence? │
│ ✅ Grammar (tense / 3rd p / ;) │
└───────────────────────────────────────┘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【基础作业】根据课堂反馈修改终稿，誊抄提交。自评：在稿末写 1 句"这次写作最大的进步是…"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【提高作业】调查另一个道德困境案例（可基于新闻），用"背景—困境—抉择—感悟"框架写 80 词记叙文。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本单元主题：Morals and Virtues。把今天学到的方法带进下一篇——自己读、自己想、自己写。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