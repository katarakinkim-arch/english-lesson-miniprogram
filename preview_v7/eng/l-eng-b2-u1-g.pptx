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第1单元 Cultural Heritage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Cultural Heritage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语言能力：准确选择限制性定语从句的关系代词（that/which/who/whom/whose），在文化遗产话题中产出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文化意识：通过定语从句更精准地描述文化遗产的属性和特征。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思维品质：通过"发现例句→归纳规则→应用规则"的归纳法培养语法学习策略。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学习能力：建立"语法自查表"——写作后自行检查定语从句关系代词是否正确。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1 第四课时（Discovering Useful Structures），系统教学限制性定语从句中关系代词（that/which/who/whom/whose）的用法与选择规则。基于 Reading 语篇中提取的例句，引导学生归纳出规则，并通过文化遗产主题的语境化练习巩固。衔接必修一U4已学的 that/which/who 基础，本课新增 whose 和介词+which 结构。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关系代词对比：that（人+物通用）/ which（仅物）/ who（人主语）/ whom（人宾语）/ whose（所属） ② 介词+which 结构 ③ 限制性定语从句中关系代词的省略条件（作宾语时可省）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介词+which 讲练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Bingo 造句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改错巩固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whose 中文无直接对应"…的"，学生写作中极少主动使用。原因：母语负迁移。② 介词+which 中介词选择（in which=where 但更正式）。③ that 在 all/everything 等不定代词后必须用 that 不用 which。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Grammar: Restrictive Relative Clauses ────┐
│ 指人 指物 在从句中成分 │
│ that ✓ ✓ S/O │
│ which ✗ ✓ S/O │
│ who ✓ ✗ S │
│ whom ✓ ✗ O │
│ whose ✓ ✓ attribute(...的) │
│ │
│ 介词+which: in which / for which / to which│
│ 省略条件: 作宾语时可省 │
│ ❌ The temple which I visited it. (No "it"!)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 that/which/who/whose 各造 2 句关于文化遗产的句子。2. 从课文中找出3个介词+which结构并翻译。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词短文介绍一处中国文化遗产，要求至少用 3 个定语从句（含1个 whose）。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本单元主题：Cultural Heritage。把今天学到的方法带进下一篇——自己读、自己想、自己写。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