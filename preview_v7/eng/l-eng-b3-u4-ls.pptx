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&amp; Speaking · Space Exploration (P1)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听与说  ·  第1课时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语言能力：听懂关于太空探索的听力材料，提取关键信息（事件/时间/成就/意义），准确使用 6-8 个太空核心词汇。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文化意识：了解人类太空探索的伟大成就，增强科技自信与探索精神。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思维品质：通过"听前预测—听中验证—听后推理"形成系统听力策略。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 It was the first to... / The mission aimed to... 就太空成就做简短描述。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Space Exploration 第一课时（Listening and Speaking），属单元导入+输入环节。听力材料为一段介绍太空探索历程（人造卫星/宇航员/空间站/火星任务）的对话与独白，功能语境是"描述太空科技与航天成就"。语言重点为太空词汇（space, explore, astronaut, satellite, launch, orbit, mission, galaxy）及描述成就句型（It was the first to... / The mission aimed to... / Scientists have managed to...）。为本单元 Reading 的"太空探索史"说明文做词汇与话题预热。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太空核心词汇：space / explore / astronaut / satellite / launch / orbit / mission / galaxy ② 描述句型：It was the first to... / The mission aimed to... / Scientists have managed to... ③ 听力微技能：听前读题支预测关键词、听中抓时间与事件。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导入激活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词汇输入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听中填卡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句型操练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说话任务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launch（发射）拼写与发音。原因：au 发 /ɔː/。：launch /lɔːntʃ/，不是 /lɑːntʃ/。② orbit（轨道）作名词与动词的双重用法。③ galaxy（星系）抽象词，学生易与 planet 混淆。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Listening &amp; Speaking ──────┐
│ space / explore / astronaut │
│ satellite / launch / orbit │
│ mission / galaxy │
│ │
│ It was the first to... │
│ The mission aimed to... │
│ Scientists have managed to... │
│ │
│ Achievement Card: │
│ Sputnik | 1957 | USSR | 1st sat │
│ Apollo 11 | 1969 | US | moon │
└──────────────────────────────────┘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听录音听力文本 2 遍，圈出所有太空词汇。2. 用 It was the first to... 写 3 句太空成就描述。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【提高作业】用英文写一段 50 词介绍：介绍一个你了解的太空成就，包含事件/时间/至少 2 点意义。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