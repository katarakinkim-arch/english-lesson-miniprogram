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第1单元 Cultural Heritage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Cultural Heritage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语言能力：综合运用本单元词汇、定语从句、建议句型，以英文完成一份文化遗产保护展览海报（标题/介绍/问题/方案/呼吁）。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文化意识：通过展览形式向同伴传播文化遗产保护意识。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思维品质：在4人小组中合理分工、有效协作，培养项目管理思维。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学习能力：回顾本单元5课学习内容，建立"一个单元学什么、怎么用"的整体框架感。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1 第八课时（Project），为单元终极产出课。学生以 4 人小组为单位，整合本单元5种课型所学——听与说的遗产词汇+阅读的"问题—方案"结构+语法的定语从句+听与谈的建议句型+写作的倡议书——完成一份"文化遗产保护展览"海报/展板。综合考查语言能力（词汇/语法/写作）、思维品质（信息组织）和学习能力（合作分工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海报四模块：Heritage Introduction（简介+价值）→ Threats（问题）→ Protection Measures（措施）→ Call to Action（呼吁） ② 单元知识整合：词汇/定语从句/建议句型/倡议书结构 ③ 小组分工：Writer / Designer / Editor / Presenter各司其职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制作海报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小组分工时 Editor 常没事做 — 需明确所有角色都有事。提醒：editor不是"挑错"而是"润色语言"。② 海报语言过简（仅单词无句）— 要求每板块至少2句完整英文句。③ 展示时间控制 — 1.5分钟/组，超时扣分。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Project: Heritage Exhibition ────┐
│ 🏛️ Poster 4 Modules: │
│ ① Introduction (heritage + value) │
│ ② Threats (what is the problem?) │
│ ③ Protection (what can we do?) │
│ ④ Call to Action (let's...) │
│ │
│ 👥 Roles: Writer / Designer / Editor │
│ / Presenter │
│ │
│ ⭐ Must: English / ≥2 sentences per │
│ module / ≥1 relative clause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【基础作业】完成小组海报（未完成的继续做），拍照片提交。写 30 词英文反思：我在小组中的贡献是…我从这个项目中学到了…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【提高作业】选一个新闻中正在面临威胁的文化遗产（不限中国），用英文写 50 词简报介绍问题+你的保护建议。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本单元主题：Cultural Heritage。把今天学到的方法带进下一篇——自己读、自己想、自己写。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