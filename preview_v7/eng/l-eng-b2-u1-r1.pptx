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第1单元 Cultural Heritage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Cultural Heritage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语言能力：读懂"问题—解决"型议论文，提取阿斯旺大坝项目的时间线/各方行动/成果；掌握 8-10 个论述类核心词汇。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文化意识：理解文化遗产保护的国际协作意义，形成"发展不能以牺牲文化为代价"的观念。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思维品质：通过"问题—措施—意义"三段论分析培养议论文结构思维。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学习能力：能用时间轴+Who-What-Why表格复述文章主体事件。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1 第二课时（Reading I），语篇 FROM PROBLEMS TO SOLUTIONS 是一篇问题—解决型议论文，讲述埃及阿斯旺大坝建设与阿布辛贝神庙搬迁的案例，展示了"发展vs保护"的全球协作解决方案。结构为问题引入→各方行动→解决成果→意义升华。语言重点为议论文衔接词（however, finally, over the next 20 years）与文化遗产保护术语（damage, rescue, contribution, committee）。承接必修一U4定语从句，本课语篇中大量出现限制性定语从句。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议论文结构：problem → challenges → solutions → significance ② 时间线词汇：in 1959 / in 1960 / over the next 20 years / finally ③ 核心短语：give way to / lead to / turn to / take down / bring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精读段落1-2 问题与冲突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精读段落3-4 行动与成果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give way to（让位于）学生易按字面理解。原因：多义词块。提醒：本文指"新旧更替"。② take down（拆卸）与 take apart（拆开）的区别。③ contribute（贡献/捐献）与 contribution（贡献/捐款）的词性转换。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Reading I: PROBLEMS TO SOLUTIONS ──────┐
│ PROBLEM → ACTIONS → SOLUTION → SIGNIFICANCE │
│ │
│ give way to / lead to / turn to / take down │
│ rescue / contribution / balance │
│ │
│ 1959 UN→1960 work→1961 first temple→20 yrs │
│ 50 countries = $80M → 22 temples saved │
└──────────────────────────────────────────────┘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朗读课文第2-3段 2 遍，圈出所有转折词（however/but/although）。2. 用时间轴上的3个关键年份各写1句事件描述。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词左右写一段：你认为在城市建设中如何平衡"发展"与"保护文物"？（用 give way to / balance / protect）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本单元主题：Cultural Heritage。把今天学到的方法带进下一篇——自己读、自己想、自己写。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