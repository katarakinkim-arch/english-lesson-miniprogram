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第2单元 Wildlife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Wildlife Protection (P6)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第6课时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语言能力：掌握海报文案的"标题→问题→数据→呼吁"四要素结构，产出 60-80 词结构完整、有感染力的野生动物保护海报。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文化意识：理解海报在公众传播中的力量，能用英文制作有影响力的保护倡议。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思维品质：通过"先选动物→再找数据→提炼标题→组织文案"训练从信息到传播的设计思维。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学习能力：建立"海报文案≠作文"的意识——学会极简有力、口号式的英文表达。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2 第六课时（Reading for Writing I），写作体裁为制作有效的野生动物保护海报（Make an Effective Poster）。海报结构为：醒目标题→震撼图片/数据→问题陈述→行动号召→联系方式。语言重点为海报特有的简短有力句型（Help us save...! / Don't let... disappear! / Act now!）及数据引述。结合本单元 Reading 的记叙文细节与语法课的被动语态，实现"读-语法-写"闭环。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海报四要素：Catchy Title → Shocking Fact/Data → Why It Matters → Call to Action ② 海报句型：Help us save...! / Don't let... disappear! / ... are being killed every day. / Act now before it's too late! ③ 被动语态在海报中的应用：强调受威胁的动物。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范本解构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四要素讲透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海报句型库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头脑风暴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起草海报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同伴初评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海报标题的"口号化"——学生习惯写完整句"This is a poster about protecting tigers"而非"Save the Tigers!"。② 数据引述格式——数字+单位+来源。③ 被动语态在海报中的语气控制——不要太学术，要保持情感冲击力。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Writing: Effective Poster ──────────────┐
│ ① CATCHY TITLE (3-5 words, verb first!) │
│ Save the...! / Protect...! / Stop...! │
│ ② SHOCKING DATA │
│ Only ___ left. / ___ killed every ___. │
│ ③ WHY IT MATTERS (1-2 short sentences) │
│ ④ CALL TO ACTION │
│ Act now! / Join us! / Donate at...! │
│ │
│ Voice: Use passive for emotional impact! │
│ "are being killed" &gt; "people kill" │
└────────────────────────────────────────────────┘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【基础作业】按课堂草稿完成 60-80 词野生动物保护海报文字稿。要求：四要素完整、至少 1 个被动语态、至少 1 个数据。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【提高作业】将文字稿设计成 A4 海报（可手绘+彩笔或用 Canva），下节课展示。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本单元主题：Wildlife Protection。把今天学到的方法带进下一篇——自己读、自己想、自己写。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