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第5单元 Music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Music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语言能力：读懂人物+现象说明文，提取 Eric Whitacre 的人生转折点/虚拟合唱团的运作方式/全球影响；掌握 8-10 个核心动词。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文化意识：理解音乐与科技结合可以跨越国界连接人类——"虚拟合唱团"是全球化的美好例证。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思维品质：通过"个人梦想→挫折→科技灵感→全球影响"因果链分析培养叙事与非叙事混合阅读策略。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学习能力：能用"梦想→挫折→转折→创造→影响"框架复述 Eric Whitacre 的故事。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5 第二课时（Reading I），语篇 THE VIRTUAL CHOIR 是一篇人物+现象说明文，讲述美国作曲家 Eric Whitacre 如何从一个音乐少年、经历挫折后受到粉丝视频启发，创建虚拟合唱团——让全球数千人在线录制演唱同一首歌并合成震撼作品。结构为"个人经历→灵感时刻→虚拟合唱团诞生→全球影响"。语言重点为叙事时间顺序词（originally / then / over the next few years / since then）与音乐+科技动词（compose, conduct, perform, upload, combine, inspire）。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叙事弧线：Love for music → Setback → Fan video inspiration → Virtual Choir created → Global phenomenon ② 时间标志词：originally / then / in 2009 / over the next few years / since then / altogether ③ 核心短语：fall in love with / be inspired by / come up with / combine... into / prove to 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导入设问+视频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精读段落1-2 个人故事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精读段落3-4 虚拟合唱团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virtual /vɜːtʃuəl/ 发音 — 重音在第一音节，virtue 词根。② choir /kwaɪə/ 拼写与发音完全不对应 — 学生易读成 /tʃɔɪə/ 或写成 quire。③ come up with（想出）— 学生易漏介词 with。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Reading I: THE VIRTUAL CHOIR ────────────┐
│ Eric Whitacre's Journey: │
│ Love music → Setback → Fan video → Idea! │
│ → Virtual Choir → 80+ countries, millions │
│ │
│ come up with / fall in love with │
│ be inspired by / combine... into │
│ prove to be / altogether │
│ │
│ Virtual Choir = music + Internet + people │
│ "Virtual" = not physically together │
│ "Choir" = /kwaɪə/ (NOT /tʃɔɪə/!) │
└─────────────────────────────────────────────────┘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朗读课文第2-4段 2 遍，圈出所有时间标志词。2. 用故事弧线的4个阶段各写1句描述 Eric 的经历。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词写一段：If you could create a virtual project (not necessarily music), what would it be and why?（用 come up with / be inspired by / combine）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本单元主题：Music。把今天学到的方法带进下一篇——自己读、自己想、自己写。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