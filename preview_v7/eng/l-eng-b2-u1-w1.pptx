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第1单元 Cultural Heritage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Writing · Cultural Heritage (P6)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语言能力：掌握"问题—价值—建议—呼吁"四段式倡议书结构，在文化遗产保护话题中产出 80-100 词结构完整的短文。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文化意识：理解倡议书在推动社会参与遗产保护中的作用。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思维品质：通过"先分析问题再提建议"训练因果逻辑思维。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学习能力：建立"写作前先搭结构框架"的习惯——用 outline 而非直接开写。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1 第六课时（Reading for Writing I），写作体裁为就文化遗产保护写一篇简短倡议书/报告。结构为：问题陈述→保护价值→建议措施→呼吁行动。语言重点为议论文衔接词（firstly, moreover, therefore, in conclusion）与建议动词（suggest, recommend, propose, urge）。结合本单元 Reading 的"问题-方案"结构与语法课的定语从句，实现读-语法-写的闭环。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倡议书四段结构：Problem → Value → Suggestions → Call to action ② 衔接词：Firstly / Moreover / Therefore / In conclusion ③ 核心句型：It is important to... / I strongly suggest that... / If we..., we can...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范文解构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四段结构讲透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衔接词+句型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提纲+起草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互评提纲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倡议书与议论文的区别 — 倡议书收尾必须有呼吁（Let's.../It's time to...）。原因：学生习惯写"我认为"而非"我们一起"。② therefore 的正确标点 — therefore 前加分号或句号，不是逗号。③ persuade 与 convince 在写作中的选用。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U1 Writing: Proposal for Heritage ────────┐
│ P1 Problem: The... is in danger because... │
│ P2 Value: It is valuable because... │
│ P3 Suggestions: Firstly,... Moreover,... │
│ P4 Call: Let's... / It's time to... │
│ │
│ Linkers: Firstly / Moreover / Therefore │
│ Furthermore / In conclusion │
│ │
│ Word Bank: preserve / rescue / limit │
│ restore / suggest / protect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【基础作业】按课堂 outline 写完 80 词倡议书初稿。要求：四段结构完整、至少 2 个衔接词、至少 1 个定语从句。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【提高作业】就同一遗产地写一则 30 词以内的社交媒体宣传语（英文），要求有号召力有感染力。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本单元主题：Cultural Heritage。把今天学到的方法带进下一篇——自己读、自己想、自己写。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