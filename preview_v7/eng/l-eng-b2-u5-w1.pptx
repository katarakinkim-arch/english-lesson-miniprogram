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第5单元 Music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Writing · Music (P6)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第6课时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语言能力：掌握演讲稿的"Hook→Story→Change→Closing"四段结构，在音乐话题中产出 100-120 词有感染力的英文演讲稿。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文化意识：理解公开演讲在西方文化中的重要性——学习用英文表达个人故事和观点。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思维品质：通过"选择故事→提炼感悟→设计修辞→构建演讲"训练从个人经历到公共表达的转化思维。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学习能力：建立"演讲稿≠作文"的体裁意识——学会使用 rhetorical questions、repetition、storytelling。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5 第六课时（Reading for Writing I），写作体裁为写一篇关于音乐如何改变你生活的演讲稿（Write a Speech About How Music Has Changed Your Life）。演讲结构为：吸引注意的开场→你的音乐故事（具体经历）→音乐改变你的方式→结尾的呼吁/感悟。语言重点为演讲特有的修辞手法（rhetorical questions, repetition, personal anecdotes）与过去分词作状语（Moved by..., Inspired by...）在演讲稿中的运用——使演讲既有感染力又语言精炼。结合本单元 Reading 的人物叙事与语法课的分词作状语，实现"读-语法-写"闭环。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演讲稿四段结构：Engaging Opening → Your Music Story → How Music Changed You → Powerful Closing ② 演讲修辞手法：Rhetorical questions（"Have you ever felt...?"）、Repetition（"Music gives me... Music gives me..."）、Personal anecdote（"I remember the first time I..."）③ 过去分词作状语在演讲中的运用——增加语言精炼度与感染力。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范本解构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四段结构+修辞讲透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头脑风暴+提纲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起草+朗读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同伴初评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Rhetorical question（反问/设问）——学生不习惯在正式写作中问问题。② "演讲感"语气——需要反复朗读来检查是否"读出来自然"。③ 演讲结尾的力量——学生常以"That's all. Thank you."草草收尾。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U5 Writing: Speech ──────────────────────┐
│ ① ENGAGING OPENING │
│ Rhetorical question / surprising fact │
│ "Have you ever...?" │
│ ② YOUR MUSIC STORY (specific + real!) │
│ "I remember the first time I..." │
│ ③ HOW MUSIC CHANGED YOU │
│ Use V-ed as adverbial: │
│ "Moved by the lyrics, I..." │
│ ④ POWERFUL CLOSING │
│ NOT "That's all"! │
│ "Music is more than... — it's..." │
│ │
│ Speech ≠ Essay: Ask questions / Tell story │
│ Read aloud to test! │
└──────────────────────────────────────────────┘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【基础作业】按课堂初稿完成 100-120 词演讲稿。要求：四段完整、≥1 rhetorical question、≥1 过去分词作状语、结尾有力。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【提高作业】对着镜子（或手机录像）练习演讲，直到能脱稿讲出 80% 的内容。录 1 分钟视频或音频。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本单元主题：Music。把今天学到的方法带进下一篇——自己读、自己想、自己写。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