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第5单元 Music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 · Music (P5)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语言能力：听懂关于音乐与情绪的对话，提取音乐类型/情绪效果/个人关联；能用至少 4 种句型推荐歌曲并描述其情绪影响。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文化意识：理解音乐是人类共通的情感语言——一首歌可以跨越语言和文化触动人心。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思维品质：在讨论中练习"描述感受→解释原因→建立个人关联"的完整表达链。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学习能力：通过推荐对话训练"为听众量身推荐"的沟通策略——推荐的歌不是自己最喜欢的，而是对方可能需要的。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5 第五课时（Listening and Talking），语境为"讨论音乐如何影响情绪与推荐歌曲"。听力材料为一段关于不同音乐对情绪影响的对话，口语输出任务为向朋友推荐一首能改变情绪的歌曲并解释原因。功能语言为描述音乐效果的句型（This song makes me feel... / Whenever I hear..., I... / It takes me back to... / The lyrics speak to me because...）。结合语法课的过去分词作状语，在口语中自然运用如"Moved by this song, I decided to learn piano."等结构。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音乐与情绪句型：This song makes me feel... / Whenever I hear..., I... / It takes me back to... / The lyrics speak to me because... ② 推荐句型：You should listen to... / I recommend... / If you like..., try... / This song is perfect for when you... ③ 听力重点：抓音乐—情绪—原因的配对。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听力抓情绪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情绪歌单活动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take sb back to（把某人带回到…记忆）— 学生按字面理解为"带回去"。提醒：固定短语 = remind sb of the past。② lyrics /lɪrɪks/ 永远用复数 — 学生易说 "a lyric"（指单独一句歌词可以，但泛指歌词用 lyrics）。③ speak to sb（打动/引起共鸣）— 不是"对某人说话"。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Listening &amp; Talking ──────────────────┐
│ Music &amp; Emotions: │
│ This song makes me feel... │
│ Whenever I hear..., I... │
│ It takes me back to... │
│ The lyrics speak to me because... │
│ │
│ Recommendation 3 Steps: │
│ ① Name the song │
│ ② Describe the feeling │
│ ③ Share a personal reason / memory │
│ │
│ Emotions: 😊 happy 😢 sad │
│ 💪 energized 😌 calm │
└─────────────────────────────────────────────┘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 2 遍，圈出所有描述音乐感受的句型。2. 用推荐三步法写 1 段完整的歌曲推荐（50词）。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【提高作业】制作你的"情绪歌单"（4首歌+4句英文推荐理由），下节课分享。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本单元主题：Music。把今天学到的方法带进下一篇——自己读、自己想、自己写。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