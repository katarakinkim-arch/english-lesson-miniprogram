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第5单元 Languages Around the World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Listening and Talking: Explore Foreign Languages — 探索外语与学习经验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听与谈  ·  第5课时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语言能力：听懂外语学习经验与困难；用关系副词与建议句式谈论学习策略。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文化意识：体会多语言学习的价值与坚持精神。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思维品质：在讨论中提出可行学习建议。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学习能力：用策略卡记录并复述。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第五课时，听说结合。听力为不同人分享外语学习经验与困难；口语为用关系副词与建议句式谈论学习策略。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策略词：practice / immerse / review / memorize / communicate。② 建议句：You should... / It helps to... / The best way is...。③ 关系副词：the way in which / the time when。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策略词预教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听前预测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听中记录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建议句型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immerse /ɪmɜːs/ 拼读。② memorize /meməraɪz/ 与 memory 关系。③ the way in which 正式结构。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U5 Listening &amp; Talking ┐
│ 策略: practice/immerse/ │
│ review/memorize │
│ 建议: You should…/ │
│ It helps to…/The best way│
│ the way in which… │
└────────────────────────────┘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听录音补全困难与策略卡。2. 用建议句式写 3 条学习建议。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【提高作业】写一段 60 词语言学习经验，含 2 处关系副词。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本单元主题：Languages Around the World。把今天学到的方法带进下一篇——自己读、自己想、自己写。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