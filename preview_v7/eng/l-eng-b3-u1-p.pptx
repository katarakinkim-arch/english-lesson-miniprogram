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第1单元 Festivals and Celebrations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Festivals and Celebrations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语言能力：综合运用本单元词汇、-ing 形式、策划句型，以英文完成一份节日文化展览海报（标题/介绍/精神内核/活动/感悟）。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文化意识：通过展览形式向同伴传播节日文化的多样性与共通精神。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1 第八课时（Project），为单元终极产出课。学生以 4 人小组为单位，整合本单元5种课型所学——听与说的节日词汇+阅读的"现象—本质"结构+语法的 -ing 形式+听与谈的策划句型+写作的记叙文——完成一份"节日文化展览"海报/展板。综合考查语言能力（词汇/语法/写作）、思维品质（信息组织）和学习能力（合作分工）。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海报四模块：Festival Introduction（简介+时间）→ Spirit（精神内核）→ Activities（庆祝活动）→ Reflection（感悟） ② 单元知识整合：词汇/-ing 形式/策划句型/记叙文结构 ③ 小组分工：Writer / Designer / Editor / Presenter各司其职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小组分工时 Editor 常没事做 — 需明确所有角色都有事。提醒：editor不是"挑错"而是"润色语言"。② 海报语言过简（仅单词无句）— 要求每板块至少2句完整英文句。③ 展示时间控制 — 1.5分钟/组，超时扣分。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Project: Festival Exhibition ────┐
│ 🎉 Poster 4 Modules: │
│ ① Introduction (festival + time) │
│ ② Spirit (what is the core?) │
│ ③ Activities (how to celebrate?) │
│ ④ Reflection (your feeling) │
│ │
│ 👥 Roles: Writer / Designer / Editor │
│ / Presenter │
│ │
│ ⭐ Must: English / ≥2 sentences per │
│ module / ≥1 -ing structure │
└────────────────────────────────────────┘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【基础作业】完成小组海报（未完成的继续做），拍照片提交。写 30 词英文反思：我在小组中的贡献是…我从这个项目中学到了…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【提高作业】选一个新闻中正在庆祝的外国节日，用英文写 50 词简报介绍时间+活动+精神。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本单元主题：Festivals and Celebrations。把今天学到的方法带进下一篇——自己读、自己想、自己写。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