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Language-Learning Blog (Ⅰ) — 读析与语料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语言能力：识别博客结构（起因—方法—收获—建议）与衔接手段，积累语料。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文化意识：在分享中体现开放与坚持的学习态度。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思维品质：按逻辑组织学习经历。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学习能力：用提纲模板搭建写作骨架。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第六课时，写作第一课时。读模型博客（分享语言学习经历：起因—方法—收获—建议），分析结构与语言，积累语料。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结构：why I learn → how I learn → what I gained → my advice。② 时态：经历过去，建议现在。③ 语料：immerse/review/connect with/broaden horizons。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读范文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析结构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时态标注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搭提纲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时态切换：经历过去 vs 建议现在。② gained（收获）抽象。③ 博客语气与正式文差异。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Writing Ⅰ: 语言博客 ┐
│ 结构: why→how→gain→advice │
│ 时态: 经历过去/建议现在 │
│ 语料: immerse/review/ │
│ connect with/broaden… 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完成博客提纲（四部分各≥2 点）。2. 整理方法词与收获表达各 5 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【提高作业】用提纲写一段 80 词博客初稿。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