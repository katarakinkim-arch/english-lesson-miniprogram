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第5单元 Music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&amp; Speaking · Music (P1)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听与说  ·  第1课时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语言能力：听懂关于音乐偏好的对话，提取关键信息（类型/感受/原因），准确使用 8-10 个音乐相关词汇。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文化意识：了解不同音乐类型的文化背景，形成对多元音乐文化的欣赏态度。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思维品质：通过"听前预测—听中分类—听后反思"训练音乐主题听力策略。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 I prefer... because... / ... moves me. / ... gives me energy. 描述自己的音乐偏好与感受。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5 Music 第一课时（Listening and Speaking），属单元导入+输入环节。语篇为一段关于音乐偏好的对话与不同音乐类型的介绍音频，功能语境是"谈论音乐偏好与感受"。语言重点为音乐类型词汇（classical, pop, rock, jazz, folk, hip-hop, electronic, orchestra）及表达偏好句型（I prefer... / I'm a fan of... / ... moves me. / ... gives me energy.）。为 Reading 语篇"THE VIRTUAL CHOIR"中音乐与科技结合的叙事做词汇与话题预热。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音乐类型核心词汇：classical / pop / rock / jazz / folk / hip-hop / electronic / orchestra / genre ② 表达偏好与感受句型：I prefer... / I'm a fan of... / ... moves me. / ... calms me down. / ... gives me energy. ③ 听力微技能：听前看歌名预测音乐类型、听中抓感受词。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词汇输入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听中分类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歌单任务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genre /ʒɒnrə/ 发音 — 法语外来词，g 读 /ʒ/ 不读 /dʒ/，结尾 e 不发音。② orchestra /ɔːkɪstrə/ 拼写 — 学生易写成 orchastra。③ move（使感动）的用法 — 学生只知"移动"义。"The music moved me." = 音乐打动了我。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Listening &amp; Speaking ───────────┐
│ Music Genres: │
│ classical / pop / rock / jazz │
│ folk / hip-hop / electronic │
│ orchestra / choir / genre /ʒɒnrə/ │
│ │
│ Feelings: │
│ ... moves me. (感动) │
│ ... gives me energy. (充满能量) │
│ ... calms me down. (平静下来) │
│ ... cheers me up. (振奋) │
│ │
│ Preferences: │
│ I prefer... because... │
│ I'm a fan of... │
│ You might like... because...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听录音听力文本 2 遍，圈出所有音乐类型与感受词。2. 用 prefer / move / give energy 各写 1 句关于自己音乐偏好的句子。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【提高作业】用英文写 50 词介绍你最喜欢的一首歌或一位歌手——包含音乐类型/什么感受/为什么喜欢。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本单元主题：Music。把今天学到的方法带进下一篇——自己读、自己想、自己写。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