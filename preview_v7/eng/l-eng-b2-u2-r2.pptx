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第2单元 Wildlife Protection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 · Wildlife Protection (P3)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第3课时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语言能力：能在课文语境中识别并分析至少 4 个现在进行时的被动语态句子，理解其"正在被…"的紧迫语义。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文化意识：通过被动语态体会英语如何突出受事者（动物/环境）而非施事者，形成"以保护对象为中心"的表达习惯。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思维品质：分析现在进行时被动语态在保护类文本中的修辞功能——强调问题的紧迫性。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学习能力：建立"从读到写"的语料库——积累课文中的被动语态句型用于后续海报写作。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2 第三课时（Reading II），聚焦语篇 A DAY IN THE CLOUDS 的精读与语言分析。重点分析文中现在进行时的被动语态（is/are being + past participle）——如 "Their habitats are being destroyed" "Measures are being taken"——在记叙文中的功能：强调动作正在被施加于受事者、突出紧迫性。同时深化语篇中高频动词的用法辨析（observe / recover / reserve / remind）。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现在进行时被动语态结构：am/is/are + being + past participle ② 语篇中被动句的识别与功能分析 ③ 核心动词辨析：observe / recover / reserve / remind / remove / intend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课文回顾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被动语态发现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被动语态讲透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语料库搭建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句型转换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being 在被动语态中的角色 — 学生容易漏掉 being 写成 is destroyed（一般现在时被动，语义变为"总是被破坏"）。② reserve 作名词"保护区"与作动词"预订/保留"的区别。③ recover（恢复）是及物还是不及物 — "The population recovered"（不及物，不用被动）vs "The species was recovered by conservationists"（及物，但很少这样说）。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U2 Reading II: Language Focus ───────────┐
│ Present Continuous Passive: │
│ am/is/are + BEING + past participle (V-ed)│
│ │
│ Active → Passive (urgency ↑): │
│ People destroy habitats. (fact) │
│ Habitats are destroyed. (state) │
│ Habitats are BEING destroyed. (URGENT!) │
│ │
│ Text examples: │
│ "Their habitats are being destroyed." │
│ "Measures are being taken to protect..." │
│ "The antelopes are being watched over..." │
└────────────────────────────────────────────┘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从课文中找出4个现在进行时被动语态句子并标注 being + V-ed。2. 将以下句子改为被动：Poachers are hunting the antelopes illegally.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【提高作业】用现在进行时的被动语态写3句关于其他濒危动物处境的句子（如老虎/大象/鲸鱼）。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本单元主题：Wildlife Protection。把今天学到的方法带进下一篇——自己读、自己想、自己写。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