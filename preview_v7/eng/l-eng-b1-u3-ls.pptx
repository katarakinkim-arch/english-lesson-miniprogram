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第3单元 Sports and Fitness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Speaking: Sports Events &amp; Invitation — 运动赛事与邀请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语言能力：听懂运动赛事对话的主旨与关键细节（项目、时间、地点），用 Would you like to...? 得体邀请并接受/婉拒。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文化意识：了解常见运动项目与观赛礼仪，培养积极参与体育的态度。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思维品质：按项目—时间—地点分类梳理赛事信息，培养条理记录能力。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学习能力：借助赛事信息卡自主记录听力要点并复述邀请对话。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本课为必修第一册 Unit 3 Sports and Fitness 第一课时（Listening and Speaking），单元导入。主题为运动项目与邀请同伴观赛/参赛。听力为两段对话：邀请观看比赛、谈论健身计划。本课为后续读 Living Legends、写体育传奇奠定话题与词汇基础。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运动词：boxing / badminton / marathon / track and field / gym / gymnastics / skiing。② 邀请句：Would you like to...? / That sounds great! / I would love to, but... ③ 听力策略：先读信息卡预测，再听验证。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听中填卡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说话任务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marathon /mærəθən/ 中 th 发 /θ/，易读成 /s/。原因：舌位不清。② track and field（田径）为固定搭配，学生望文生义。③ 婉拒时 but 后接理由，学生直说 No 易显生硬。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Listening &amp; Speaking ─┐
│ Sports: boxing/badminton/marathon │
│ track and field/gymnastics │
│ Would you like to…? │
│ → That sounds great! / I would │
│ love to, but… │
└────────────────────────────────────┘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遍，圈出所有运动项目词。2. 用 Would you like to… 写 3 句邀请并各给一种回应。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【提高作业】编写一段 6 轮邀请观赛对话（含接受与婉拒各一次）。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本单元主题：Sports and Fitness。把今天学到的方法带进下一篇——自己读、自己想、自己写。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