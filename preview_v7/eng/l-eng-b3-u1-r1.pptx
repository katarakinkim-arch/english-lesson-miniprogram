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Festivals and Celebrations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语言能力：读懂"现象—本质"型议论文，提取节日的四类精神内核及文中例证；掌握 8-10 个论述类核心词汇。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文化意识：理解中外节日虽形式各异却共享感恩/纪念/团聚/希望的精神，增强文化自信与包容。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思维品质：通过"分类举例→本质归纳"分析培养议论文结构思维与抽象概括能力。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学习能力：能用四类精神内核表格+主旨句复述文章主线。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第二课时（Reading I），语篇 WHY DO WE CELEBRATE FESTIVALS? 是一篇"现象—本质"型议论文，探讨世界各地节日背后的共同精神——丰收感恩、纪念先人、家庭团聚、迎接新年，并指出节日日趋商业化但核心精神未变。结构为现象引入→分类举例→本质归纳→商业化转折→精神升华。语言重点为议论文衔接词（however, after all, no matter how）与节日主题词汇（harvest, gratitude, origin, commercial, figure, gather）。承接第一课时词汇，本课语篇中出现 -ing 形式作定语与状语。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议论文结构：phenomena → categories (harvest/ancestors/reunion/new year) → unity → commercial turn → spirit ② 衔接词：however / after all / no matter how / no matter who ③ 核心短语：range from... to... / have... in common / after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精读段落1-3 分类举例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精读段落4-5 本质与转折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commercial / commercialised 的情感色彩——学生易误判为纯贬义，实际课文客观指出趋势。原因：母语"商业化"常含贬义。② no matter how/who/what 让步状语从句与 however/whoever/whatever 的转换。③ 从"读节日现象"到"写一句本质定义"的抽象概括。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Reading I: WHY DO WE CELEBRATE? ────┐
│ PHENOMENA → CATEGORIES → UNITY → TURN │
│ │
│ 4 spirits: Harvest / Ancestors / │
│ Reunion / New Year │
│ Common: gratitude, love, hope │
│ │
│ range from... to... / have in common │
│ after all / no matter how │
│ commercial → but spirit unchanged │
└──────────────────────────────────────────┘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朗读课文第2-3段 2 遍，圈出所有转折词（however/after all/no matter）。2. 用四类精神内核各写1句节日例证。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词左右写一段：你认为节日的商业化是否削弱了其精神？为什么？（用 commercial / spirit / after all）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