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第4单元 Natural Disasters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Talking: Disaster Preparedness — 防灾准备与应对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语言能力：听懂防灾准备对话中的物品与措施；用定语从句与指令语介绍应急包。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文化意识：树立防灾意识与自救互助能力。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思维品质：按物品—措施—步骤分类组织防灾说明。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学习能力：用应急清单记录并复述。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第五课时，听说结合。听力为防灾准备对话；口语为用定语从句与指令性语言介绍应急包与避险措施。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物品：first-aid kit / flashlight / whistle / blanket / water / radio。② 指令语：Keep... / Do not... / Make sure...。③ 定语从句：a kit that contains...。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物品预教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听前预测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指令句型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介绍任务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first-aid 连字符与读音。② whistle /wɪsl/ 中 t 不发音。③ 指令语与定语从句混用易乱。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Listening &amp; Talking ┐
│ Items: first-aid kit/ │
│ flashlight/whistle/water │
│ 指令: Keep…/Do not…/ │
│ Make sure… │
│ a kit that contains… │
└────────────────────────────┘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听录音补全应急清单。2. 用定语从句写 3 句介绍应急物品。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 60 词防灾指南（含指令语与定语从句各 2 处）。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本单元主题：Natural Disasters。把今天学到的方法带进下一篇——自己读、自己想、自己写。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