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 · Diverse Cultures (P5)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语言能力：听懂关于城市文化比较的对话，提取相同点与差异；能用至少 4 种句型做比较与对比。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文化意识：体会"不同文化各有特色"的包容比较精神。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思维品质：在讨论中练习"相同→差异→评价"的完整比较链。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学习能力：通过比较对话训练批判性倾听——听懂后回应而非只等自己说。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第五课时（Listening and Talking），语境为"比较不同城市的文化特色"。听力材料为一段关于上海与旧金山文化比较的对话，口语输出任务为就两个城市做文化比较与讨论。功能语言为比较与对比（Both... and... / However, ... / Unlike..., ... / While..., ...）。结合语法课所学的省略结构，在口语中自然运用省略使表达简洁。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比较句型：Both... and... / Similarly, ... / However, ... / Unlike..., ... / While..., ... ② 听力重点：抓住相同点与差异的配对信息 ③ 省略在口语比较中的运用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听力抓比较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Unlike（不像）后接名词/代词 — 学生易接句子。原因：词性不清。② While（然而）表对比不是时间 — 学生易混。③ 回应时 only say "yes" no comparison — 需培养 However 跟进的意识。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Listening &amp; Talking ─────────┐
│ Similarities: │
│ Both... and... │
│ Similarly, ... │
│ Differences: │
│ However, ... │
│ Unlike..., ... │
│ While..., ... │
│ │
│ Chain: Similar → Different → Judge 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遍，圈出所有比较句型。2. 用至少 2 种比较句型各写 1 句城市文化比较。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词对话：三人比较两个城市的文化（至少 4 轮，含相同与差异）。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