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英语 · 必修第一册 · 第5单元 Languages Around the World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Reading for Writing: A Language-Learning Blog (Ⅱ) — 起草与互评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写作  ·  第7课时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语言能力：依据提纲写 80 词博客，正确使用时态切换与关系副词，段落连贯。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文化意识：在分享中体现开放与坚持。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思维品质：依据量规评价同伴作品并提出建议。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学习能力：通过互评-修改循环提升自我修改能力。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第七课时，写作第二课时。基于提纲起草成文，运用时态切换与关系副词，经同伴互评修改定稿。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71907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10789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成段：四结构+衔接词。② 时态：经历过去/建议现在。③ 互评量规：结构/时态/语言/衔接。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回顾要求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起草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互评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修改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展示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时态滑回。② 关系副词选错。③ 博客语气与正式文不分。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U5 Writing Ⅱ: 起草+互评 ┐
│ 量规: 结构/时态/语言/衔接 │
│ 时态: 经历过去/建议现在 │
│ 流程: 起草→互评→修改→定稿 │
└──────────────────────────────┘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定稿博客（≥80 词，四结构齐全）。2. 用红笔标出过去时与关系副词。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【提高作业】为博客配一段 30 词结尾建议。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本单元主题：Languages Around the World。把今天学到的方法带进下一篇——自己读、自己想、自己写。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