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第4单元 Space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Space Exploration (P6)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语言能力：掌握"话题—正方—反方—结论"四段式议论文结构，在太空探索话题中产出 80-100 词结构完整的短文。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文化意识：通过书写议论文体会"理性辩证"的思辨精神。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思维品质：通过"先正方再反方后结论"训练辩证逻辑思维。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学习能力：建立"写作前先搭结构框架"的习惯——用 outline 而非直接开写。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4 第六课时（Reading for Writing I），写作体裁为议论文——论述太空探索是否值得。结构为：引出话题（背景+争议）→ 正方论据（值得的理由）→ 反方论据（不值得的理由）→ 个人立场与结论。语言重点为议论文衔接词（firstly, moreover, however, in conclusion）与论证句型（I believe... / The main reason is... / Despite..., I think...）。结合本单元 Reading 的探索精神与语法课的不定式，实现读-语法-写的闭环。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议论文四段结构：Topic (background+debate) → Pro (reasons for) → Con (reasons against) → Conclusion (your stance) ② 衔接词：Firstly / Moreover / However / In conclusion ③ 核心句型：I believe... / The main reason is... / Despite..., I think...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范文解构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四段结构讲透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连接词+句型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积语料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提纲+起草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互评提纲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议论文与说明文的区别 — 议论文必须有明确立场。原因：学生易混体裁。② However 的正确标点——句首或分号后。③ 结论句不知道怎么写——需给模板。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Writing: Space Exploration ─────┐
│ P1 Topic: Space exploration is... │
│ P2 Pro: Firstly,... Moreover,... │
│ P3 Con: However, some argue... │
│ P4 Conclusion: In conclusion, I... │
│ │
│ Linkers: Firstly / Moreover / However │
│ Furthermore / In conclusion │
│ │
│ Word Bank: explore / launch / discover│
│ believe / argue / despite / worth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【基础作业】按课堂 outline 写完 80 词太空探索议论文初稿。要求：四段结构完整、至少 2 个衔接词、至少 1 个不定式结构。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【提高作业】就同一话题写一则 30 词以内的辩论开场白（英文），要求有立场有感染力。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本单元主题：Space Exploration。把今天学到的方法带进下一篇——自己读、自己想、自己写。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