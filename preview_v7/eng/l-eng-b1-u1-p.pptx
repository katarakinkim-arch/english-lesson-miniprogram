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第1单元 Teenage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&amp; Unit Review: Make a Teenage Life Brochure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语言能力：在项目中综合运用本单元词汇、短语、be going to、profile 写作；完成一份小组手册。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 Video Time 了解其他国家青少年的校园生活，拓宽国际视野。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思维品质：用单元自评表诊断自己的薄弱板块，制定补强计划。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学习能力：小组协作完成真实任务，体验「做中学」的成就感。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 Unit 1 第八课时（Project + Video Time + Review），单元整合与产出。项目任务：小组制作「Teenage Life 班级手册」（含成员 profile、社团推荐、露营计划）。视频时间拓展文化视野，最后用自评表回顾单元目标（词汇/阅读/语法/写作）。是单元「输入—内化—输出」的总收口。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项目产出：手册含 profile + 社团 + 计划三模块。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视频拓展：提取中外校园生活异同。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自评：词汇/阅读/语法/写作四维勾选薄弱项。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项目启动 Launch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视频拓展 Video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小组制作 Make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展示评价 Show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单元自评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小组分工不均：B班搭便车。原因：未明确角色，需设记录员/汇报员。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项目语言不准：重结果轻语言。原因：需设「语言质检」环节。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复习无方向：原因：缺自评表，需给四维勾选。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Project &amp; Review ─┐
│ Brochure: │
│ profile / club / plan │
│ Roles: lead/record/QA/ │
│ report │
│ Video: 中外校园异同 │
│ Self-check 4维: │
│ 词/读/法/写 │
└────────────────────────┘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【基础作业】完成单元自评表，针对最弱一项写具体补强计划（如每天背5个单元词）。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【提高作业】把小组手册拍照，用3句英文发班级群（或写给笔友）介绍本组手册。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本单元主题：Teenage Life。把今天学到的方法带进下一篇——自己读、自己想、自己写。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