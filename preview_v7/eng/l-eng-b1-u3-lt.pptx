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第3单元 Sports and Fitness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Listening and Talking: Sportsmanship &amp; Fitness — 运动精神与健康选择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听与谈  ·  第5课时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语言能力：听懂运动精神与健康习惯对话细节；用附加疑问句确认观点并讨论健身选择。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文化意识：理解公平竞争与坚持锻炼的价值。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思维品质：在讨论中权衡利弊、提出建议。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学习能力：用观点记录表梳理正反理由。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第五课时，听说结合。听力为谈论运动精神与健康生活习惯；口语为用附加疑问句确认观点并讨论健身选择。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句式：附加疑问句用于确认（You exercise every day, do not you?）。② 频度词：always/usually/often/sometimes/never。③ 健康表达：keep fit / work out / balanced diet。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频度词预教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听前预测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听中记录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句型输入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附加疑问句在口语中的升降调（升=求答，降=求同）。② work out（锻炼）短语义，学生直译。③ balanced diet 搭配，学生漏 balanced。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U3 Listening &amp; Talking ┐
│ 频度: always→never │
│ keep fit / work out │
│ balanced diet │
│ 附加疑问句(升=求答/降=求同)│
└────────────────────────────┘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听录音补全习惯与频度表。2. 用附加疑问句写 3 句确认健康习惯的问句。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【提高作业】写一段 60 词健身计划，含 2 处附加疑问句。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本单元主题：Sports and Fitness。把今天学到的方法带进下一篇——自己读、自己想、自己写。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