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第3单元 Sports and Fitness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Thinking: Living Legends (Ⅱ) — 语言深度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语言能力：识别并运用 make sb.+adj、-ing 作主语、give up/share with 等表达。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文化意识：体会失败中学习的积极态度（learning from failure）。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思维品质：辨析 make sb.+adj 与 make sb. do 的结构差异。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学习能力：建立人物描写语料库供写作调用。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第三课时，沿用 Living Legends 语篇，聚焦语言深度：赏析 make sb.+adj、-ing 作主语、give up/share with 等表达与定语从句，为写作积累语料。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结构：make sb.+adj（made him unique）/ make sb. do。② -ing 作主语：Losing games taught him to practise harder。③ 短语：give up / share... with / set an example for。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圈画结构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结构对比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-ing主语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语料库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仿写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make sb.+adj 与 make sb. do 混淆。原因：宾补形式不同。② -ing 作主语谓语用单数，学生漏改。③ the secret to success 中 to 为介词，后接名词/doing。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Reading Ⅱ: 语言深度 ┐
│ make sb.+adj (made him unique) │
│ make sb. do (made him practise) │
│ -ing 主语 → 谓语单数 │
│ give up / share…with / secret to│
└────────────────────────────────┘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整理语料库（结构≥3、短语≥4）。2. 用 -ing 作主语造 3 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【提高作业】用语料库写一段 50 词人物评价（含 make sb.+adj 与 -ing 主语各 1 处）。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本单元主题：Sports and Fitness。把今天学到的方法带进下一篇——自己读、自己想、自己写。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