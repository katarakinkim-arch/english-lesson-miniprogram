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Music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4 个过去分词作状语的句子，理解其"表示原因/时间/伴随"的状语功能。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文化意识：通过过去分词作状语体会英语书面语的简洁优雅——这是中高级英文写作的标志。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思维品质：分析过去分词作状语在人物报道中的修辞功能——使叙事更流畅、更精炼。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学习能力：建立"从读到写"的语料库——积累课文中的过去分词作状语句型用于后续演讲稿写作。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第三课时（Reading II），聚焦语篇 THE VIRTUAL CHOIR 的精读与语言分析。重点分析文中过去分词作状语的用法——如 "Moved by Mozart's music, he began composing." "Inspired by a fan video, Eric came up with the idea." "Known as the father of the Virtual Choir, Eric has changed music." ——在人物报道中的功能：简洁地表达原因/时间/伴随状态，增强句式多样性。同时深化语篇中高频动词的用法辨析（compose / conduct / perform / upload / combine / inspire / prove）。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过去分词作状语结构：V-ed..., S+V...（相当于省略了 Because/When/If + be动词 的状语从句）② 语篇中分词作状语句的识别与功能分析 ③ 核心动词辨析：compose / conduct / perform / upload / combine / inspire / prove / enable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过去分词作状语发现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分词作状语讲透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现在分词 vs 过去分词对比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过去分词作状语 vs 现在分词作状语 — Moved by...（被动，被感动） vs Moving to...（主动，搬到）。原因：学生不会判断主语与分词的主被动关系。② 分词作状语时逻辑主语必须与主句主语一致——否则是 dangling participle（悬垂分词），严重语法错误。③ upload（上传）vs download（下载）— 方向相反。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II: Language Focus ─────────────┐
│ Past Participle as Adverbial (状语): │
│ V-ed..., S + V... = 状语从句简化 │
│ │
│ Moved by Mozart, he began composing. │
│ = Because he was moved by Mozart, ... │
│ │
│ Inspired by a video, Eric created the VC. │
│ = After he was inspired by a video, ... │
│ │
│ RULE: 分词逻辑主语 = 主句主语 │
│ V-ed (被动) vs V-ing (主动) │
│ Moved by music, he... (他 被 感动) │
│ Hearing music, he... (他 主动 听到) │
└───────────────────────────────────────────────┘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从课文中找出3个过去分词作状语的句子并还原为状语从句。2. 选择 V-ed 或 V-ing：①___ (Inspire/Inspired) by her teacher, she started singing. ②___ (See/Seen) the concert, she felt excited.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【提高作业】用过去分词作状语写3句关于你自己与音乐的故事（如 "Moved by a song, I learned to play the guitar."）。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