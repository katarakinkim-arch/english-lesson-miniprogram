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第5单元 The Value of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 · The Value of Money (P4)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语言能力：准确识别并产出情态动词+have done 的句子，在金钱话题中产出 5 个以上正确句子。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文化意识：通过情态动词+have done 更精准地表达对过去的推测与评价。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思维品质：通过"发现例句→归纳规则→应用规则"的归纳法培养语法学习策略。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学习能力：建立"语法自查表"——写作后自行检查情态动词+have done 的功能是否正确。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5 第四课时（Discovering Useful Structures），系统教学情态动词+have done 的用法。基于 Reading 语篇中提取的例句，引导学生归纳出规则：must have done（一定做了——肯定推测）/ can't have done（不可能做了——否定推测）/ should have done（本该做——责备）/ shouldn't have done（本不该做——责备）/ could have done（本可以做——可能性/遗憾）。通过金钱主题的语境化练习巩固。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推测类：must have done（一定做了）/ can't have done（不可能做了）/ could have done（可能做了）② 责备类：should have done（本该做）/ shouldn't have done（本不该做）③ 结构：modal + have + 过去分词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例句发现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规则归纳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could have done 讲练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改写操练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改错巩固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must have done（肯定推测）vs should have done（责备）的区分。原因：形近意不同。② can't have done（否定推测）的用法——can't 表"不可能"。③ could have done 兼表"可能"和"本可以（遗憾）"——需语境判断。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Grammar: Modal + have done ─────┐
│ 推测 (Guess about past): │
│ must have done (一定做了) │
│ can't have done (不可能做了) │
│ could have done (可能做了) │
│ 责备 (Blame about past): │
│ should have done (本该做但没做) │
│ shouldn't have done (本不该做但做了) │
│ │
│ ⚠️ Structure: modal + have + P.P. │
│ ✗ must has done → ✓ must have done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 must/can't/should/could have done 各造 2 句关于金钱的句子。2. 将以下句子改写为情态动词+have done：I am sure she spent all the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词短文描述一次"后悔的消费决定"，要求至少用 3 个情态动词+have done 结构。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Value of Money。把今天学到的方法带进下一篇——自己读、自己想、自己写。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