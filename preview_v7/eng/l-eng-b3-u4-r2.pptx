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第4单元 Space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Space Exploration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5 个不定式作定语或状语的用法，准确辨析功能。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文化意识：通过不定式体会英语如何用简洁结构表达用途与目的——不同于中文的习惯。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思维品质：分析不定式在说明文中的"用途/目的"功能，培养语法服务于意义的意识。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学习能力：建立"从读到写"的语料库——积累课文中的优质不定式句型用于后续写作。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4 第三课时（Reading II），聚焦语篇 SPACE: THE FINAL FRONTIER 的精读与语言分析。重点分析文中不定式作定语（something to eat / the first to land / a mission to explore）和作状语（I went there to study / Scientists work hard to discover）在说明文中的功能——定语修饰名词表用途，状语表目的。同时深化语篇中高频学术词汇的用法辨析（explore / launch / orbit / mission / frontier）。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语篇中不定式作定语（something to eat / the first to land / a mission to explore）与作状语（went there to study / work hard to discover）② 说明文高频动词：explore / launch / orbit / mission / frontier ③ 不定式在说明文中的修辞功能：表用途/目的→增强逻辑性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不定式发现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定语vs状语辨析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句型改写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不定式作定语 vs 作状语的辨析。原因：形同功不同，需看句法位置。② the first/last/best + to do 结构。③ frontier（前沿）比喻义在文中的含义。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Reading II: Language Focus ──────┐
│ Infinitive as Attribute (定语): │
│ something to eat │
│ the first to land │
│ a mission to explore │
│ Infinitive as Adverbial (状语): │
│ I went there to study. (purpose) │
│ work hard to discover │
│ │
│ Verbs: explore / launch / orbit │
│ mission / frontier │
└────────────────────────────────────────┘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从课文中找出5个不定式结构并标注定语/状语。2. 将以下句子改写为不定式状语：She studies hard because she wants to be an astronaut.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【提高作业】用不定式作定语和状语各写2句关于太空探索的句子。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本单元主题：Space Exploration。把今天学到的方法带进下一篇——自己读、自己想、自己写。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