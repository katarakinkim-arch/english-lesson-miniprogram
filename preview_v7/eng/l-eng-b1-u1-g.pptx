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第1单元 Teenage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Discovering Useful Structures: Noun Phrases &amp; Phrase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语法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语言能力：识别名词/形容词/副词短语，说出其中心词与修饰语；能在句中找出三类短语。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文化意识：（无显性文化点，渗透语言结构之美）。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思维品质：从具体例句中归纳「中心词+修饰语」的短语构造规律，发展形式观察力。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学习能力：在写作中有意识用短语替换单词，使表达更丰富准确。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 Unit 1 第四课时（Discovering Useful Structures），系统梳理短语类型：名词短语（NP）、形容词短语（AdjP）、副词短语（AdvP）。教材以课文句子为起点，引导学生发现「中心词+修饰语」的短语构造，为后续写作的句式丰富打基础。重点在名词短语（head noun + modifiers），形容词/副词短语作延伸。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名词短语 = 限定词+修饰语+中心名词（a smart senior student）。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形容词短语 = 形容词+补足成分（good at English）。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副词短语 = 副词+修饰语（quite confidently）。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发现 Discover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归纳 Generalize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判别 Practice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转换 Upgrade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产出+作业 Produce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判定中心词：长修饰语中找 head noun 易错。原因：中文修饰语前置、英文后置，语序反差，需多练。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形容词vs副词短语混淆。原因：只看词性不看功能，需强调「修饰谁」。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写作迁移弱。原因：缺乏「单词→短语」替换练习，需给脚手架。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Phrases U1 ─┐
│ NP: (det) adj N │
│ a confident boy │
│ AdjP: adj + compl │
│ good at English │
│ AdvP: adv + mod │
│ quite confidently │
│ 口诀:找中心词! │
└────────────────────┘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课本 Exercise 找出 5 个名词短语并标中心词。2. 把 「She is happy.」 升级为含形容词短语的句子。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【提高作业】用三类短语各写 2 句描述「我的社团」，下节课互评类型。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本单元主题：Teenage Life。把今天学到的方法带进下一篇——自己读、自己想、自己写。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