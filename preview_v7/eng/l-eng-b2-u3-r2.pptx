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第3单元 The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The Internet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4 个现在完成时的被动语态句子，理解其"已经被…且结果持续至今"的语义。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文化意识：通过被动语态体会英语如何聚焦"改变的结果"而非"谁造成的改变"。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思维品质：分析现在完成时被动语态在人物报道中的修辞功能——强调个人/群体已被互联网赋权的结果状态。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学习能力：建立"从读到写"的语料库——积累课文中的完成时被动句型用于后续博客写作。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3 第三课时（Reading II），聚焦语篇 STRONGER TOGETHER 的精读与语言分析。重点分析文中现在完成时的被动语态（have/has been + past participle）——如 "People's lives have been improved" "An online community has been created"——在人物报道中的功能：强调结果状态的改变已经发生且持续至今。同时深化语篇中高频动词的用法辨析（access / inspire / remove / connect / bridge）。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现在完成时被动语态结构：have/has + been + past participle ② 语篇中被动句的识别与功能分析 ③ 核心动词辨析：access / inspire / remove / connect / bridge / benefit /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被动语态发现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被动语态讲透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句型转换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has been done 与 is being done 的区别——学生混淆完成时被动（已发生+结果持续）与进行时被动（正在被做）。② been 的拼写——学生写成 ben / bean。③ 不规则过去分词记错——take→taken, write→written, give→given。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Reading II: Language Focus ───────────┐
│ Present Perfect Passive: │
│ have/has + BEEN + past participle │
│ │
│ Passive Voice Comparison: │
│ was created (past, done) │
│ is being created (present, in progress) │
│ has been created (past→now, result lasts!) │
│ │
│ Text examples: │
│ "People's lives have been improved." │
│ "An online community has been created." │
│ "Many people have been helped by Jan."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从课文中找出4个现在完成时被动语态句子并标注 has/have + been + V-ed。2. 将以下句子改为被动：The Internet has connected millions of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【提高作业】用现在完成时的被动语态写3句关于互联网改变你周围生活的句子。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Internet。把今天学到的方法带进下一篇——自己读、自己想、自己写。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