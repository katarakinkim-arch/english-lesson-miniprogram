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Morals and Virtues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语言能力：掌握"背景—困境—抉择—感悟"四段式记叙文结构，在道德困境话题中产出 80-100 词结构完整的短文。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文化意识：通过书写道德抉择体会"诚信/责任/利他"的道德价值。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思维品质：通过"先叙事再感悟"训练事件—冲突—抉择—意义的递进逻辑思维。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第六课时（Reading for Writing I），写作体裁为记叙文——写一次道德困境经历。结构为：背景设定（when/where/who）→ 困境冲突（what was the dilemma）→ 抉择经过（what did you do, in order）→ 感悟升华（what you learned）。语言重点为记叙文时间连接词（first, then, after that, finally）与道德描写词（honest, responsible, sacrifice, principle）。结合本单元 Reading 的抉择精神与语法课的 -ing 宾补，实现读-语法-写的闭环。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记叙文四段结构：Background (when/where/who) → Dilemma (what was the conflict) → Choice (what did you do) → Reflection (what you learned) ② 时间连接词：First / Then / After that / Finally ③ 核心句型：I was faced with... / I decided to... / It taught me that...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连接词+句型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记叙文时态——主体用过去时，感悟升华可用现在时。原因：学生易全文现在时。② dilemma 描写要具体——不能只说"很难"。③ 感悟升华句不知道怎么写——需给模板。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Writing: Moral Dilemma Story ────┐
│ P1 Background: Last..., at..., with...│
│ P2 Dilemma: I was torn between... │
│ P3 Choice: First,... Then,... Finally │
│ P4 Reflection: It taught me that... │
│ │
│ Linkers: First / Then / After that │
│ Finally / At last │
│ │
│ Word Bank: sacrifice / devote / reject│
│ torn / conflicted / hesitate / honest│
└───────────────────────────────────────┘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词道德困境记叙文初稿。要求：四段结构完整、至少 2 个时间连接词、至少 1 个 -ing 宾补。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【提高作业】就同一困境写一则 30 词以内的反思语（英文），要求有哲理性有感染力。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