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必修第三册 · 第2单元 Morals and Virtues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Reading and Thinking · Morals and Virtues (P3)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阅读  ·  第3课时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语言能力：能在课文语境中识别并分析至少 5 个 -ing 形式作宾语补足语的用法，准确辨析功能。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 -ing 宾补体会英语如何用简洁结构描写人物状态——不同于中文的习惯。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思维品质：分析 -ing 宾补在传记中的"状态补充"功能，培养语法服务于意义的意识。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学习能力：建立"从读到写"的语料库——积累课文中的优质 -ing 宾补句型用于后续写作。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本课为必修第三册 Unit 2 第三课时（Reading II），聚焦语篇 MOTHER OF TEN THOUSAND BABIES 的精读与语言分析。重点分析文中 -ing 形式作宾语补足语（saw her mother suffering / kept her working / found people waiting）在传记中的功能——补充宾语的状态，使描写更生动。同时深化语篇中高频学术词汇的用法辨析（devote / reject / tend / deliver / sacrifice）。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语篇中 -ing 作宾语补足语（see sb doing / keep sb doing / find sb doing / leave sb doing）② 传记高频动词：devote / reject / tend / deliver / sacrifice ③ -ing 宾补在传记中的修辞功能：补充状态→增强画面感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课文回顾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-ing 宾补发现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宾补结构辨析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语料库搭建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句型改写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-ing 宾补 vs 进行时的辨析。原因：形同功不同，需看句法位置。② reject（拒绝）与 refuse 的语感差异。③ tend（照料）与 tend to（倾向于）的区分 — 学生易混淆。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U2 Reading II: Language Focus ──────┐
│ -ing as Object Complement (宾补): │
│ see sb doing (看见...正在做) │
│ keep sb doing (让...一直做) │
│ find sb doing (发现...正在做) │
│ leave sb doing (让...持续做) │
│ │
│ Verbs: devote / reject / tend │
│ deliver / sacrifice │
│ │
│ see sb do (全过程) vs see sb doing │
│ (正在进行) │
└────────────────────────────────────────┘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从课文中找出5个 -ing 宾补结构并标注动词+宾语。2. 将以下两句合并为 -ing 宾补：She was crying. I found 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 -ing 宾补写3句描述一个医生工作的场景（用 see/find/keep）。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本单元主题：Morals and Virtues。把今天学到的方法带进下一篇——自己读、自己想、自己写。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