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第2单元 Travelling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Travel Plan (Ⅰ) — 读析与语料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第6课时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语言能力：识别旅行计划范文的结构（目的地-交通-行程-期待）与衔接手段，积累相关语料。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文化意识：在计划中表达对目的地的合理期待与文化尊重。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思维品质：按时间顺序与逻辑层级组织计划。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学习能力：用计划提纲模板自主搭建写作骨架。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第六课时，写作第一课时。先读模型旅行计划（含目的地、交通、行程、期待），分析结构与语言，积累语料，为下节起草奠基。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结构：destination → transport → itinerary → expectation。② 衔接词：first, then, after that, finally。③ 时态：用 be doing 表已定行程。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读范文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析结构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找衔接词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积语料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搭提纲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时态选择：计划用 be doing/be going to，学生混 will。② itinerary 生词，拼写难。③ 期待句式 I am looking forward to + 名词/doing，学生加原形。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Writing Ⅰ: 旅行计划 ┐
│ 结构: destination→transport │
│ →itinerary→expectation │
│ 衔接: first/then/after that/finally │
│ 时态: be doing(已定行程)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完成旅行计划提纲（四部分各≥2 点）。2. 整理衔接词与期待表达各 5 个。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【提高作业】用提纲写一段 80 词旅行计划初稿。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本单元主题：Travelling Around。把今天学到的方法带进下一篇——自己读、自己想、自己写。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