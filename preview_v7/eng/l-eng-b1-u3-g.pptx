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Structures: 附加疑问句（反意疑问句）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语言能力：识别并正确构造附加疑问句，遵循前肯后否/前否后肯与助动词一致规则。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文化意识：体会附加疑问句的语用功能（确认/求同）与升降调含义。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思维品质：辨析特殊情形（否定词、祈使句）的附加部分。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学习能力：用规则表归纳附加疑问句的构成。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第四课时，语法点：附加疑问句（tag question）。结构为 前肯后否/前否后肯，用 be/助/情态动词+主语代词，用于确认信息或寻求认同。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结构：前肯后否 / 前否后肯。② 助动词与主句一致（is/are/do/does/did/will/can）。③ 特殊：含 never/hardly/no 等否定词时后部分用肯定；Let us..., shall we?。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观察例句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否定词特殊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祈使句特殊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操练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否定词（never/hardly）使主句表否定，后部分须用肯定。原因：学生忽视隐含否定。② 主句动词决定助动词（实义动词用 do/does/did），学生误用 be。③ Let us go, shall we? 与祈使句 Open the door, will you? 易混。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Grammar: 附加疑问句 ┐
│ 前肯后否 / 前否后肯 │
│ 助动词与主句一致(be/do/will) │
│ never/hardly→后部分用肯定 │
│ Let us…, shall we? │
│ 祈使句, will you? 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补全 10 句附加疑问句。2. 归纳否定词与祈使句两类特例各 2 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【提高作业】编写一段 6 轮对话，含至少 4 处附加疑问句并标升降调。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