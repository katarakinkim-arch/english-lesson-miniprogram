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第5单元 Music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· Music (P8)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语言能力：综合运用本单元词汇、分词作状语、音乐与情绪表达、演讲稿写作，以英文完成一份"音乐与人生"主题展览展板。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文化意识：通过展览形式展示音乐在不同文化、不同人生阶段中的角色。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思维品质：在4人小组中合理分工、有效协作，在"选主题→策划→制作→展示"中培养项目全流程管理思维。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学习能力：回顾本单元及整册书的学习内容，建立"从课本知识到真实项目"的迁移能力。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5 第八课时（Project），也是必修第二册的最终项目课。学生以 4 人小组为单位，整合本单元5种课型所学——听与说的音乐词汇+阅读的虚拟合唱团+语法的分词作状语+听与谈的音乐与情绪+写作的演讲稿——完成一份"音乐与人生"展览展板。综合考查语言能力（词汇/语法/写作/演讲）、思维品质（主题策划）和学习能力（合作分工）。作为 Book 2 收官之课，具有整合5个单元、展示整册学习成果的重要意义。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展板四模块：Music &amp; Identity（一首定义你的歌）→ Music &amp; Emotion（音乐与情绪的科学/个人体验）→ Music &amp; Connection（音乐如何连接人——引入 Virtual Choir 理念）→ Music &amp; Future（音乐将如何继续影响你/世界）② 单元知识整合：音乐词汇/分词作状语/音乐推荐/演讲稿修辞 ③ 每组还需准备一段 1 分钟的"展板导览演讲"。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Book 2 全册回顾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任务布置+分工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制作展板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导览演讲+评价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Book 2 收官+自评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四模块的"人生叙事感"——从 identity→emotion→connection→future 要有一条成长线。② Music &amp; Connection 模块最容易平淡——需要联系 Virtual Choir 的理念。③ 导览演讲的时间控制——1分钟很紧，只说亮点。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Project: Music &amp; Life Exhibition ──┐
│ 🎵 Music Journey: │
│ ① Music &amp; Identity (your song) │
│ ② Music &amp; Emotion (science+personal) │
│ ③ Music &amp; Connection (Virtual Choir!) │
│ ④ Music &amp; Future (your vision) │
│ │
│ 👥 Roles: Identity Writer / Emotion │
│ Researcher / Connection Designer / │
│ Future Visionary │
│ │
│ ⭐ Must: ≥2 V-ed as adverbial │
│ ≥1 rhetorical question │
│ 1-min curator tour speech │
│ │
│ 🏆 Book 2 Complete! 🏆 │
│ U1 Heritage → U2 Wildlife → U3 Net │
│ → U4 History → U5 Music │
└──────────────────────────────────────────┘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【基础作业】完成小组展板，拍照片提交。写 40 词英文 Book 2 学习反思：最大收获+暑假英语计划。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【提高作业】暑假挑战：用英文写 3 篇日记，每篇用本册书一个单元的语法点（定语从句/被动语态/分词）。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本单元主题：Music。把今天学到的方法带进下一篇——自己读、自己想、自己写。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