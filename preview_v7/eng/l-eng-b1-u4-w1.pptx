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Disaster Summary (Ⅰ) — 读析与语料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语言能力：识别灾害摘要结构（事件—影响—救援—启示）与衔接手段，积累语料。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文化意识：在摘要中体现对受灾者的关切与互助精神。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思维品质：按事件逻辑与时序组织摘要。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学习能力：用提纲模板搭建写作骨架。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第六课时，写作第一课时。读模型灾害摘要（含事件—影响—救援），分析结构与语言，积累语料。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结构：event → impact → rescue → reflection。② 时态：叙事用过去时。③ 语料：hit/affect/damage/rescue/in ruins/survive。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读范文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析结构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时态标注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搭提纲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时态：叙事须用过去时。② impact（影响）抽象词。③ 数据表达（affected 1,000 people）格式。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Writing Ⅰ: 灾害摘要 ┐
│ 结构: event→impact │
│ →rescue→reflection │
│ 时态: 叙事过去时 │
│ 语料: hit/affect/damage/ │
│ rescue/in ruins 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完成摘要提纲（四部分各≥2 点）。2. 整理事件动词与影响短语各 5 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【提高作业】用提纲写一段 80 词灾害摘要初稿。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