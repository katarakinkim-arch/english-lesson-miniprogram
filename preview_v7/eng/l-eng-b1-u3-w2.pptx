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必修第一册 · 第3单元 Sports and Fitness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Reading for Writing: A Sports Legend (Ⅱ) — 起草与互评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写作  ·  第7课时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语言能力：依据提纲写 80 词传奇短文，正确运用时态切换与品质词，段落连贯。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文化意识：在描写中体现对体育精神的敬意。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思维品质：依据量规评价同伴作品并提出建议。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学习能力：通过互评-修改循环提升自我修改能力。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第七课时，写作第二课时。基于提纲起草成文，运用品质词、make sb.+adj 与时态切换，经同伴互评修改定稿。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成段：四结构+衔接词。② 时态：事迹过去/品质现在。③ 互评量规：结构/时态/语言/衔接。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回顾要求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起草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互评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修改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展示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时态滑回现在。② make sb.+adj 与 make sb. do 混用。③ 互评流于表面。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U3 Writing Ⅱ: 起草+互评 ┐
│ 量规: 结构/时态/语言/衔接 │
│ 时态: 事迹过去/品质现在 │
│ 流程: 起草→互评→修改→定稿 │
└──────────────────────────────┘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定稿传奇短文（≥80 词，四结构齐全）。2. 用红笔标出过去时与品质词。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【提高作业】为短文配一段 30 词启示结尾。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本单元主题：Sports and Fitness。把今天学到的方法带进下一篇——自己读、自己想、自己写。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