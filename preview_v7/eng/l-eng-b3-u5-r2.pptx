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The Value of Money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5 个情态动词+have done 的用法，准确辨析功能。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文化意识：通过情态动词+have done 体会英语如何表达对过去的推测与评价——不同于中文的习惯。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思维品质：分析情态动词+have done 在戏剧中的"推测/责备"功能，培养语法服务于意义的意识。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学习能力：建立"从读到写"的语料库——积累课文中的优质句型用于后续写作。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第三课时（Reading II），聚焦语篇 THE MILLION POUND BANK NOTE 的精读与语言分析。重点分析文中情态动词+have done 结构（He must have been hungry. / You should have told me. / They could have helped.）在戏剧中的功能——表对过去的推测/责备/可能性。同时深化语篇中高频学术词汇的用法辨析（bet / permit / stare / spot / indeed / manner）。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语篇中情态动词+have done：must have done（一定做了）/ should have done（本该做）/ could have done（本可以做）② 戏剧高频动词：bet / permit / stare / spot / indeed / manner ③ 情态动词+have done 在戏剧中的修辞功能：表推测/责备→增强戏剧张力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情态动词+have done 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推测vs责备辨析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must have done（一定做了）vs must do（必须做）的区分。原因：时态不同。② should have done（本该做但没做）的责备含义。③ spot（发现/认出）与 stare（凝视）的语境区别。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Reading II: Language Focus ──────┐
│ Modal + have done: │
│ 推测: must have done (一定做了) │
│ could have done (可能做了) │
│ 责备: should have done (本该做) │
│ shouldn't have done (本不该做) │
│ │
│ Verbs: bet / permit / stare │
│ spot / indeed / manner │
│ │
│ must have done ≠ must do (必须)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从课文中找出5个情态动词+have done 结构并标注推测/责备。2. 将以下句子改写为情态动词+have done：I am sure he was surprised.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【提高作业】用情态动词+have done 写3句描述剧中人物的心理（用 must/should/could have done）。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