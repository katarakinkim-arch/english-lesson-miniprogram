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History and Traditions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语言能力：听懂关于英国历史地标的介绍，提取关键信息（名称/地点/历史意义），准确使用 8-10 个历史与传统相关词汇。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文化意识：了解英国主要历史地标及其文化意义，形成对世界多元历史文化的尊重。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思维品质：通过"听前预测—听中核实—听后比较"训练听力策略。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Did you know that...? / As far as I know... 分享历史地标知识。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History and Traditions 第一课时（Listening and Speaking），属单元导入+输入环节。语篇为一段关于英国历史地标的对话与介绍，功能语境是"分享你对一个历史地标的了解"。语言重点为历史与传统词汇（ancient, tradition, landmark, historic, belong to, fascinating）及分享知识句型（Did you know that...? / I've read that... / As far as I know...）。为 Reading 语篇"WHAT'S IN A NAME?"中英国四国历史做词汇与话题预热。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历史与传统核心词汇：ancient / tradition / landmark / historic / belong to / fascinating / cultural / ancestor ② 分享知识句型：Did you know (that)...? / I've read that... / As far as I know... ③ 听力微技能：听前看图片预测信息、听中抓地名+年代。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historic（有历史意义的）vs historical（与历史相关的）——学生混淆。：historic 强调"有重大历史意义的"，historical 仅表示"与历史有关的"。② ancient /eɪnʃənt/ — c 不发音。③ landmark 拆开不是 land+mark 的字面意思而是"地标"。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Speaking ─────────────┐
│ History &amp; Traditions: │
│ ancient / tradition / landmark │
│ historic / belong to / fascinating │
│ cultural / ancestor │
│ │
│ Sharing knowledge: │
│ Did you know (that)...? │
│ I've read that... │
│ As far as I know... │
│ It is said that... │
│ │
│ British Landmark Card: Stonehenge │
│ Location: England | Age: &gt;4,500 yrs │
│ Significance: ancient temple/calendar │
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遍，圈出所有历史词汇。2. 用 Did you know...? / As far as I know... 各写 1 句关于一个历史地标的介绍。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 50 词介绍一处你了解的中国历史地标（如故宫/长城/兵马俑），用至少 2 个分享知识句型。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