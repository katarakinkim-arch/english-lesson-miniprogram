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第2单元 Travelling 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Listening and Talking: Book a Trip — 预订与咨询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听与谈  ·  第5课时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语言能力：听懂预订对话中的价格、时间、房型等细节；用 I would like to book… / How much is…? 完成预订角色扮演。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文化意识：体验英语国家电话预订的礼貌表达与确认习惯。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思维品质：在信息不对称的交际中主动澄清与确认。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学习能力：用预订信息卡记录关键信息并核对。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第五课时，听说结合。听力为预订旅行（订票/订房/问交通）对话；口语为角色扮演客服与旅客，运用 be doing 与咨询句式。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句式：I would like to book… / How much is it? / What time does it leave? ② 听数字：价格、时间。③ 礼貌语：Could you…? / I would appreciate…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数字预教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听前预测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听中记录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句型输入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角色扮演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-teen 与 -ty 数字（thirteen/thirty）听力混淆。原因：发音差异小。② I would like to 后接动词原形，学生加 to+ing。③ 预订确认时重复信息易遗漏。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Listening &amp; Talking ┐
│ I would like to book… │
│ How much is it? / What time? │
│ -teen vs -ty 数字辨析 │
│ → 预订信息卡(房型/价格/时间)│
└────────────────────────────┘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听录音补全预订信息卡。2. 用 I would like to… 写 3 句预订请求。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【提高作业】编写一段 8 轮电话预订对话。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本单元主题：Travelling Around。把今天学到的方法带进下一篇——自己读、自己想、自己写。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