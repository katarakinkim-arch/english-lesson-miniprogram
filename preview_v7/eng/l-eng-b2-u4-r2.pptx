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第4单元 History and Traditions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and Thinking · History and Traditions (P3)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阅读  ·  第3课时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语言能力：能在课文语境中识别并分析至少 4 个过去分词作宾语补足语的句子，理解"have/get sth done"的"使某事被做"语义。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文化意识：通过过去分词补足语体会英语如何表达"动作的结果状态"——不同于中文的"把字句"。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思维品质：分析过去分词作宾语补足语在历史文本中的功能——描述历史事件的完成状态。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学习能力：建立"从读到写"的语料库——积累课文中的过去分词补足语句型用于后续地点描写写作。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4 第三课时（Reading II），聚焦语篇 WHAT'S IN A NAME? 的精读与语言分析。重点分析文中过去分词作宾语补足语的用法——如 "They had castles built" "People saw the country linked to England"——在历史说明文中的功能：描述"使某事被做"或"看到/听到某事被做"的结果状态。同时深化语篇中高频动词的用法辨析（join / link / add / break / result / belong）。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过去分词作宾语补足语结构：have/get + O + V-ed（使某事被做）；see/hear + O + V-ed（看到/听到某事被做）② 语篇中补足语句的识别与功能分析 ③ 核心动词辨析：join / link / add / break / result / belong / defend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课文回顾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过去分词作宾补发现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have sth done 讲透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语料库搭建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句型转换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have sth done（使某事被做）vs have done（完成时）——学生看到 have + V-ed 第一反应是完成时。原因：表层结构相同，深层结构不同。② see sth done（看到某事被做）vs see sb do（看到全过程）vs see sb doing（看到正在做）——三个结构语义不同。③ result in（导致）vs result from（由…导致）——方向相反。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U4 Reading II: Language Focus ───────────┐
│ Past Participle as Object Complement: │
│ have/get + O + V-ed (使…被做) │
│ see/hear + O + V-ed (看到/听到…被做) │
│ │
│ Kings built castles. (they did it) │
│ Kings have built castles. (completed now) │
│ Kings had castles built. (arranged it!) │
│ │
│ Text examples: │
│ "They had castles built around the coast."│
│ "People saw the country linked to..." │
│ "They got the kingdom united." │
└────────────────────────────────────────────┘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从课文中找出3个过去分词作宾补的句子并标注结构。2. 改写：The queen ordered workers to paint the palace. → The queen had...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 have/get sth done 写 3 句关于你（或你认识的人）的生活（如理发/修手机/拍照）。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本单元主题：History and Traditions。把今天学到的方法带进下一篇——自己读、自己想、自己写。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