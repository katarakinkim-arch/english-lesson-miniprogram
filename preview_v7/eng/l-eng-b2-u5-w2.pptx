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Music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语言能力：能根据互评量表给同伴的演讲稿提具体、可操作的修改建议，重点检查演讲效果（朗读流畅度/修辞效果/结尾力量）。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文化意识：通过聆听同伴的音乐故事，体验音乐在不同人生命中的多样角色。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思维品质：在互评中培养"识别演讲弱点→提出强化方案"的批判性反馈能力。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学习能力：建立"写→读→评→改→讲"五步演讲稿制作流程，内化为个人演讲习惯。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第七课时（Writing II），在 Writing I 演讲稿初稿的基础上完成"互评→修改→演讲展示→终稿"闭环。重点训练学生用同学反馈改进演讲稿的感染力和可演讲性——特别关注朗读流畅度、修辞效果和结尾力量。互评量表聚焦三维度：内容（四段完整/故事真实感人）、语言（分词作状语≥1/rhetorical question/演讲稿句型）、演讲效果（朗读是否流畅/节奏是否合适/结尾是否有力量）。本课也是本册教材最后一节写作课，具有收官意义。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互评三维量表：内容（四段完整/故事具体真实/结尾有力）+ 语言（分词作状语≥1/rhetorical question/演讲稿句型）+ 演讲效果（读出来自然吗？/节奏有快慢变化吗？/最打动人的一句是什么？）② 演讲展示技巧：眼神交流/节奏变化/强调关键词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互评+朗读测试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微型演讲展示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结课+收官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学生上台紧张——需创造"不评分"的安全环境，重点在"分享"而非"表演"。② 演讲稿修改时学生只改纸面不改口语——需强制"改完大声读一遍"。③ 演讲语速过快——紧张导致 2 分钟的稿 40 秒读完。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 II: Speech Showcase ─────────────┐
│ Speech Checklist: │
│ ✅ 4 parts (Hook/Story/Change/Closing) │
│ ✅ ≥1 rhetorical question │
│ ✅ ≥1 V-ed as adverbial │
│ ✅ Reads aloud naturally │
│ ✅ Closing is powerful (not "That's all") │
│ │
│ Book 2 Journey: │
│ U1 Heritage → U2 Wildlife → U3 Internet │
│ → U4 History → U5 Music 🎵 │
│ │
│ Speech Tips: │
│ Eye contact / Slow down on key lines │
│ End with power — one word at a time │
└────────────────────────────────────────────────┘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【基础作业】根据课堂反馈修改演讲稿终稿，提交文字稿+录制 1 分钟演讲音频/视频。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30 词英文反思：必修第二册 5 个单元中，哪个单元对你影响最大？为什么？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