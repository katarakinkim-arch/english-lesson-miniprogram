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Speaking: Natural Disasters &amp; News Report — 灾害类型与新闻播报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语言能力：听懂灾害新闻的主旨与关键细节（时间、地点、影响），用 affect/damage/destroy 描述灾害。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文化意识：认识自然灾害的破坏力，树立防灾减灾与互助意识。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 5W（when/where/what/who/how）分类梳理新闻信息。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学习能力：借助新闻信息卡自主记录听力要点并复述。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本课为必修第一册 Unit 4 Natural Disasters 第一课时（Listening and Speaking），单元导入。主题为自然灾害类型与新闻播报。听力为灾害新闻报道，提取时间、地点、影响。本课为后续读唐山大地震、写灾情摘要奠定话题与词汇基础。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灾害词：earthquake / flood / drought / landslide / tsunami / tornado / hurricane。② 动词：affect / damage / destroy / rescue / survive。③ 新闻 5W：when/where/what/who/how。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播报任务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drought /draʊt/ 与 drought 拼写，易混 draft。原因：形近。② tsunami /tsuːnɑːmi/ 音译词发音。③ damage（部分损坏）vs destroy（彻底毁坏）程度差异。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Speaking ┐
│ Disasters: earthquake/flood/ │
│ drought/landslide/tsunami │
│ tornado/hurricane │
│ affect/damage/destroy/rescue │
│ → 新闻 5W(when/where/what/who)│
└────────────────────────────────┘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 2 遍，圈出所有灾害词与动词。2. 用 5W 写一则 5 句灾害新闻。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【提高作业】为本地一种多发灾害写一段 60 词防灾提示。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