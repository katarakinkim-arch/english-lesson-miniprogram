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第4单元 History and Traditions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Writing · History and Traditions (P6)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第6课时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语言能力：掌握感官描写的"五感+感受"框架，在历史地点话题中产出 80-100 词感官丰富、有个人情感的地点描写文。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文化意识：通过用英文描写中国/世界历史文化地点，向世界讲述本土故事。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思维品质：通过"选感官细节→组织描写顺序→融入个人感受"训练从感知到文字表达的转化思维。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学习能力：建立"五感 checklist"——写作前问自己：读者能"看到、听到、闻到、感觉到"这个地方吗？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4 第六课时（Reading for Writing I），写作体裁为用感官细节描述一个你喜欢的地方（Describe a Place That You Like）。结构为：引人入胜的开头→视觉描写→听觉/嗅觉/触觉描写→历史/文化背景→个人感受与结尾。语言重点为感官动词（see, hear, smell, feel, taste）与形容词（magnificent, peaceful, ancient, breathtaking, charming）。结合本单元 Reading 的历史叙事与语法课的过去分词作宾补，实现"读-语法-写"闭环。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地点描写结构：Opening Hook → Visual description → Other senses (sound/smell/touch) → History/Culture → Personal feelings ② 感官表达：I can see... / The air smells of... / I can hear... echoing... / The stone feels... ③ 过去分词作宾补在地点描写中的应用：I've seen the temple restored. / You can have your photo taken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范本解构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五感词汇库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结构讲透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五感头脑风暴+提纲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起草+同伴初评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同伴初评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嗅觉/触觉描写的英文表达——学生词汇储备几乎为零（musty / crisp / damp / rough / smooth）。② 感官描写的顺序——不能东一句西一句，要有空间顺序（由远及近/由下到上/由外到内）。③ 个人感受不能只写"I like it"——要具体说明为什么。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U4 Writing: Describe a Place ────────────────┐
│ ① Hook (make reader want to go) │
│ ② Visual (what you SEE — be specific!) │
│ ③ Other Senses (sound/smell/touch — ≥1 more) │
│ ④ History/Culture (1-2 sentences) │
│ ⑤ Personal Feeling (what it means to YOU) │
│ │
│ Five Senses Word Bank: │
│ 👁️ magnificent / ancient / towering / gleaming │
│ 👂 echo / roar / whisper / chime / bustling │
│ 👃 musty / fragrant / crisp / smoky / damp │
│ ✋ rough / smooth / chilly / worn / polished │
│ ❤️ awe-struck / peaceful / nostalgic / humbled │
└─────────────────────────────────────────────────┘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【基础作业】按课堂初稿完成 80-100 词地点描写。要求：五段结构、≥3 种感官、≥1 个过去分词作宾补、有真实个人感受。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【提高作业】用手机拍一张你描写的地点的照片，将照片+英文描写文案做成一张明信片（手绘或数字均可）。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本单元主题：History and Traditions。把今天学到的方法带进下一篇——自己读、自己想、自己写。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