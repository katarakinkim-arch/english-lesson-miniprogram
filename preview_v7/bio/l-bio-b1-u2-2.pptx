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必修1 分子与细胞 · 第2单元 组成细胞的分子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蛋白质是生命活动的主要承担者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以氨基酸（约20种，通式R-CH(NH2)-COOH）为单位，经脱水缩合形成肽链，再盘曲折…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第4课时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册次：必修1 分子与细胞　单元：组成细胞的分子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说明蛋白质结构多样性决定功能多样性，认同结构功能观。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推导脱水缩合中肽键数、脱去水分子数的关系。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说出氨基酸结构通式与特点，判断某分子是否为氨基酸。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关注蛋白质营养不良（如蛋白质-能量营养不良）与食品安全。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以氨基酸（约20种，通式R-CH(NH2)-COOH）为单位，经脱水缩合形成肽链，再盘曲折叠成蛋白质。重点讲脱水缩合、肽键、蛋白质结构多样性（氨基酸种类、数目、排列、空间结构）与功能多样性。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来源：人教版(2019)必修1 第2章第4节《蛋白质是生命活动的主要承担者》必背知识点（21cnjy.com）——功能含结构蛋白、催化（酶）、运输（血红蛋白）、信息传递（胰岛素）、免疫（抗体）；人体21种氨基酸，8种必需。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来源：同步课堂《生命活动的主要承担者——蛋白质》（tongzhuo100.com）——结构多样性源于氨基酸种类/数目/排列顺序及肽链空间结构千差万别；变性仅破坏空间结构不破坏肽键，仍与双缩脲试剂呈紫色。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氨基酸通式：一个C连氨基(-NH2)、羧基(-COOH)、H、R基。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脱水缩合：氨基与羧基脱去H2O形成肽键(-CO-NH-)。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肽键数=脱去水数=氨基酸数-肽链数。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结构多样性：种类、数目、排列顺序、空间结构。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动画演示法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脱水缩合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公式推导法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球棍模型拼装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结构→功能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脱水缩合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破解：抽象，需动画演示羧基脱-OH、氨基脱-H。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肽键公式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破解：多链时n-m易错，需强调m条链。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结构多样性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破解：四因素易漏空间结构，需列表。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通式:中心C连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-NH2 -COOH H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R基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脱水缩合: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-COOH+-NH2→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-CO-NH-(肽键)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+H2O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肽键=氨基酸-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肽链数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结构多样4点: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种类数目排列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氨基酸判断的核心：一个C上同时有____和____。2. 51个氨基酸1条链，肽键数=____。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n个氨基酸形成m条肽链，相对分子质量减少多少？（氨基酸均重a，水18）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本单元「组成细胞的分子」：球棍模型拼装让脱水缩合直观；四因素表格清晰。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球棍模型拼装让脱水缩合直观；四因素表格清晰。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多链肽键公式n-m，B班常忘减肽链数，需反复练。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核酸——遗传信息的携带者。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