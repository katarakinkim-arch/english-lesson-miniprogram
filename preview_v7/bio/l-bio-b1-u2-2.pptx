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第2单元 组成细胞的分子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蛋白质是生命活动的主要承担者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生命观念：说明蛋白质结构多样性决定功能多样性，认同结构功能观。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科学思维：推导脱水缩合中肽键数、脱去水分子数的关系。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科学探究：说出氨基酸结构通式与特点，判断某分子是否为氨基酸。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社会责任：关注蛋白质营养不良（如蛋白质-能量营养不良）与食品安全。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以氨基酸（约20种，通式R-CH(NH2)-COOH）为单位，经脱水缩合形成肽链，再盘曲折叠成蛋白质。重点讲脱水缩合、肽键、蛋白质结构多样性（氨基酸种类、数目、排列、空间结构）与功能多样性。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氨基酸通式：一个C连氨基(-NH2)、羧基(-COOH)、H、R基。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脱水缩合：氨基与羧基脱去H2O形成肽键(-CO-NH-)。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肽键数=脱去水数=氨基酸数-肽链数。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结构多样性：种类、数目、排列顺序、空间结构。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氨基酸通式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脱水缩合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结构多样性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功能举例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脱水缩合。原因：抽象，需动画演示羧基脱-OH、氨基脱-H。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肽键公式。原因：多链时n-m易错，需强调m条链。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结构多样性。原因：四因素易漏空间结构，需列表。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蛋白质 ──┐
│ 通式:中心C连 │
│ -NH2 -COOH H│
│ R基 │
│ 脱水缩合: │
│ -COOH+-NH2→ │
│ -CO-NH-(肽键)│
│ +H2O │
│ 肽键=氨基酸-│
│ 肽链数 │
│ 结构多样4点: │
│ 种类数目排列│
│ 空间结构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氨基酸判断的核心：一个C上同时有____和____。2. 51个氨基酸1条链，肽键数=____。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【提高作业】n个氨基酸形成m条肽链，相对分子质量减少多少？（氨基酸均重a，水18）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本单元主题：组成细胞的分子。把今天学到的方法带进下一篇——自己读、自己想、自己写。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