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选择性必修3 生物技术与工程 · 第2单元 细胞工程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植物细胞工程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植物细胞工程基于细胞全能性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第1课时 · 新课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册次：选择性必修3 生物技术与工程　单元：细胞工程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理解细胞全能性，认同学细胞具发育成完整个体的潜能。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梳理组织培养与体细胞杂交的流程逻辑。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了解植物组织培养的操作要点（无菌、激素配比）。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认识细胞工程在作物改良与快速繁殖中的价值。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植物细胞工程基于细胞全能性。植物组织培养：离体器官/组织→脱分化成愈伤组织→再分化成胚状体/丛芽→完整植株。体细胞杂交：去壁原生质体融合→杂种细胞→植株，克服远缘杂交障碍。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来源：细胞全能性由德国植物学家 Haberlandt 于 1902 年提出；1958 年 Steward 以胡萝卜游离细胞培养成完整植株，印证已分化细胞具发育为完整个体的潜能（plantscience.cn《植物细胞的遗传全能性与组织培养形态发生控制》）。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来源：植物组织培养核心流程为「外植体→脱分化→愈伤组织→再分化→植株」；脱/再分化概念见百度百科「脱分化（dedifferentiation）」，生长素与细胞分裂素比例调控分化方向。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理论基础：细胞全能性（已分化细胞仍具全套遗传信息）。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组织培养：外植体→脱分化→愈伤组织→再分化→植株。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脱分化：已分化→未分化（愈伤）；再分化：愈伤→芽/根。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体细胞杂交：去壁→原生质体融合→杂种细胞→植株。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流程图法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培养流程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概念辨析法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脱/再分化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案例法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番茄-马铃薯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脱/再分化方向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破解：二者方向相反易混，需箭头图。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愈伤组织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破解：松散未分化细胞团，非"组织"易误解，需界定。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去壁前提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破解：植物有细胞壁，融合前须酶解去壁得原生质体，易漏。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基础:细胞全能性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培养:外植体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→脱分化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→愈伤组织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→再分化(芽根)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→植株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杂交:去壁→融合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→杂种植株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植物组织培养的理论基础是细胞的____性。2. 在组织培养中，外植体经____形成愈伤组织，再经____形成芽和根。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植物体细胞杂交为什么必须先去除细胞壁？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本单元「细胞工程」：脱/再分化箭头图方向明确，杂交"去壁"前提强调到位。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脱/再分化箭头图方向明确，杂交"去壁"前提强调到位。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激素配比调控芽根机制偏深，点到为止即可。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动物细胞工程。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