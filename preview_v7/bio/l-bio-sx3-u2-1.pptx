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第2单元 细胞工程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植物细胞工程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生命观念：理解细胞全能性，认同学细胞具发育成完整个体的潜能。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科学思维：梳理组织培养与体细胞杂交的流程逻辑。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科学探究：了解植物组织培养的操作要点（无菌、激素配比）。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社会责任：认识细胞工程在作物改良与快速繁殖中的价值。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植物细胞工程基于细胞全能性。植物组织培养：离体器官/组织→脱分化成愈伤组织→再分化成胚状体/丛芽→完整植株。体细胞杂交：去壁原生质体融合→杂种细胞→植株，克服远缘杂交障碍。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理论基础：细胞全能性（已分化细胞仍具全套遗传信息）。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组织培养：外植体→脱分化→愈伤组织→再分化→植株。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脱分化：已分化→未分化（愈伤）；再分化：愈伤→芽/根。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体细胞杂交：去壁→原生质体融合→杂种细胞→植株。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脱分化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培养流程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体细胞杂交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应用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脱/再分化方向。原因：二者方向相反易混，需箭头图。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愈伤组织。原因：松散未分化细胞团，非"组织"易误解，需界定。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去壁前提。原因：植物有细胞壁，融合前须酶解去壁得原生质体，易漏。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植物细胞工程
┌──────────────────┐
│ 基础:细胞全能性 │
│ 培养:外植体 │
│ →脱分化 │
│ →愈伤组织 │
│ →再分化(芽根) │
│ →植株 │
│ 杂交:去壁→融合 │
│ →杂种植株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植物组织培养的理论基础是细胞的____性。2. 在组织培养中，外植体经____形成愈伤组织，再经____形成芽和根。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【提高作业】植物体细胞杂交为什么必须先去除细胞壁？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本单元主题：细胞工程。把今天学到的方法带进下一篇——自己读、自己想、自己写。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