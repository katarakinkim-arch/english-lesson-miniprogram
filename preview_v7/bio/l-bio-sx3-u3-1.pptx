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生物 · 选择性必修3 生物技术与工程 · 第3单元 基因工程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37215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4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重组DNA技术的基本工具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基因工程三种基本工具：限制性内切核酸酶（识别特定序列并切割，产生黏性末端或平末端）、DNA…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6144768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181344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第1课时 · 新课 · 学生课堂版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73952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科目：生物　册次：选择性必修3 生物技术与工程　单元：基因工程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109728" cy="8686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194560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生命观念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理解基因工程是在分子水平改造遗传信息。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18688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218688"/>
            <a:ext cx="109728" cy="8686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218688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科学思维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类比"手术刀/缝合针/运输车"理解三工具。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42816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242816"/>
            <a:ext cx="109728" cy="868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242816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科学探究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了解限制酶识别序列与末端形成。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266944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266944"/>
            <a:ext cx="109728" cy="86868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5266944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社会责任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认识基因工程工具的专利与生物安全意义。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教材定位与来源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教材分析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227167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基因工程三种基本工具：限制性内切核酸酶（识别特定序列并切割，产生黏性末端或平末端）、DNA连接酶（连接磷酸二酯键拼接片段）、载体（质粒等，运载目的基因进入受体细胞）。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828800"/>
            <a:ext cx="5227167" cy="402336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201168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权威来源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560320"/>
            <a:ext cx="467852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来源：限制酶（分子手术刀）主要从原核生物分离，识别特定序列并切断磷酸二酯键，产生黏性/平末端，如 EcoRⅠ 识别 GAATTC（21cnjy 学案；百度百科「基因工程」）。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来源：DNA 连接酶（分子缝合针）恢复被切断的磷酸二酯键；载体多为质粒——独立于核外、具自我复制能力的环状双链 DNA，需复制原点、标记基因与多克隆位点（Vedantu Tools of rDNA）。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98767" y="4343400"/>
            <a:ext cx="4678527" cy="1270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98767" y="4480560"/>
            <a:ext cx="46785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本课件未使用无关配图，画面以学科色块呈现。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2453563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限制酶：识别回文序列、切断磷酸二酯键，产黏性末端/平末端（"分子手术刀"）。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9403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9403" y="2194560"/>
            <a:ext cx="2453563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9403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3723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DNA连接酶：连接互补末端形成磷酸二酯键（"分子缝合针"）。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8727" y="2194560"/>
            <a:ext cx="2453563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7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047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载体：多为质粒，需有复制原点、标记基因、多克隆位点（"分子运输车"）。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051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051" y="2194560"/>
            <a:ext cx="2453563" cy="54864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051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371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三工具协同：切→接→运。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学习路径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比喻法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刀/针/车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23995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23995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0923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图示法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0923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切末端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3319" y="2359152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3319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对比法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0247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连接酶/聚合酶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62643" y="2359152"/>
            <a:ext cx="457200" cy="45720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62643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571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归纳法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571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本课难点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末端类型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B23A2A"/>
                </a:solidFill>
                <a:latin typeface="楷体"/>
                <a:ea typeface="楷体"/>
                <a:cs typeface="楷体"/>
              </a:rPr>
              <a:t>破解：黏性末端（错位切）与平末端（平切）区别，易混需图。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连接酶vs聚合酶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2E7D6B"/>
                </a:solidFill>
                <a:latin typeface="楷体"/>
                <a:ea typeface="楷体"/>
                <a:cs typeface="楷体"/>
              </a:rPr>
              <a:t>破解：连接酶连DNA片段、聚合酶补链延伸，功能不同易错。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载体条件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C8A86B"/>
                </a:solidFill>
                <a:latin typeface="楷体"/>
                <a:ea typeface="楷体"/>
                <a:cs typeface="楷体"/>
              </a:rPr>
              <a:t>破解：复制原点/标记基因/多克隆位点三项缺一不可，易漏。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板书精华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4297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28016" cy="4297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1018001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三工具: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限制酶=手术刀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(切,专一序列)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连接酶=缝合针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(连磷酸二酯)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载体=运输车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(质粒:复制点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+标记+多克隆)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协同:切→接→运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被称为"分子手术刀"的是____酶，其作用是切割DNA分子的____键。2. 作为基因工程载体，质粒一般应具备复制原点、____基因和____位点。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提升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为什么黏性末端比平末端更容易连接？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单元回望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13716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10180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本单元「基因工程」：刀/针/车比喻贯穿，末端类型配图直观。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7472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3666744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72160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47472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刀/针/车比喻贯穿，末端类型配图直观。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3484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" y="4626864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68172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43484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连接酶与聚合酶混淆者多，需专项对比。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39496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" y="5586984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64184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39496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基因工程的基本操作程序。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