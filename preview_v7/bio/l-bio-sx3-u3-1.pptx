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选择性必修3 生物技术与工程 · 第3单元 基因工程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重组DNA技术的基本工具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生命观念：理解基因工程是在分子水平改造遗传信息。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科学思维：类比"手术刀/缝合针/运输车"理解三工具。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科学探究：了解限制酶识别序列与末端形成。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社会责任：认识基因工程工具的专利与生物安全意义。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基因工程三种基本工具：限制性内切核酸酶（识别特定序列并切割，产生黏性末端或平末端）、DNA连接酶（连接磷酸二酯键拼接片段）、载体（质粒等，运载目的基因进入受体细胞）。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限制酶：识别回文序列、切断磷酸二酯键，产黏性末端/平末端（"分子手术刀"）。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DNA连接酶：连接互补末端形成磷酸二酯键（"分子缝合针"）。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载体：多为质粒，需有复制原点、标记基因、多克隆位点（"分子运输车"）。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三工具协同：切→接→运。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限制酶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末端类型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DNA连接酶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载体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末端类型。原因：黏性末端（错位切）与平末端（平切）区别，易混需图。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连接酶vs聚合酶。原因：连接酶连DNA片段、聚合酶补链延伸，功能不同易错。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载体条件。原因：复制原点/标记基因/多克隆位点三项缺一不可，易漏。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基因工程工具
┌──────────────────┐
│ 三工具: │
│ 限制酶=手术刀 │
│ (切,专一序列) │
│ 连接酶=缝合针 │
│ (连磷酸二酯) │
│ 载体=运输车 │
│ (质粒:复制点 │
│ +标记+多克隆) │
│ 协同:切→接→运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被称为"分子手术刀"的是____酶，其作用是切割DNA分子的____键。2. 作为基因工程载体，质粒一般应具备复制原点、____基因和____位点。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【提高作业】为什么黏性末端比平末端更容易连接？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本单元主题：基因工程。把今天学到的方法带进下一篇——自己读、自己想、自己写。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