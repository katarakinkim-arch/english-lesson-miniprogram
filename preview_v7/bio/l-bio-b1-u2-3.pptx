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必修1 分子与细胞 · 第2单元 组成细胞的分子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核酸是遗传信息的携带者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生命观念：说明核酸储存遗传信息，认同核酸是生命活动的控制者。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科学思维：比较DNA与RNA在化学组成、结构上的异同。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科学探究：说出观察核酸分布（甲基绿吡罗红）的实验结果与结论。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社会责任：关注核酸检测（如病毒核酸检测）在疾病诊断中的价值。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核酸分DNA与RNA，基本单位都是核苷酸（含氮碱基+五碳糖+磷酸）。DNA特有脱氧核糖和T，RNA特有核糖和U。核苷酸排列顺序储存遗传信息。介绍核酸在细胞中的分布（甲基绿吡罗红染色）。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核酸单位：核苷酸=磷酸+五碳糖+含氮碱基。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DNA：脱氧核糖，碱基A、T、C、G；RNA：核糖，碱基A、U、C、G。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DNA主要细胞核，RNA主要细胞质。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遗传信息：核苷酸排列顺序。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核苷酸结构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DNA与RNA对比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分布染色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遗传信息本质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脱氧/核糖与T/U。原因：名称与碱基对应易错，需对比表。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分布染色。原因：甲基绿染DNA绿、吡罗红染RNA红，易混，需强调。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遗传信息。原因：学生误以为"DNA本身"是信息，需点"顺序"。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核酸 ──┐
│ 核苷酸=磷酸+│
│ 糖+碱基 │
│ DNA:脱氧核糖│
│ 碱基A T C G │
│ RNA:核糖 │
│ 碱基A U C G │
│ 染色:甲基绿→│
│ DNA绿(核) │
│ 吡罗红→RNA│
│ 红(质) │
│ 信息=排列顺序│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组成DNA的糖是____，特有碱基____。2. 甲基绿使____呈绿色。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【提高作业】核酸的遗传信息储存在哪里？为什么4种核苷酸能储存海量信息？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本单元主题：组成细胞的分子。把今天学到的方法带进下一篇——自己读、自己想、自己写。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