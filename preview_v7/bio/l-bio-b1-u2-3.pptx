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822960" cy="381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必修1 分子与细胞 · 第2单元 · 第5课时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11556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核酸是遗传信息的携带者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718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单元：组成细胞的分子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94760"/>
            <a:ext cx="10972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核酸分DNA与RNA，基本单位都是核苷酸（含氮碱基+五碳糖+磷酸）。DNA特有脱氧核糖和T，…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532120"/>
            <a:ext cx="10911535" cy="86868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650992"/>
            <a:ext cx="103628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DNA · RNA · 核苷酸 · 碱基 · 遗传信息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四向核心素养目标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55381" y="2697480"/>
            <a:ext cx="822960" cy="82296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55381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4904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生命观念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343400"/>
            <a:ext cx="20512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说明核酸储存遗传信息，认同核酸是生命活动的控制者。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74705" y="2697480"/>
            <a:ext cx="822960" cy="82296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4705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2283" y="374904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科学思维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0571" y="4343400"/>
            <a:ext cx="20512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比较DNA与RNA在化学组成、结构上的异同。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094029" y="2697480"/>
            <a:ext cx="822960" cy="82296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94029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1607" y="374904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科学探究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9895" y="4343400"/>
            <a:ext cx="20512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说出观察核酸分布（甲基绿吡罗红）的实验结果与结论。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913353" y="2697480"/>
            <a:ext cx="822960" cy="82296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13353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0931" y="374904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社会责任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9219" y="4343400"/>
            <a:ext cx="20512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关注核酸检测（如病毒核酸检测）在疾病诊断中的价值。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背景 · 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522716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课题背景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23160"/>
            <a:ext cx="5227167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1000"/>
              </a:spcAft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核酸分DNA与RNA，基本单位都是核苷酸（含氮碱基+五碳糖+磷酸）。DNA特有脱氧核糖和T，RNA特有核糖和U。核苷酸排列顺序储存遗传信息。介绍核酸在细胞中的分布（甲基绿吡罗红染色）。</a:t>
            </a:r>
          </a:p>
          <a:p>
            <a:pPr algn="l">
              <a:lnSpc>
                <a:spcPct val="150000"/>
              </a:lnSpc>
            </a:pPr>
            <a:r>
              <a:rPr sz="135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本课属组成细胞的分子，承接本单元前序知识，为后续内容打基础。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1783080"/>
            <a:ext cx="5227167" cy="393192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98767" y="196596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权威调研来源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8767" y="2514599"/>
            <a:ext cx="467852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人民教育出版社《生物学·必修1·分子与细胞》第2章第5节（人教2019版）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21世纪教育网 同步学案：DNA/RNA 化学组成与分布对比（zy.21cnjy.com/13144133）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15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配图说明：本课件未使用无关配图，采用学科色块呈现。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本课需要掌握的重点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2453563" cy="6400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322576"/>
            <a:ext cx="227068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核酸单位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核苷酸=磷酸+五碳糖+含氮碱基。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9403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9403" y="2194560"/>
            <a:ext cx="2453563" cy="6400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50843" y="2322576"/>
            <a:ext cx="227068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3723" y="301752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脱氧核糖，碱基A、T、C、G；RNA：核糖，碱基A、U、C、G。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8727" y="2194560"/>
            <a:ext cx="2453563" cy="6400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0167" y="2322576"/>
            <a:ext cx="227068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DNA主要细胞核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3047" y="301752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RNA主要细胞质。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051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051" y="2194560"/>
            <a:ext cx="2453563" cy="64008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491" y="2322576"/>
            <a:ext cx="227068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遗传信息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371" y="301752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核苷酸排列顺序。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本课采用的学习方法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68880"/>
            <a:ext cx="19963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对比表法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46120"/>
            <a:ext cx="1996363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DNA/RNA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9403" y="2194560"/>
            <a:ext cx="2453563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88003" y="2468880"/>
            <a:ext cx="19963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结构模型法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8003" y="3246120"/>
            <a:ext cx="1996363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结合本课内容运用该方法。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194560"/>
            <a:ext cx="2453563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7327" y="2468880"/>
            <a:ext cx="19963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实验演示法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7327" y="3246120"/>
            <a:ext cx="1996363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结合本课内容运用该方法。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051" y="2194560"/>
            <a:ext cx="2453563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651" y="2468880"/>
            <a:ext cx="19963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归纳法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651" y="3246120"/>
            <a:ext cx="1996363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结合本课内容运用该方法。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容易卡住的地方与突破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423160"/>
            <a:ext cx="548640" cy="54864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脱氧/核糖与T/U。原因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突破：名称与碱基对应易错，需对比表。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27778" y="2423160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7778" y="249631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3578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分布染色。原因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24612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突破：甲基绿染DNA绿、吡罗红染RNA红，易混，需强调。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86876" y="2423160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6876" y="249631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2676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遗传信息。原因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2596" y="324612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突破：学生误以为"DNA本身"是信息，需点"顺序"。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10911535" cy="50292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板块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10512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31720"/>
            <a:ext cx="10911535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423160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核酸是遗传信息的携带者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916936"/>
            <a:ext cx="10911535" cy="530352"/>
          </a:xfrm>
          <a:prstGeom prst="roundRect">
            <a:avLst/>
          </a:prstGeom>
          <a:solidFill>
            <a:srgbClr val="E7DFD2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08376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核酸单位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3008376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核苷酸=磷酸+五碳糖+含氮碱基。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02152"/>
            <a:ext cx="10911535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59359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DNA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593592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脱氧核糖，碱基A、T、C、G；RNA：核糖，碱基A、U、C、G。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087368"/>
            <a:ext cx="10911535" cy="530352"/>
          </a:xfrm>
          <a:prstGeom prst="roundRect">
            <a:avLst/>
          </a:prstGeom>
          <a:solidFill>
            <a:srgbClr val="E7DFD2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17880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DNA主要细胞核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178808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RNA主要细胞质。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672584"/>
            <a:ext cx="10911535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764024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遗传信息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4764024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核苷酸排列顺序。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基础 · 提高 · 拓展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393338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844698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1. 组成DNA的糖是____，特有碱基____。2. 甲基绿使____呈绿色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194560"/>
            <a:ext cx="3393338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194560"/>
            <a:ext cx="3393338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9178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提高 · 选做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2971800"/>
            <a:ext cx="2844698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核酸的遗传信息储存在哪里？为什么4种核苷酸能储存海量信息？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2194560"/>
            <a:ext cx="3393338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2194560"/>
            <a:ext cx="3393338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8276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拓展 · 探究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596" y="2971800"/>
            <a:ext cx="2844698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把本课要点讲给家人听，或找一处生活中的例子印证。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本课小结与单元定位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2271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本课小结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5227167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核酸单位：核苷酸=磷酸+五碳糖+含氮碱基。</a:t>
            </a:r>
          </a:p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DNA：脱氧核糖，碱基A、T、C、G；RNA：核糖，碱基A、U、C、G。</a:t>
            </a:r>
          </a:p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DNA主要细胞核：RNA主要细胞质。</a:t>
            </a:r>
          </a:p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遗传信息：核苷酸排列顺序。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7" y="1828800"/>
            <a:ext cx="5227167" cy="365760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8767" y="201168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单元坐标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8767" y="2514599"/>
            <a:ext cx="4678527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教材：必修1 分子与细胞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单元：组成细胞的分子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衔接：下节课：糖类和脂质——生物体的能源与结构物质。</a:t>
            </a:r>
          </a:p>
          <a:p>
            <a:pPr algn="l">
              <a:lnSpc>
                <a:spcPct val="145000"/>
              </a:lnSpc>
              <a:spcBef>
                <a:spcPts val="600"/>
              </a:spcBef>
            </a:pPr>
            <a:r>
              <a:rPr sz="135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口诀：DNA脱氧核糖、碱基A/T/C/G；RNA核糖、碱基A/U/C/G；信息在排列顺序。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