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572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必修1 分子与细胞 · 高一 · 新课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有丝分裂的过程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单元：细胞的生命历程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学生课堂版 · 权威调研核实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#有丝分裂  #前期  #中期  #后期  #末期  #必修1Ch6  #第二十一课时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描述有丝分裂各时期特征，认同遗传稳定性。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分析染色体、染色单体、DNA数目在分裂中的变化规律。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识别各时期图像，归纳分裂顺序。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关注有丝分裂异常与遗传病、癌症的关系。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教材定位与背景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本单元主题：细胞的生命历程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丝分裂四时期：前期（核膜核仁消失、纺锤体形成、染色体出现）、中期（染色体着丝粒排列赤道板，最易观察）、后期（着丝粒分裂、姐妹染色单体分开移向两极）、末期（核膜重建、细胞质分裂形成两子细胞）。结果：亲子细胞染色体数相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5720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87452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权威来源（联网核实）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23160"/>
            <a:ext cx="467852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 必修1 第6章学案：有丝分裂各期特征与记忆口诀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中公《有丝分裂》教学案例：前期中期后期末期变化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动植物有丝分裂区别（前期纺锤体、末期细胞板/缢裂）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前期：两消失（核膜核仁）两出现（染色体、纺锤体）。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中期：着丝粒排赤道板，形态清晰易观察。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后期：着丝粒分裂，染色单体→染色体，数目加倍，移向两极。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1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末期：核膜重建、细胞板→细胞壁（植物），两子细胞染色体数相同。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动画分步法(四时期)。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3803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图像识别法。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曲线法(数目变化)。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42316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451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对比法(动植物末期)。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易卡之处与突破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中期赤道板。原因：是"位置"非实体结构，易误为细胞器，需澄清。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后期加倍。原因：着丝粒分裂使染色体数加倍（单体消失），易错，需强调。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数目变化。原因：DNA/染色体/单体三量不同步，需表。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46177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课题：有丝分裂的过程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前期：两消失（核膜核仁）两出现（染色体、纺锤体）。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中期：着丝粒排赤道板，形态清晰易观察。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后期：着丝粒分裂，染色单体→染色体，数目加倍，移向两极。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末期：核膜重建、细胞板→细胞壁（植物），两子细胞染色体数相同。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有丝分裂观察染色体形态、数目的最佳时期是____。2. 染色体数目加倍发生在____期。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某体细胞染色体数2N，写出有丝分裂后期和末期结束时子细胞的染色体数，并说明原因。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巩固提示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回看本课板书精华，用一句话概括核心过程，写在笔记本上。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细胞的生命历程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丝分裂四时期：前期（核膜核仁消失、纺锤体形成、染色体出现）、中期（染色体着丝粒排列赤道板，最易观察）、后期（着丝粒分裂、姐妹染色单体分开移向两极）、末期（核膜重建、细胞质分裂形成两子细胞）。结果：亲子细胞染色体数相同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本单元线索：细胞的生命历程，本课为其中一环，承上启下。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本课要点回顾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前期：两消失（核膜核仁）两出现（染色体、纺锤体）。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中期：着丝粒排赤道板，形态清晰易观察。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后期：着丝粒分裂，染色单体→染色体，数目加倍，移向两极。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末期：核膜重建、细胞板→细胞壁（植物），两子细胞染色体数相同。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