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必修1 分子与细胞 · 第6单元 细胞的生命历程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有丝分裂的过程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生命观念：描述有丝分裂各时期特征，认同遗传稳定性。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科学思维：分析染色体、染色单体、DNA数目在分裂中的变化规律。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科学探究：识别各时期图像，归纳分裂顺序。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社会责任：关注有丝分裂异常与遗传病、癌症的关系。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有丝分裂四时期：前期（核膜核仁消失、纺锤体形成、染色体出现）、中期（染色体着丝粒排列赤道板，最易观察）、后期（着丝粒分裂、姐妹染色单体分开移向两极）、末期（核膜重建、细胞质分裂形成两子细胞）。结果：亲子细胞染色体数相同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前期：两消失（核膜核仁）两出现（染色体、纺锤体）。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中期：着丝粒排赤道板，形态清晰易观察。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后期：着丝粒分裂，染色单体→染色体，数目加倍，移向两极。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末期：核膜重建、细胞板→细胞壁（植物），两子细胞染色体数相同。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前期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中期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后期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末期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数目变化与作业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中期赤道板。原因：是"位置"非实体结构，易误为细胞器，需澄清。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后期加倍。原因：着丝粒分裂使染色体数加倍（单体消失），易错，需强调。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数目变化。原因：DNA/染色体/单体三量不同步，需表。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有丝分裂 ──┐
│ 前:两消两现 │
│ (核膜仁消,染│
│ 色体纺锤现)│
│ 中:着丝粒排 │
│ 赤道板(易数)│
│ 后:着丝粒裂 │
│ 单体→染色体│
│ 数加倍 │
│ 末:核膜重建 │
│ 细胞板→壁 │
│ 亲子染色体同│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有丝分裂观察染色体形态、数目的最佳时期是____。2. 染色体数目加倍发生在____期。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【提高作业】某体细胞染色体数2N，写出有丝分裂后期和末期结束时子细胞的染色体数，并说明原因。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本单元主题：细胞的生命历程。把今天学到的方法带进下一篇——自己读、自己想、自己写。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