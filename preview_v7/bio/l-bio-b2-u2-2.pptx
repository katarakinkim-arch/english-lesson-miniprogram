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生物 · 必修2 遗传与进化 · 第2单元 基因和染色体的关系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691640"/>
            <a:ext cx="10637215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34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基因在染色体上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3721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萨顿用类比推理提出"基因在染色体上"（基因与染色体行为平行）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1C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6144768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6181344"/>
            <a:ext cx="10515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第6课时 · 新 · 学生课堂版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473952"/>
            <a:ext cx="10515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E7DFD2"/>
                </a:solidFill>
                <a:latin typeface="微软雅黑"/>
                <a:ea typeface="微软雅黑"/>
                <a:cs typeface="微软雅黑"/>
              </a:rPr>
              <a:t>科目：生物　册次：必修2 遗传与进化　单元：基因和染色体的关系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本课目标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四向学习目标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10911535" cy="868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109728" cy="8686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194560"/>
            <a:ext cx="10454335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生命观念　</a:t>
            </a: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阐明基因在染色体上，认同染色体是基因的载体。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218688"/>
            <a:ext cx="10911535" cy="868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3218688"/>
            <a:ext cx="109728" cy="8686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3218688"/>
            <a:ext cx="10454335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科学思维　</a:t>
            </a: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比较类比推理与假说-演绎两种科学方法。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242816"/>
            <a:ext cx="10911535" cy="868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4242816"/>
            <a:ext cx="109728" cy="8686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4242816"/>
            <a:ext cx="10454335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科学探究　</a:t>
            </a: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分析摩尔根果蝇杂交实验证据。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266944"/>
            <a:ext cx="10911535" cy="868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5266944"/>
            <a:ext cx="109728" cy="868680"/>
          </a:xfrm>
          <a:prstGeom prst="rect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2688" y="5266944"/>
            <a:ext cx="10454335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社会责任　</a:t>
            </a: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关注基因定位技术在人类基因组计划中的意义。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背景 · 权威调研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教材定位与来源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22716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B23A2A"/>
                </a:solidFill>
                <a:latin typeface="楷体"/>
                <a:ea typeface="楷体"/>
                <a:cs typeface="楷体"/>
              </a:rPr>
              <a:t>教材分析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5227167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萨顿用类比推理提出"基因在染色体上"（基因与染色体行为平行）。摩尔根以果蝇白眼突变实验证实：控制白眼的基因在X染色体上，首次将特定基因定位到特定染色体。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24447" y="1828800"/>
            <a:ext cx="5227167" cy="402336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98767" y="201168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权威来源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8767" y="2560320"/>
            <a:ext cx="4678527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7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中国科普博览 kepu.net.cn：摩尔根果蝇实验 —— 白眼基因位于 X 染色体。</a:t>
            </a:r>
          </a:p>
          <a:p>
            <a:pPr algn="l">
              <a:lnSpc>
                <a:spcPct val="145000"/>
              </a:lnSpc>
              <a:spcAft>
                <a:spcPts val="7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Nature Education Scitable：Genes Are on Chromosomes —— 萨顿—摩尔根学说。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98767" y="4343400"/>
            <a:ext cx="4678527" cy="12700"/>
          </a:xfrm>
          <a:prstGeom prst="rect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98767" y="4480560"/>
            <a:ext cx="46785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本课件未使用无关配图，画面以学科色块呈现。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本课重点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2453563" cy="54864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04288"/>
            <a:ext cx="24535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1904923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萨顿类比：基因与染色体行为平行（完整、独立、成对、分离），提出基因在染色体上。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9403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59403" y="2194560"/>
            <a:ext cx="2453563" cy="54864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59403" y="2304288"/>
            <a:ext cx="24535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33723" y="2971800"/>
            <a:ext cx="1904923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摩尔根果蝇：白眼性状与性别关联，证明控制白眼的基因在X染色体上。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8727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78727" y="2194560"/>
            <a:ext cx="2453563" cy="54864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78727" y="2304288"/>
            <a:ext cx="24535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53047" y="2971800"/>
            <a:ext cx="1904923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方法：类比推理（萨顿）vs假说-演绎（摩尔根）。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98051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098051" y="2194560"/>
            <a:ext cx="2453563" cy="548640"/>
          </a:xfrm>
          <a:prstGeom prst="rect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98051" y="2304288"/>
            <a:ext cx="24535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72371" y="2971800"/>
            <a:ext cx="1904923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结论：染色体是基因的主要载体。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学习路径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2453563" cy="36576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359152"/>
            <a:ext cx="15391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类比法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063240"/>
            <a:ext cx="1539163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萨顿)。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59403" y="2194560"/>
            <a:ext cx="2453563" cy="36576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623995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23995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90923" y="2359152"/>
            <a:ext cx="15391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实验证据法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90923" y="3063240"/>
            <a:ext cx="1539163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摩尔根)。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78727" y="2194560"/>
            <a:ext cx="2453563" cy="36576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43319" y="2359152"/>
            <a:ext cx="457200" cy="45720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3319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10247" y="2359152"/>
            <a:ext cx="15391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方法对比法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10247" y="3063240"/>
            <a:ext cx="1539163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/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98051" y="2194560"/>
            <a:ext cx="2453563" cy="36576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262643" y="2359152"/>
            <a:ext cx="457200" cy="457200"/>
          </a:xfrm>
          <a:prstGeom prst="ellipse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62643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29571" y="2359152"/>
            <a:ext cx="15391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归纳法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29571" y="3063240"/>
            <a:ext cx="1539163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难点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本课难点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3393338" cy="54864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难点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2844698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5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平行关系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B23A2A"/>
                </a:solidFill>
                <a:latin typeface="楷体"/>
                <a:ea typeface="楷体"/>
                <a:cs typeface="楷体"/>
              </a:rPr>
              <a:t>破解：四点（存整、独立、成对、分离）需全列，易漏。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194560"/>
            <a:ext cx="3393338" cy="54864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99178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难点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2971800"/>
            <a:ext cx="2844698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5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摩尔根逻辑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2E7D6B"/>
                </a:solidFill>
                <a:latin typeface="楷体"/>
                <a:ea typeface="楷体"/>
                <a:cs typeface="楷体"/>
              </a:rPr>
              <a:t>破解：白眼"伴性别"说明在性染色体，需推。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8276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58276" y="2194560"/>
            <a:ext cx="3393338" cy="54864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58276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难点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32596" y="2971800"/>
            <a:ext cx="2844698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5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两方法区别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C8A86B"/>
                </a:solidFill>
                <a:latin typeface="楷体"/>
                <a:ea typeface="楷体"/>
                <a:cs typeface="楷体"/>
              </a:rPr>
              <a:t>破解：类比提假说、演绎证假说，易混，需对比。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板书精华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板书精华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911535" cy="42976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128016" cy="42976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057400"/>
            <a:ext cx="10180015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萨顿:类比推理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基因-染色体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行为平行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(整/独/对/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分离)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摩尔根:果蝇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白眼伴雄→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基因在X上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方法:类比提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假说,演绎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证实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分层作业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5272887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5272887" cy="54864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04288"/>
            <a:ext cx="52728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基础 · 必做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4724247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1. 最早提出"基因在染色体上"的科学家是____（类比推理）；用实验证实的是____（假说-演绎）。2. 摩尔根通过____（生物）的白眼杂交实验证明了基因在染色体上。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2194560"/>
            <a:ext cx="5272887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8727" y="2194560"/>
            <a:ext cx="5272887" cy="54864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2304288"/>
            <a:ext cx="52728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提升 · 选做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3047" y="2971800"/>
            <a:ext cx="4724247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萨顿的类比推理与孟德尔的假说-演绎有何本质区别？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单元小结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单元回望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911535" cy="137160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65960"/>
            <a:ext cx="101800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5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本单元「基因和染色体的关系」：萨顿平行四点清晰；摩尔根"白眼伴雄"证据力强。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474720"/>
            <a:ext cx="10911535" cy="8412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41248" y="3666744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372160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474720"/>
            <a:ext cx="9905695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萨顿平行四点清晰；摩尔根"白眼伴雄"证据力强。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434840"/>
            <a:ext cx="10911535" cy="8412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1248" y="4626864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" y="468172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4434840"/>
            <a:ext cx="9905695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类比推理"非证明"学生易与证实混淆，需红字区分方法。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5394960"/>
            <a:ext cx="10911535" cy="8412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41248" y="5586984"/>
            <a:ext cx="457200" cy="45720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564184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5394960"/>
            <a:ext cx="9905695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伴性遗传。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