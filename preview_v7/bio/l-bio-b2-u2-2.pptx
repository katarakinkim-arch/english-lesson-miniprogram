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必修2 遗传与进化 · 第2单元 基因和染色体的关系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基因在染色体上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生命观念：阐明基因在染色体上，认同染色体是基因的载体。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科学思维：比较类比推理与假说-演绎两种科学方法。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科学探究：分析摩尔根果蝇杂交实验证据。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社会责任：关注基因定位技术在人类基因组计划中的意义。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萨顿用类比推理提出"基因在染色体上"（基因与染色体行为平行）。摩尔根以果蝇白眼突变实验证实：控制白眼的基因在X染色体上，首次将特定基因定位到特定染色体。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萨顿类比：基因与染色体行为平行（完整、独立、成对、分离），提出基因在染色体上。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摩尔根果蝇：白眼性状与性别关联，证明控制白眼的基因在X染色体上。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方法：类比推理（萨顿）vs假说-演绎（摩尔根）。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结论：染色体是基因的主要载体。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萨顿类比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摩尔根实验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白眼遗传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方法对比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平行关系。原因：四点（存整、独立、成对、分离）需全列，易漏。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摩尔根逻辑。原因：白眼"伴性别"说明在性染色体，需推。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两方法区别。原因：类比提假说、演绎证假说，易混，需对比。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基因在染色体 ──┐
│ 萨顿:类比推理│
│ 基因-染色体 │
│ 行为平行 │
│ (整/独/对/│
│ 分离) │
│ 摩尔根:果蝇 │
│ 白眼伴雄→ │
│ 基因在X上 │
│ 方法:类比提│
│ 假说,演绎 │
│ 证实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最早提出"基因在染色体上"的科学家是____（类比推理）；用实验证实的是____（假说-演绎）。2. 摩尔根通过____（生物）的白眼杂交实验证明了基因在染色体上。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【提高作业】萨顿的类比推理与孟德尔的假说-演绎有何本质区别？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本单元主题：基因和染色体的关系。把今天学到的方法带进下一篇——自己读、自己想、自己写。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