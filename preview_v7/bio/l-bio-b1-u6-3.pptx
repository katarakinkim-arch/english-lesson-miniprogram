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第6单元 细胞的生命历程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观察根尖分生区细胞有丝分裂（实验）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实验课  ·  第22课时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生命观念：通过亲手观察，认同细胞分裂的真实存在与有序性。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科学思维：根据染色体形态位置判断有丝分裂时期。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科学探究：规范完成根尖装片制作（解离-漂洗-染色-制片）并显微观察。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社会责任：养成严谨的实验操作与安全（盐酸、染液）意识。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实验步骤：解离（盐酸+酒精，使组织酥软、杀死细胞）→漂洗（洗酸防过度）→染色（龙胆紫/醋酸洋红染染色体）→制片（压片使细胞分散）→显微观察，区分各时期。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步骤：解离→漂洗→染色→制片→观察。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解离：盐酸+酒精，杀死细胞并使组织酥软。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漂洗：清水洗去酸，防止解离过度、利于染色。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染色：龙胆紫/醋酸洋红使染色体着色；压片使细胞分散单层。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解离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漂洗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染色与制片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显微观察与识别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整理与作业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步骤顺序。原因：解离后必漂洗再染色，顺序错则染色差，需强调。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解离目的。原因：既杀细胞又酥软，易漏其一，需全说。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时期识别。原因：图像重叠难辨，需特征对照，需练。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观察有丝 ──┐
│ 步骤:解→漂→│
│ 染→制→观 │
│ 解离:盐酸+酒│
│ 精 杀细胞+ │
│ 酥软 │
│ 漂洗:清水洗│
│ 酸(必做) │
│ 染色:龙胆紫│
│ 着染色体 │
│ 压片:分散单│
│ 层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观察有丝分裂装片制作的步骤依次是解离、____、染色、____。2. 解离的目的是____和使组织酥软。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【提高作业】为什么在装片中看到的大多数细胞处于分裂间期而不是分裂期？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本单元主题：细胞的生命历程。把今天学到的方法带进下一篇——自己读、自己想、自己写。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