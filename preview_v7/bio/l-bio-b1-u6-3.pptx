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46888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必修1 分子与细胞 · 高一 · 实验课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观察根尖分生区细胞有丝分裂（实验）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单元：细胞的生命历程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8892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718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学生课堂版 · 权威调研核实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11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#观察  #根尖  #解离  #漂洗  #染色  #必修1Ch6  #第二十二课时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本课件未使用无关配图 · 学科色块兜底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64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5381" y="2651760"/>
            <a:ext cx="822960" cy="82296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5381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20878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生命观念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251959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通过亲手观察，认同细胞分裂的真实存在与有序性。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4705" y="2651760"/>
            <a:ext cx="822960" cy="82296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705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03320"/>
            <a:ext cx="20878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科学思维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4251959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根据染色体形态位置判断有丝分裂时期。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4029" y="2651760"/>
            <a:ext cx="822960" cy="82296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4029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03320"/>
            <a:ext cx="20878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科学探究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251959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规范完成根尖装片制作（解离-漂洗-染色-制片）并显微观察。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13353" y="2651760"/>
            <a:ext cx="822960" cy="82296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3353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03320"/>
            <a:ext cx="20878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社会责任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251959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养成严谨的实验操作与安全（盐酸、染液）意识。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教材定位与背景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本单元主题：细胞的生命历程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实验步骤：解离（盐酸+酒精，使组织酥软、杀死细胞）→漂洗（洗酸防过度）→染色（龙胆紫/醋酸洋红染染色体）→制片（压片使细胞分散）→显微观察，区分各时期。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737360"/>
            <a:ext cx="5227167" cy="45720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87452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权威来源（联网核实）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423160"/>
            <a:ext cx="4678527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成都师范学院 中学生物探究性实验指导手册【实验11】（cdnu.edu.cn）</a:t>
            </a:r>
          </a:p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21世纪教育网 实验复习：解离→漂洗→染色→制片 流程</a:t>
            </a:r>
          </a:p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分生区细胞特点：正方形、排列紧密（教材）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66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453563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71800"/>
            <a:ext cx="199636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步骤：解离→漂洗→染色→制片→观察。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194560"/>
            <a:ext cx="2453563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03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8003" y="2971800"/>
            <a:ext cx="199636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解离：盐酸+酒精，杀死细胞并使组织酥软。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194560"/>
            <a:ext cx="2453563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327" y="2971800"/>
            <a:ext cx="199636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漂洗：清水洗去酸，防止解离过度、利于染色。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051" y="2194560"/>
            <a:ext cx="2453563" cy="54864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051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651" y="2971800"/>
            <a:ext cx="199636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染色：龙胆紫/醋酸洋红使染色体着色；压片使细胞分散单层。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67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学习路径与方法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8404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135628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19963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演示-模仿法。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8404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60571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0571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3803" y="2450592"/>
            <a:ext cx="135628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8003" y="3200400"/>
            <a:ext cx="19963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步骤口诀法(解漂染制)。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8404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9895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9895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3127" y="2450592"/>
            <a:ext cx="135628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7327" y="3200400"/>
            <a:ext cx="19963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显微指导法。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8404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99219" y="2423160"/>
            <a:ext cx="548640" cy="54864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9219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451" y="2450592"/>
            <a:ext cx="135628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651" y="3200400"/>
            <a:ext cx="19963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图像对照法。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68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易卡之处与突破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步骤顺序。原因：解离后必漂洗再染色，顺序错则染色差，需强调。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4612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解离目的。原因：既杀细胞又酥软，易漏其一，需全说。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4612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时期识别。原因：图像重叠难辨，需特征对照，需练。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69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0911535" cy="46177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01168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课题：观察根尖分生区细胞有丝分裂（实验）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97480"/>
            <a:ext cx="9905695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① 步骤：解离→漂洗→染色→制片→观察。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② 解离：盐酸+酒精，杀死细胞并使组织酥软。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③ 漂洗：清水洗去酸，防止解离过度、利于染色。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④ 染色：龙胆紫/醋酸洋红使染色体着色；压片使细胞分散单层。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70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基础作业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观察有丝分裂装片制作的步骤依次是解离、____、染色、____。2. 解离的目的是____和使组织酥软。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提高作业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为什么在装片中看到的大多数细胞处于分裂间期而不是分裂期？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巩固提示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回看本课板书精华，用一句话概括核心过程，写在笔记本上。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71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细胞的生命历程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10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实验步骤：解离（盐酸+酒精，使组织酥软、杀死细胞）→漂洗（洗酸防过度）→染色（龙胆紫/醋酸洋红染染色体）→制片（压片使细胞分散）→显微观察，区分各时期。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本单元线索：细胞的生命历程，本课为其中一环，承上启下。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2057400"/>
            <a:ext cx="5227167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1945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本课要点回顾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74320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① 步骤：解离→漂洗→染色→制片→观察。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② 解离：盐酸+酒精，杀死细胞并使组织酥软。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③ 漂洗：清水洗去酸，防止解离过度、利于染色。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④ 染色：龙胆紫/醋酸洋红使染色体着色；压片使细胞分散单层。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72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