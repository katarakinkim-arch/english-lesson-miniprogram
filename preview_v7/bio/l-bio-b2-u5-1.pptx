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基因突变及其他变异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基因突变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基因突变是DNA分子中碱基对增添、缺失或替换引起的基因结构改变。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十四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生命观念：阐明基因突变的概念与原因，认同突变是变异的根本来源。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科学思维：分析碱基替换与移码突变对蛋白质的不同影响。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科学探究：举例说明诱发基因突变的因素。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社会责任：关注基因突变与癌症、诱变育种的关系。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突变是DNA分子中碱基对增添、缺失或替换引起的基因结构改变。发生在配子可遗传，发生在体细胞一般不遗传（但可引发癌变）。诱因：物理（射线）、化学（诱变剂）、生物（病毒）。特点是低频、随机、不定向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本课属于《必修2 遗传与进化》基因突变及其他变异单元，沿"基因→性状→变异→进化→稳态"主线展开。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Ingram VM (1956) 鉴定镰刀型贫血由 β-珠蛋白基因单碱基替换（A→T）导致。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NCBI GeneReviews: Sickle Cell Disease（HBB c.20A&gt;T, p.Glu6Val）。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概念：DNA碱基对增添、缺失或替换→基因结构改变。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类型：替换（多不影响读码）、增添/缺失（常致移码，影响大）。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诱因：物理（紫外线、X线）、化学（亚硝胺）、生物（病毒）。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特点：普遍、随机、低频、不定向、多害少利。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序列演示法(读码框)。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诱因素例法。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特点归纳法。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对比法(配子/体细胞)。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增添缺失移码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原因：改变后续读码框，影响远大于替换，需图解。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是否遗传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原因：配子突变遗传、体细胞（除生殖细胞系）一般不遗传，需分。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不定向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原因：突变方向非需求定向，需强调。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基因突变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本质:碱基对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增添/缺失/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替换→结构变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移码:非3倍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缺失/增添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→下游全乱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诱因:物理/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化学/生物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特点:普遍随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机低频不定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向多害少利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基因突变是指DNA分子中发生碱基对的增添、缺失或____，而引起的基因结构的改变。2. 诱发基因突变的因素可分为物理因素、化学因素和____因素。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为什么碱基对的增添或缺失（非3的倍数）往往比碱基替换对蛋白质的影响更大？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概念：DNA碱基对增添、缺失或替换→基因结构改变。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类型：替换（多不影响读码）、增添/缺失（常致移码，影响大）。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诱因：物理（紫外线、X线）、化学（亚硝胺）、生物（病毒）。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下节课衔接：基因重组与染色体变异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