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选择性必修2 生物与环境 · 第3单元 生态系统及其稳定性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生态系统的结构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生命观念：理解生态系统是生物与无机环境统一整体，认同结构决定功能。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科学思维：用模型建构食物链/食物网，分析营养级关系。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科学探究：调查某一生态系统的成分与营养结构。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社会责任：认识保护生产者与分解者的重要性。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生态系统由生物群落与无机环境相互作用形成。组成成分包括非生物的物质和能量、生产者、消费者、分解者。营养结构为食物链和食物网，营养级从生产者开始。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生态系统=生物群落+无机环境。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四成分：非生物物质能量、生产者（自养，基石）、消费者（异养）、分解者（腐生，不可缺）。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食物链：生产者→初级→次级消费者…只含生产者和消费者。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营养级：生产者第一营养级，食物链长度即营养级数。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四成分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生产者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食物链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食物网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分解者定位。原因：细菌不都是分解者（硝化细菌是生产者），动物不都是消费者（蚯蚓是分解者），需反例。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食物链不含分解者。原因：学生易把分解者写进链，需强调。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营养级vs消费者级别。原因：初级消费者是第二营养级，易错，需对应。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生态系统的结构
┌──────────────────┐
│ =生物群落+环境 │
│ 四成分: │
│ 非生物物质能量 │
│ 生产者(基石) │
│ 消费者(异养) │
│ 分解者(腐生) │
│ 链:生产→消费 │
│ 网:交错,越复越稳│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生态系统的组成成分包括非生物的物质和能量、____、消费者和____。2. 在"草→虫→蛙→蛇"食物链中，蛙属于第____营养级、____级消费者。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【提高作业】为什么说分解者是生态系统不可缺少的成分？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本单元主题：生态系统及其稳定性。把今天学到的方法带进下一篇——自己读、自己想、自己写。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