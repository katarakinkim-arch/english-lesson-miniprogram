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选择性必修1 稳态与调节 · 第4单元 免疫调节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免疫失调与免疫学应用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生命观念：阐明免疫失调的类型，认同免疫平衡的重要性。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科学思维：比较过敏反应、自身免疫病、免疫缺陷病。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科学探究：说明疫苗与特异性免疫的关系。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社会责任：关注艾滋病预防与疫苗、器官移植的伦理。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免疫失调：过敏反应（已免疫机体再次接触相同过敏原发生的组织损伤，如荨麻疹）、自身免疫病（抗体攻击自身，如类风湿、系统性红斑狼疮）、免疫缺陷病（如艾滋病HIV攻击T细胞）。免疫学应用：疫苗预防、血清治疗、器官移植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过敏：已免疫机体再次接触相同过敏原引发（如花粉、海鲜），发作快、消退快。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自身免疫：抗体攻击自身组织（类风湿、红斑狼疮）。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免疫缺陷：先天或后天（HIV攻击T细胞）致免疫能力不足。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应用：疫苗（主动）、血清（被动）、器官移植（免疫抑制剂）。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过敏反应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自身免疫病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免疫缺陷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免疫学应用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过敏"再次"。原因：首次致敏不发病、再次才发作，易漏，需强调。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三类区别。原因：过强/认错自己/过弱，易混，需对比。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HIV靶点。原因：攻击T细胞致全身免疫崩溃，需点。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免疫失调 ──┐
│ 过敏:再次接│
│ 同过敏原 │
│ (快退不破) │
│ 自身:攻击自│
│ 身组织 │
│ (类风湿) │
│ 缺陷:HIV攻│
│ 击T细胞 │
│ 应用:疫苗(│
│ 主动)血清│
│ (被动)移植│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过敏反应是指已免疫的机体在____（填"首次"或"再次"）接触相同过敏原时发生的组织损伤或功能紊乱。2. 艾滋病（AIDS）是由HIV引起的，HIV主要攻击人体的____细胞。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【提高作业】疫苗预防与注射血清（抗体）治疗在免疫方式上有何不同？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本单元主题：免疫调节。把今天学到的方法带进下一篇——自己读、自己想、自己写。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