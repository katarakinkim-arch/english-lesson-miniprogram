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必修2 遗传与进化 · 第3单元 DNA分子的结构与复制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DNA分子的结构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生命观念：阐明DNA双螺旋结构，认同结构决定功能。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科学思维：运用碱基互补配对原则进行比例计算。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科学探究：了解沃森、克里克构建模型的方法（物理模型）。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社会责任：关注DNA结构发现对分子生物学的推动。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DNA双螺旋结构：两条反向平行的脱氧核苷酸链盘旋；外侧磷酸-脱氧核糖骨架，内侧碱基对（A=T、G≡C）通过氢键相连。碱基互补配对原则是复制与转录的基础。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双螺旋：两链反向平行，磷酸-脱氧核糖在外，碱基对在内。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碱基互补：A=T（2氢键）、G≡C（3氢键）。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互补推出：A=T、G=C，故A+G=T+C=50%。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模型：沃森克里克构建物理模型。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双螺旋骨架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碱基互补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氢键数目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比例计算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反向平行。原因：两链方向相反(5'→3'与3'→5')，抽象，需图。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氢键数。原因：A=T两条、G≡C三条，易混，需强调。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比例计算。原因：A+G=T+C恒成立，易错，需练。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DNA结构 ──┐
│ 双螺旋:两链 │
│ 反向平行 │
│ 骨架:磷酸-脱│
│ 氧核糖(外)│
│ 碱基对(内) │
│ A=T(2氢键) │
│ G≡C(3氢键) │
│ A=T G=C │
│ A+G=T+C=50%│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DNA分子中，碱基互补配对原则是A与____配对，G与____配对。2. 若某双链DNA中A占20%，则C占____%。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【提高作业】为什么G-C碱基对比例高的DNA分子更耐高温？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本单元主题：DNA分子的结构与复制。把今天学到的方法带进下一篇——自己读、自己想、自己写。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