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生物 · 必修2 遗传与进化 · 第3单元 DNA分子的结构与复制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37215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4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DNA分子的结构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DNA双螺旋结构：两条反向平行的脱氧核苷酸链盘旋；外侧磷酸-脱氧核糖骨架，内侧碱基对（A=…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6144768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181344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第10课时 · 新 · 学生课堂版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473952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科目：生物　册次：必修2 遗传与进化　单元：DNA分子的结构与复制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109728" cy="8686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194560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生命观念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阐明DNA双螺旋结构，认同结构决定功能。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218688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218688"/>
            <a:ext cx="109728" cy="8686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218688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科学思维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运用碱基互补配对原则进行比例计算。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42816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242816"/>
            <a:ext cx="109728" cy="8686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242816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科学探究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了解沃森、克里克构建模型的方法（物理模型）。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266944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266944"/>
            <a:ext cx="109728" cy="86868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5266944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社会责任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关注DNA结构发现对分子生物学的推动。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 · 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教材定位与来源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教材分析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227167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DNA双螺旋结构：两条反向平行的脱氧核苷酸链盘旋；外侧磷酸-脱氧核糖骨架，内侧碱基对（A=T、G≡C）通过氢键相连。碱基互补配对原则是复制与转录的基础。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1828800"/>
            <a:ext cx="5227167" cy="402336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8767" y="201168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权威来源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2560320"/>
            <a:ext cx="4678527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genome.gov：DNA Double Helix —— 1953 年沃森与克里克提出双螺旋结构。</a:t>
            </a:r>
          </a:p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Nature Education Scitable：DNA Structure —— 碱基互补配对原则。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98767" y="4343400"/>
            <a:ext cx="4678527" cy="1270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98767" y="4480560"/>
            <a:ext cx="46785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本课件未使用无关配图，画面以学科色块呈现。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2453563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双螺旋：两链反向平行，磷酸-脱氧核糖在外，碱基对在内。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9403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9403" y="2194560"/>
            <a:ext cx="2453563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9403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3723" y="297180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碱基互补：A=T（2氢键）、G≡C（3氢键）。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8727" y="2194560"/>
            <a:ext cx="2453563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8727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047" y="297180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互补推出：A=T、G=C，故A+G=T+C=50%。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051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051" y="2194560"/>
            <a:ext cx="2453563" cy="54864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051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371" y="297180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模型：沃森克里克构建物理模型。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学习路径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59152"/>
            <a:ext cx="15391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模型展示法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063240"/>
            <a:ext cx="15391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双螺旋)。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23995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23995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0923" y="2359152"/>
            <a:ext cx="15391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碱基配对演示法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90923" y="3063240"/>
            <a:ext cx="15391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3319" y="2359152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3319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2359152"/>
            <a:ext cx="15391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计算法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10247" y="3063240"/>
            <a:ext cx="15391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互补)。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62643" y="2359152"/>
            <a:ext cx="457200" cy="45720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62643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571" y="2359152"/>
            <a:ext cx="15391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科学史法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571" y="3063240"/>
            <a:ext cx="15391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本课难点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反向平行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B23A2A"/>
                </a:solidFill>
                <a:latin typeface="楷体"/>
                <a:ea typeface="楷体"/>
                <a:cs typeface="楷体"/>
              </a:rPr>
              <a:t>破解：两链方向相反(5'→3'与3'→5')，抽象，需图。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19456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氢键数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2E7D6B"/>
                </a:solidFill>
                <a:latin typeface="楷体"/>
                <a:ea typeface="楷体"/>
                <a:cs typeface="楷体"/>
              </a:rPr>
              <a:t>破解：A=T两条、G≡C三条，易混，需强调。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19456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比例计算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C8A86B"/>
                </a:solidFill>
                <a:latin typeface="楷体"/>
                <a:ea typeface="楷体"/>
                <a:cs typeface="楷体"/>
              </a:rPr>
              <a:t>破解：A+G=T+C恒成立，易错，需练。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板书精华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11535" cy="4297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28016" cy="42976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1018001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双螺旋:两链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反向平行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骨架:磷酸-脱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氧核糖(外)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碱基对(内)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A=T(2氢键)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G≡C(3氢键)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A=T G=C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A+G=T+C=50%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分层作业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272887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DNA分子中，碱基互补配对原则是A与____配对，G与____配对。2. 若某双链DNA中A占20%，则C占____%。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194560"/>
            <a:ext cx="5272887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提升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为什么G-C碱基对比例高的DNA分子更耐高温？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单元回望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11535" cy="13716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101800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5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本单元「DNA分子的结构与复制」：物理模型法引入自然；GC含量与耐热性联系深化。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7472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3666744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72160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47472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物理模型法引入自然；GC含量与耐热性联系深化。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43484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" y="4626864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68172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43484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单链比例不互补、双链才互补，学生常误推单链，需红字。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39496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8" y="5586984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64184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39496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DNA的复制（半保留）。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