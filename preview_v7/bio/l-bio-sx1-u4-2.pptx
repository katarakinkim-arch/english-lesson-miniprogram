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第4单元 免疫调节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特异性免疫（体液免疫与细胞免疫）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生命观念：阐明体液免疫与细胞免疫过程，认同特异性免疫的精确性。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科学思维：比较体液免疫与细胞免疫的作用对象与机制。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科学探究：说明记忆细胞与二次免疫的特点。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社会责任：关注疫苗原理（激发特异性免疫与记忆）。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液免疫：抗原经吞噬细胞处理呈递给T细胞→T辅助B细胞→B增殖分化为浆细胞（产抗体）和记忆细胞，抗体与抗原结合清除。细胞免疫：T细胞增殖分化为效应T细胞，裂解被寄生细胞。二者配合，记忆细胞提供二次免疫更快更强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体液免疫：抗原→吞噬细胞呈递→T辅助B→B分化为浆细胞(产抗体)和记忆细胞；抗体清除胞外抗原。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细胞免疫：T→效应T细胞，裂解被病原体寄生的靶细胞。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对象：体液对胞外抗原、细胞对胞内寄生。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二次免疫：记忆细胞使反应更快更强。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体液免疫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细胞免疫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两免疫对比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二次免疫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两免疫对象。原因：体液管胞外抗原、细胞管胞内寄生，易混，需对比。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分化产物。原因：B→浆细胞(抗体)/记忆；T→效应T/记忆，易错，需图。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二次免疫。原因：记忆细胞存在使再次更快，需强调。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特异性免疫 ──┐
│ 体液免疫: │
│ 抗原→吞噬→│
│ T→B→浆细胞│
│ (抗体)记忆 │
│ 细胞免疫: │
│ T→效应T裂 │
│ 解靶细胞 │
│ 对象:胞外抗│
│ 体/胞内寄 │
│ 生 │
│ 二次:记忆快│
│ 更强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在体液免疫中，能分泌抗体的细胞是____细胞。2. 细胞免疫中，使被病原体感染的靶细胞裂解死亡的是____T细胞。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【提高作业】为什么接种疫苗后，机体再次接触该病原体时免疫反应更快更强？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本单元主题：免疫调节。把今天学到的方法带进下一篇——自己读、自己想、自己写。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