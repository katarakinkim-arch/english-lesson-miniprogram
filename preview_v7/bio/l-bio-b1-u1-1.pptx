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必修1 分子与细胞 · 第1单元 走近细胞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细胞是生命活动的基本单位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从病毒（非细胞生物）与细胞生物对比切入，阐明细胞是生物体结构的基本单位，也是代谢与遗传的基…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册次：必修1 分子与细胞　单元：走近细胞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阐明细胞是生物体结构与生命活动的基本单位，认同生命系统的整体性。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运用归纳法概括细胞学说要点，体会"结构与功能相适应"。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了解细胞学说建立的观察与实验证据，体会科学发现过程。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举例说明单细胞/多细胞生物的生命活动，关注病毒与细胞的关系。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从病毒（非细胞生物）与细胞生物对比切入，阐明细胞是生物体结构的基本单位，也是代谢与遗传的基本单位。介绍细胞学说的建立过程与要点，并梳理从细胞到生物圈的生命系统结构层次。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中国科学院古脊椎动物与古人类研究所《遗传学再叙》（ivpp.cas.cn）——1838年施莱登发表「植物发生论」，1839年施旺提出「细胞学说」并扩展至所有生命；1858年魏尔肖补充「细胞通过分裂产生新细胞」，恩格斯列其为19世纪三大自然科学发现之一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来源：科普中国《显微镜的发现与细胞学说的提出》（kepuchina.cn）——1665年胡克用自制显微镜观察软木首次命名 cell；施莱登、施旺建立学说揭示生物界结构统一性；魏尔肖补全「新细胞来自已存在的细胞」。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细胞学说要点：动植物由细胞构成；细胞是相对独立单位；新细胞来自老细胞。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细胞是生命活动的基本单位（结构+代谢+遗传）。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病毒：无细胞结构，寄生在活细胞内。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生命系统层次：细胞→组织→器官→系统→个体→种群→群落→生态系统→生物圈。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病毒vs细胞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细胞学说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层次图法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实例辨析法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双重基本单位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破解：学生易只记"结构单位"，需强调代谢与遗传也以细胞为基础。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病毒依赖活细胞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破解：病毒无独立代谢，易误认"完整生命"，需对比。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系统层次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破解：植物无"系统"层次、单细胞生物"个体=细胞"，易错，需列表。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细胞学说3要点: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动植物由细胞构成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细胞是独立单位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新细胞来自老细胞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细胞=结构+功能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基本单位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生命系统9层次: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细胞→组织→器官→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系统→个体→种群→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群落→生态→生物圈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植物无系统层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细胞学说未涉及( )A. 动物 B. 植物 C. 真菌 D. 病毒。2. 写出生命系统从低到高5个层次。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为什么说"细胞是代谢和遗传的基本单位"？举一例说明。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本单元「走近细胞」：病毒与细胞的对比让B班秒懂"细胞是基本单位"；层次阶梯图直观。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病毒与细胞的对比让B班秒懂"细胞是基本单位"；层次阶梯图直观。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植物无系统层、单细胞生物个体=细胞这两个特例B班仍易错，需红字强调。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下节课用显微镜观察细胞多样性与统一性。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