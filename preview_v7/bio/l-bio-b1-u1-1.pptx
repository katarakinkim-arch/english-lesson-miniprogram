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第1单元 走近细胞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细胞是生命活动的基本单位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生命观念：阐明细胞是生物体结构与生命活动的基本单位，认同生命系统的整体性。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科学思维：运用归纳法概括细胞学说要点，体会"结构与功能相适应"。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科学探究：了解细胞学说建立的观察与实验证据，体会科学发现过程。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社会责任：举例说明单细胞/多细胞生物的生命活动，关注病毒与细胞的关系。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从病毒（非细胞生物）与细胞生物对比切入，阐明细胞是生物体结构的基本单位，也是代谢与遗传的基本单位。介绍细胞学说的建立过程与要点，并梳理从细胞到生物圈的生命系统结构层次。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细胞学说要点：动植物由细胞构成；细胞是相对独立单位；新细胞来自老细胞。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细胞是生命活动的基本单位（结构+代谢+遗传）。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病毒：无细胞结构，寄生在活细胞内。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生命系统层次：细胞→组织→器官→系统→个体→种群→群落→生态系统→生物圈。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细胞学说的建立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学说要点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细胞是基本单位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生命系统层次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双重基本单位。原因：学生易只记"结构单位"，需强调代谢与遗传也以细胞为基础。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病毒依赖活细胞。原因：病毒无独立代谢，易误认"完整生命"，需对比。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系统层次。原因：植物无"系统"层次、单细胞生物"个体=细胞"，易错，需列表。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细胞是基本单位 ──┐
│ 细胞学说3要点: │
│ 动植物由细胞构成 │
│ 细胞是独立单位 │
│ 新细胞来自老细胞 │
│ 细胞=结构+功能 │
│ 基本单位 │
│ 生命系统9层次: │
│ 细胞→组织→器官→│
│ 系统→个体→种群→│
│ 群落→生态→生物圈│
│ 植物无系统层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细胞学说未涉及( )A. 动物 B. 植物 C. 真菌 D. 病毒。2. 写出生命系统从低到高5个层次。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【提高作业】为什么说"细胞是代谢和遗传的基本单位"？举一例说明。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本单元主题：走近细胞。把今天学到的方法带进下一篇——自己读、自己想、自己写。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