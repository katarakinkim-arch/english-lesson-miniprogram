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必修1 分子与细胞 · 第1单元 走近细胞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细胞的多样性和统一性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通过比较原核细胞（细菌、蓝藻）与真核细胞，认识细胞的统一性（都有细胞膜、细胞质、DNA、核…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册次：必修1 分子与细胞　单元：走近细胞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比较原核与真核细胞，认同细胞的统一性与多样性。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归纳细胞共性，运用比较法区分原核与真核生物。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说出高倍显微镜的使用步骤，尝试观察多种细胞。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关注原核生物（如大肠杆菌、蓝藻）在生产生活中的作用。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通过比较原核细胞（细菌、蓝藻）与真核细胞，认识细胞的统一性（都有细胞膜、细胞质、DNA、核糖体）与多样性（形态功能各异）。介绍显微镜的使用与高倍镜观察。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来源：人教版(2019)必修1《1.2 细胞的多样性和统一性》知识清单（21cnjy.com）——科学家据有无核膜包被的细胞核，将细胞分为原核/真核；原核如细菌、蓝细菌（含藻蓝素叶绿素能光合），真核如动植物真菌。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来源：细胞结构科普（中国科学院 lkx.cas.cn）——原核与真核细胞共有细胞膜、细胞质、核糖体、DNA；统一性体现于化学组成、结构、遗传物质（均以DNA为遗传物质）与直接能源物质（ATP）。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统一性：都有细胞膜、细胞质、核糖体、DNA（遗传物质）。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多样性：形态、大小、功能各异。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原核细胞：无核膜包被的细胞核，无染色体，有核糖体（如细菌、蓝藻）。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真核细胞：有核膜、染色体。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对比表格法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原核vs真核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显微镜演示法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实例归类法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统一性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原核也有核糖体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破解：学生误以为"无细胞器"，需强调只有核糖体。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蓝藻归类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破解：蓝藻无叶绿体却能光合，易错，需点"有叶绿素和藻蓝素"。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菌类区分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破解：细菌(原核)vs真菌(真核)名字相似，需列表。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根本区别: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有无核膜包被核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原核:拟核+核糖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体,无染色体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真核:有核膜染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蓝藻:无叶绿体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有色素能光合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统一性4共性: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膜/质/核糖体/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原核细胞与真核细胞根本区别是( )。2. 下列属原核生物的是( )A.酵母菌 B.大肠杆菌 C.衣藻。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列表比较原核细胞与真核细胞（核膜、染色体、细胞器、DNA存在形式）。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本单元「走近细胞」：原真核对比表让B班清晰；蓝藻"无叶绿体能光合"反例印象深刻。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原真核对比表让B班清晰；蓝藻"无叶绿体能光合"反例印象深刻。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"原核只有核糖体"B班仍常写"无细胞器"，需红字纠正。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组成细胞的分子——元素和化合物。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