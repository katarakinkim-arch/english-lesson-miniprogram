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第1单元 走近细胞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细胞的多样性和统一性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生命观念：比较原核与真核细胞，认同细胞的统一性与多样性。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科学思维：归纳细胞共性，运用比较法区分原核与真核生物。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科学探究：说出高倍显微镜的使用步骤，尝试观察多种细胞。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社会责任：关注原核生物（如大肠杆菌、蓝藻）在生产生活中的作用。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通过比较原核细胞（细菌、蓝藻）与真核细胞，认识细胞的统一性（都有细胞膜、细胞质、DNA、核糖体）与多样性（形态功能各异）。介绍显微镜的使用与高倍镜观察。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统一性：都有细胞膜、细胞质、核糖体、DNA（遗传物质）。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多样性：形态、大小、功能各异。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原核细胞：无核膜包被的细胞核，无染色体，有核糖体（如细菌、蓝藻）。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真核细胞：有核膜、染色体。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原核与真核的根本区别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蓝藻与光合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显微镜高倍操作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细胞的统一性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原核也有核糖体。原因：学生误以为"无细胞器"，需强调只有核糖体。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蓝藻归类。原因：蓝藻无叶绿体却能光合，易错，需点"有叶绿素和藻蓝素"。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菌类区分。原因：细菌(原核)vs真菌(真核)名字相似，需列表。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多样性&amp;统一性 ──┐
│ 根本区别: │
│ 有无核膜包被核 │
│ 原核:拟核+核糖│
│ 体,无染色体 │
│ 真核:有核膜染 │
│ 色体 │
│ 蓝藻:无叶绿体 │
│ 有色素能光合 │
│ 统一性4共性: │
│ 膜/质/核糖体/ │
│ DNA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原核细胞与真核细胞根本区别是( )。2. 下列属原核生物的是( )A.酵母菌 B.大肠杆菌 C.衣藻。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【提高作业】列表比较原核细胞与真核细胞（核膜、染色体、细胞器、DNA存在形式）。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本单元主题：走近细胞。把今天学到的方法带进下一篇——自己读、自己想、自己写。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