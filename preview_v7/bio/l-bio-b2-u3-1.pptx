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必修2 遗传与进化 · 第3单元 DNA分子的结构与复制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DNA是主要的遗传物质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生命观念：阐明DNA是主要遗传物质，认同核酸承载遗传信息。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科学思维：比较肺炎双球菌与噬菌体实验的证据逻辑。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科学探究：理解同位素标记法（35S标蛋白、32P标DNA）的设计。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社会责任：关注遗传物质研究对疫苗与基因技术的推动。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通过肺炎双球菌转化实验（格里菲思、艾弗里）和噬菌体侵染细菌实验（赫尔希、蔡斯，35S/32P标记），证明DNA是遗传物质，蛋白质不是。多数生物以DNA为遗传物质，故DNA是"主要"遗传物质。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格里菲思：S型死菌+R型活菌→小鼠死，提"转化因子"。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艾弗里：分离S型各成分，只有DNA使R型转化→DNA是转化因子。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噬菌体：32P标DNA进细菌、35S标蛋白留外壳→DNA是遗传物质。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DNA是"主要"遗传物质（少数病毒为RNA）。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格里菲思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艾弗里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噬菌体实验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结论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两实验关系。原因：格里菲思提因子、艾弗里证是DNA，易混，需串。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标记对应。原因：32P-DNA、35S-蛋白质，易反，需强调。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"主要"含义。原因：少数病毒遗传物质是RNA，需点。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DNA遗传物质 ──┐
│ 格里菲思: │
│ S死+R活→死 │
│ →转化因子 │
│ 艾弗里:分离 │
│ 仅DNA转化 │
│ →DNA是因子 │
│ 噬菌体:32P→│
│ DNA进菌 │
│ 35S→蛋白留│
│ DNA是主要 │
│ 遗传物质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噬菌体侵染细菌实验中，标记DNA用____（填"32P"或"35S"），标记蛋白质用____。2. 为什么说DNA是"主要"的遗传物质？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【提高作业】艾弗里的实验与赫尔希-蔡斯的实验在证明DNA是遗传物质上，设计思路有何异同？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本单元主题：DNA分子的结构与复制。把今天学到的方法带进下一篇——自己读、自己想、自己写。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