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生物 · 必修2 遗传与进化 · 第3单元 DNA分子的结构与复制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37215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DNA是主要的遗传物质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通过肺炎双球菌转化实验（格里菲思、艾弗里）和噬菌体侵染细菌实验（赫尔希、蔡斯，35S/32…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6144768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81344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第9课时 · 新 · 学生课堂版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73952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科目：生物　册次：必修2 遗传与进化　单元：DNA分子的结构与复制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109728" cy="8686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94560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生命观念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阐明DNA是主要遗传物质，认同核酸承载遗传信息。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18688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18688"/>
            <a:ext cx="109728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18688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科学思维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比较肺炎双球菌与噬菌体实验的证据逻辑。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42816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42816"/>
            <a:ext cx="109728" cy="868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242816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科学探究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理解同位素标记法（35S标蛋白、32P标DNA）的设计。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66944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266944"/>
            <a:ext cx="109728" cy="86868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266944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社会责任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关注遗传物质研究对疫苗与基因技术的推动。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通过肺炎双球菌转化实验（格里菲思、艾弗里）和噬菌体侵染细菌实验（赫尔希、蔡斯，35S/32P标记），证明DNA是遗传物质，蛋白质不是。多数生物以DNA为遗传物质，故DNA是"主要"遗传物质。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828800"/>
            <a:ext cx="5227167" cy="40233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0116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60320"/>
            <a:ext cx="467852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Nature Education Scitable：Griffith &amp; Avery —— DNA 是遗传物质的证据。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genome.gov：Hershey–Chase Experiment —— 噬菌体实验确证 DNA 为遗传物质。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98767" y="4343400"/>
            <a:ext cx="4678527" cy="1270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8767" y="4480560"/>
            <a:ext cx="46785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本课件未使用无关配图，画面以学科色块呈现。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453563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格里菲思：S型死菌+R型活菌→小鼠死，提"转化因子"。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194560"/>
            <a:ext cx="2453563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03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艾弗里：分离S型各成分，只有DNA使R型转化→DNA是转化因子。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194560"/>
            <a:ext cx="2453563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噬菌体：32P标DNA进细菌、35S标蛋白留外壳→DNA是遗传物质。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194560"/>
            <a:ext cx="2453563" cy="54864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051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371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DNA是"主要"遗传物质（少数病毒为RNA）。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实验证据链法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23995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3995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23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同位素案例法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23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3319" y="2359152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247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对比法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双实验)。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62643" y="2359152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2643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571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归纳法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571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两实验关系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B23A2A"/>
                </a:solidFill>
                <a:latin typeface="楷体"/>
                <a:ea typeface="楷体"/>
                <a:cs typeface="楷体"/>
              </a:rPr>
              <a:t>破解：格里菲思提因子、艾弗里证是DNA，易混，需串。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标记对应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E7D6B"/>
                </a:solidFill>
                <a:latin typeface="楷体"/>
                <a:ea typeface="楷体"/>
                <a:cs typeface="楷体"/>
              </a:rPr>
              <a:t>破解：32P-DNA、35S-蛋白质，易反，需强调。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"主要"含义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破解：少数病毒遗传物质是RNA，需点。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4297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28016" cy="4297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格里菲思: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S死+R活→死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→转化因子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艾弗里:分离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仅DNA转化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→DNA是因子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噬菌体:32P→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DNA进菌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35S→蛋白留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DNA是主要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遗传物质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噬菌体侵染细菌实验中，标记DNA用____（填"32P"或"35S"），标记蛋白质用____。2. 为什么说DNA是"主要"的遗传物质？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艾弗里的实验与赫尔希-蔡斯的实验在证明DNA是遗传物质上，设计思路有何异同？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单元回望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1371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本单元「DNA分子的结构与复制」："分离DNA与蛋白质单独观察"主线贯穿两实验；"主要"含义点明。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66744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216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47472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"分离DNA与蛋白质单独观察"主线贯穿两实验；"主要"含义点明。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3484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4626864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43484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32P/35S标记对象学生极易记反，需红字对比。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9496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558698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418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39496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DNA分子的结构（双螺旋）。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