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选择性必修3 生物技术与工程 · 第3单元 基因工程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蛋白质工程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生命观念：理解结构与功能相适应，蛋白质可定向改造。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科学思维：比较蛋白质工程与基因工程的异同（顺/逆思路）。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科学探究：了解通过改造基因改进酶特性的基本思路。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社会责任：认识蛋白质工程在医药工业中的前景与规范。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蛋白质工程以蛋白质结构规律及其与功能的关系为基础，通过改造或合成基因来定向改造天然蛋白质或创造新蛋白（如提高酶热稳定性）。被称为"第二代基因工程"，因为最终仍需通过基因工程实现。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定义：以蛋白质结构功能关系为基础，定向改造/创造蛋白质。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思路：预期功能→设计结构→推测氨基酸序列→改造/合成基因（逆中心法则）。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根本：最终要靠改造基因实现（故称第二代基因工程）。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应用：改造酶（耐热、活性高）、药物设计。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逆推思路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落脚基因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与基因工程关系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案例应用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逆中心法则。原因：蛋白工程从"功能→结构→基因"反向设计，与天然"基因→蛋白"相反，易混。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落脚在基因。原因：直接改蛋白难表达，须改基因再翻译，易误解为"直接改蛋白"。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与基因工程关系。原因：蛋白工程依赖基因工程实现，是延伸而非替代。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蛋白质工程
┌──────────────────┐
│ 定义:定向改造 │
│ 蛋白质 │
│ 逆思路: │
│ 功能→结构→序列│
│ →改造基因 │
│ 根本:改基因再表 │
│ 与基因工程: │
│ 延伸(第二代)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蛋白质工程的基本思路是：从预期蛋白质____出发，设计其结构，再推测氨基酸序列，进而改造或合成____。2. 蛋白质工程又被称为"第二代____工程"。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【提高作业】为什么蛋白质工程最终仍要回到改造基因上来？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本单元主题：基因工程。把今天学到的方法带进下一篇——自己读、自己想、自己写。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