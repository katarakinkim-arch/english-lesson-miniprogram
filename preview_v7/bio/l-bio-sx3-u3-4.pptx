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生物 · 选择性必修3 生物技术与工程 · 第3单元 基因工程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蛋白质工程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蛋白质工程以蛋白质结构规律及其与功能的关系为基础，通过改造或合成基因来定向改造天然蛋白质或…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第4课时 · 新课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科目：生物　册次：选择性必修3 生物技术与工程　单元：基因工程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理解结构与功能相适应，蛋白质可定向改造。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比较蛋白质工程与基因工程的异同（顺/逆思路）。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了解通过改造基因改进酶特性的基本思路。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认识蛋白质工程在医药工业中的前景与规范。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蛋白质工程以蛋白质结构规律及其与功能的关系为基础，通过改造或合成基因来定向改造天然蛋白质或创造新蛋白（如提高酶热稳定性）。被称为"第二代基因工程"，因为最终仍需通过基因工程实现。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来源：蛋白质工程以蛋白质结构-功能关系为基础，通过基因修饰或合成定向改造蛋白质，被称为「第二代基因工程」（百度百科「蛋白质工程」；1010jiajiao）。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来源：思路为逆中心法则——预期功能→设计结构→推测氨基酸序列→改造/合成基因；酶的定向进化可提升热稳定性与活性（人民网科普中国《在试管中"驯化"蛋白质》）。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定义：以蛋白质结构功能关系为基础，定向改造/创造蛋白质。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思路：预期功能→设计结构→推测氨基酸序列→改造/合成基因（逆中心法则）。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根本：最终要靠改造基因实现（故称第二代基因工程）。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应用：改造酶（耐热、活性高）、药物设计。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蛋白/基因工程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逆推图法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功能→基因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案例法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耐热酶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逆中心法则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破解：蛋白工程从"功能→结构→基因"反向设计，与天然"基因→蛋白"相反，易混。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落脚在基因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破解：直接改蛋白难表达，须改基因再翻译，易误解为"直接改蛋白"。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与基因工程关系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破解：蛋白工程依赖基因工程实现，是延伸而非替代。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定义:定向改造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蛋白质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逆思路: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功能→结构→序列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→改造基因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根本:改基因再表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与基因工程: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延伸(第二代)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蛋白质工程的基本思路是：从预期蛋白质____出发，设计其结构，再推测氨基酸序列，进而改造或合成____。2. 蛋白质工程又被称为"第二代____工程"。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为什么蛋白质工程最终仍要回到改造基因上来？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本单元「基因工程」：逆中心法则思路图直观，与基因工程顺逆对比清晰。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逆中心法则思路图直观，与基因工程顺逆对比清晰。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"改基因才是根本"仍有学生想直接改蛋白，需再强调。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生物技术的安全性与伦理。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