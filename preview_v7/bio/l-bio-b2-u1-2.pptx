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生物 · 必修2 遗传与进化 · 第1单元 遗传因子的发现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分离定律的实质与应用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第2课时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生命观念：阐明基因型与表现型关系，认同环境也影响表现型。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科学思维：运用分离定律进行基因型推断与概率计算。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科学探究：说明测交的原理与用途（验证显性个体基因型）。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社会责任：关注遗传规律在优生咨询中的应用。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区分基因型（遗传组成）与表现型（性状表现），纯合子（如DD、dd）与杂合子（Dd）。介绍测交（F1×隐性纯合）用于检测F1基因型。训练亲子代基因型、表现型推断与概率计算。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基因型决定表现型，环境也影响（如肤色）。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纯合子（DD、dd）自交稳定；杂合子（Dd）自交性状分离。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测交：待测个体×隐性纯合（dd），据后代比例推基因型。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概率：杂合子自交后代显:隐=3:1，测交1:1。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纯合与杂合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测交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概率计算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实际应用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纯合vs杂合。原因：杂合子自交分离、纯合不分离，需强调。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测交原理。原因：隐性纯合只出d配子，暴露对方配子，需点。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概率计算。原因：杂合子后代1/4隐性，易错，需练。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分离应用 ──┐
│ 基因型→表现型│
│ (环境也影响)│
│ 纯合DD/dd: │
│ 自交稳定 │
│ 杂合Dd:自交 │
│ 分离 │
│ 测交:待测×dd│
│ 全高→DD │
│ 1:1→Dd │
│ 概率:显性3/4│
│ 隐性1/4 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杂合子（Dd）自交，后代中出现隐性性状个体的概率是____。2. 测交是指待测个体与____杂交。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【提高作业】现有一株高茎豌豆，设计实验判断其为纯合子还是杂合子。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本单元主题：遗传因子的发现。把今天学到的方法带进下一篇——自己读、自己想、自己写。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