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生物 · 必修2 遗传与进化 · 第1单元 遗传因子的发现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37215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4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分离定律的实质与应用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区分基因型（遗传组成）与表现型（性状表现），纯合子（如DD、dd）与杂合子（Dd）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6144768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181344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第2课时 · 新 · 学生课堂版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473952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科目：生物　册次：必修2 遗传与进化　单元：遗传因子的发现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本课目标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109728" cy="8686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194560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生命观念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阐明基因型与表现型关系，认同环境也影响表现型。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218688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218688"/>
            <a:ext cx="109728" cy="8686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218688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科学思维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运用分离定律进行基因型推断与概率计算。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242816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242816"/>
            <a:ext cx="109728" cy="8686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4242816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科学探究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说明测交的原理与用途（验证显性个体基因型）。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266944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266944"/>
            <a:ext cx="109728" cy="86868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5266944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社会责任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关注遗传规律在优生咨询中的应用。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 · 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教材定位与来源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2271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教材分析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5227167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区分基因型（遗传组成）与表现型（性状表现），纯合子（如DD、dd）与杂合子（Dd）。介绍测交（F1×隐性纯合）用于检测F1基因型。训练亲子代基因型、表现型推断与概率计算。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7" y="1828800"/>
            <a:ext cx="5227167" cy="402336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8767" y="201168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权威来源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8767" y="2560320"/>
            <a:ext cx="4678527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Nature Education Scitable：Test Crosses —— 测交用于确定显性个体的基因型。</a:t>
            </a:r>
          </a:p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LibreTexts Biology：Mendel's Law of Segregation —— 分离定律。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98767" y="4343400"/>
            <a:ext cx="4678527" cy="1270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98767" y="4480560"/>
            <a:ext cx="46785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本课件未使用无关配图，画面以学科色块呈现。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本课重点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2453563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基因型决定表现型，环境也影响（如肤色）。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9403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9403" y="2194560"/>
            <a:ext cx="2453563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9403" y="230428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3723" y="297180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纯合子（DD、dd）自交稳定；杂合子（Dd）自交性状分离。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8727" y="2194560"/>
            <a:ext cx="2453563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8727" y="230428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3047" y="297180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测交：待测个体×隐性纯合（dd），据后代比例推基因型。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051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051" y="2194560"/>
            <a:ext cx="2453563" cy="54864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051" y="230428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371" y="297180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概率：杂合子自交后代显:隐=3:1，测交1:1。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学习路径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59152"/>
            <a:ext cx="15391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概念对比法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063240"/>
            <a:ext cx="15391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23995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23995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90923" y="2359152"/>
            <a:ext cx="15391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测交演示法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90923" y="3063240"/>
            <a:ext cx="15391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/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3319" y="2359152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3319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2359152"/>
            <a:ext cx="15391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概率计算法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10247" y="3063240"/>
            <a:ext cx="15391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/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62643" y="2359152"/>
            <a:ext cx="457200" cy="45720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62643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571" y="2359152"/>
            <a:ext cx="15391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系谱推断法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571" y="3063240"/>
            <a:ext cx="15391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本课难点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393338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纯合vs杂合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B23A2A"/>
                </a:solidFill>
                <a:latin typeface="楷体"/>
                <a:ea typeface="楷体"/>
                <a:cs typeface="楷体"/>
              </a:rPr>
              <a:t>破解：杂合子自交分离、纯合不分离，需强调。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194560"/>
            <a:ext cx="3393338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9178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测交原理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2E7D6B"/>
                </a:solidFill>
                <a:latin typeface="楷体"/>
                <a:ea typeface="楷体"/>
                <a:cs typeface="楷体"/>
              </a:rPr>
              <a:t>破解：隐性纯合只出d配子，暴露对方配子，需点。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2194560"/>
            <a:ext cx="3393338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8276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596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概率计算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C8A86B"/>
                </a:solidFill>
                <a:latin typeface="楷体"/>
                <a:ea typeface="楷体"/>
                <a:cs typeface="楷体"/>
              </a:rPr>
              <a:t>破解：杂合子后代1/4隐性，易错，需练。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板书精华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11535" cy="4297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28016" cy="42976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57400"/>
            <a:ext cx="10180015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基因型→表现型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(环境也影响)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纯合DD/dd: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自交稳定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杂合Dd:自交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分离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测交:待测×dd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全高→DD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1:1→Dd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概率:显性3/4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隐性1/4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分层作业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5272887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1. 杂合子（Dd）自交，后代中出现隐性性状个体的概率是____。2. 测交是指待测个体与____杂交。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19456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2194560"/>
            <a:ext cx="5272887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提升 · 选做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现有一株高茎豌豆，设计实验判断其为纯合子还是杂合子。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单元回望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11535" cy="137160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101800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5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本单元「遗传因子的发现」：测交"隐性暴露法"讲透；概率树直观。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7472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" y="3666744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72160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47472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测交"隐性暴露法"讲透；概率树直观。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43484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8" y="4626864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68172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43484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纯合/杂合自交稳定性B班易忘，需红字对比。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39496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8" y="5586984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564184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39496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两对相对性状与自由组合定律。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