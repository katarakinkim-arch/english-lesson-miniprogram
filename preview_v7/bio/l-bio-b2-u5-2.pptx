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必修2 遗传与进化 · 基因突变及其他变异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基因重组与染色体变异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6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基因重组：减数分裂中非同源自由组合、同源交叉互换导致控制不同性状的基因重新组合（无新基因、有新基因型）。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115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高中生物 · 学生版课堂 · 第 十五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1101" y="2468880"/>
            <a:ext cx="731520" cy="7315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1101" y="25786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208780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生命观念：比较基因突变、基因重组、染色体变异，认同变异的多层次来源。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20425" y="2468880"/>
            <a:ext cx="731520" cy="7315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425" y="25786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3429000"/>
            <a:ext cx="208780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科学思维：区分染色体结构变异四类型与数目变异。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9749" y="2468880"/>
            <a:ext cx="731520" cy="7315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9749" y="25786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429000"/>
            <a:ext cx="208780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科学探究：说明单倍体、多倍体的概念与育种意义。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59073" y="2468880"/>
            <a:ext cx="731520" cy="7315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9073" y="2578608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0931" y="3429000"/>
            <a:ext cx="208780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社会责任：关注染色体病（如21三体）与育种应用。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教材定位与权威核实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重组：减数分裂中非同源自由组合、同源交叉互换导致控制不同性状的基因重新组合（无新基因、有新基因型）。染色体变异：结构变异（缺失、重复、倒位、易位）和数目变异（个别增减、整倍体如多倍体/单倍体）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本课属于《必修2 遗传与进化》基因突变及其他变异单元，沿"基因→性状→变异→进化→稳态"主线展开。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737360"/>
            <a:ext cx="5227167" cy="466344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9202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权威调研来源（联网核实）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68880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MedlinePlus: Cri du chat syndrome（5 号染色体短臂缺失）。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NCBI OMIM #123450：猫叫综合征（Lejeune 1963 首次描述）。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本课件未使用无关配图，以学科色块呈现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本课核心要点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928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" cy="928116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83130"/>
            <a:ext cx="585216" cy="585216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74570"/>
            <a:ext cx="585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9631375" cy="928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基因重组：自由组合+交叉互换，产生新基因型（非新基因）。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4388"/>
            <a:ext cx="10911535" cy="928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104388"/>
            <a:ext cx="109728" cy="928116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275838"/>
            <a:ext cx="585216" cy="585216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67278"/>
            <a:ext cx="585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104388"/>
            <a:ext cx="9631375" cy="928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染色体结构变异：缺失、重复、倒位、易位。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97096"/>
            <a:ext cx="10911535" cy="928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197096"/>
            <a:ext cx="109728" cy="928116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368546"/>
            <a:ext cx="585216" cy="585216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59986"/>
            <a:ext cx="585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97096"/>
            <a:ext cx="9631375" cy="928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数目变异：个别染色体增减（如21三体）、整倍体（多倍体/单倍体）。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89804"/>
            <a:ext cx="10911535" cy="928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289804"/>
            <a:ext cx="109728" cy="928116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461254"/>
            <a:ext cx="585216" cy="585216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52694"/>
            <a:ext cx="585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289804"/>
            <a:ext cx="9631375" cy="928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单倍体：含本物种配子染色体数（可能多组）；多倍体：受精卵发育、染色体组加倍。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怎么学 · 方法指引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层级对比法(三变异)。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25856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结构图解法(四型)。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5272887" cy="5029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49884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概念澄清法(单/多倍)。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434840"/>
            <a:ext cx="5272887" cy="19659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4434840"/>
            <a:ext cx="5272887" cy="50292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727" y="449884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512064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实例法(21三体)。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易卡之处 · 怎么破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重组vs突变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原因：重组无新基因、突变有，易混，需对比。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结构四型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15468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原因：缺失/重复/倒位/易位区分，易错，需图。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单倍体定义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15468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原因："配子染色体数"非"一倍体"，易误，需强调。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一页速记 · 知识骨架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4389120"/>
          </a:xfrm>
          <a:prstGeom prst="roundRect">
            <a:avLst/>
          </a:prstGeom>
          <a:solidFill>
            <a:srgbClr val="E7DFD2"/>
          </a:solidFill>
          <a:ln w="1524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0180015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变异三类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基因重组:减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数分裂重组合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(无新基因)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染色体结构: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缺失重复倒位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易位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染色体数目: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个别增减/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整倍体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单倍:配子数</a:t>
            </a: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多倍:加倍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基因重组发生在____（填"有丝分裂"或"减数分裂"）过程中。2. 21三体综合征患者比正常人多了一条21号染色体，属于____变异。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258568"/>
            <a:ext cx="52728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8036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有人说"单倍体就是含一个染色体组的个体"，对吗？为什么？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回顾与衔接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" cy="7315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◆ ① 基因重组：自由组合+交叉互换，产生新基因型（非新基因）。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10911535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109728" cy="7315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◆ ② 染色体结构变异：缺失、重复、倒位、易位。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10911535" cy="7315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109728" cy="7315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840480"/>
            <a:ext cx="103628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◆ ③ 数目变异：个别染色体增减（如21三体）、整倍体（多倍体/单倍体）。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46320"/>
            <a:ext cx="10911535" cy="1143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56048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下节课衔接：人类遗传病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本课件未使用无关配图，以学科色块呈现；要点以教材为准。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