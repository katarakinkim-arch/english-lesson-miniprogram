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必修2 遗传与进化 · 第5单元 基因突变及其他变异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基因重组与染色体变异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生命观念：比较基因突变、基因重组、染色体变异，认同变异的多层次来源。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科学思维：区分染色体结构变异四类型与数目变异。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科学探究：说明单倍体、多倍体的概念与育种意义。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社会责任：关注染色体病（如21三体）与育种应用。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重组：减数分裂中非同源自由组合、同源交叉互换导致控制不同性状的基因重新组合（无新基因、有新基因型）。染色体变异：结构变异（缺失、重复、倒位、易位）和数目变异（个别增减、整倍体如多倍体/单倍体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基因重组：自由组合+交叉互换，产生新基因型（非新基因）。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染色体结构变异：缺失、重复、倒位、易位。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数目变异：个别染色体增减（如21三体）、整倍体（多倍体/单倍体）。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单倍体：含本物种配子染色体数（可能多组）；多倍体：受精卵发育、染色体组加倍。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基因重组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结构四型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数目变异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单倍多倍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重组vs突变。原因：重组无新基因、突变有，易混，需对比。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结构四型。原因：缺失/重复/倒位/易位区分，易错，需图。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单倍体定义。原因："配子染色体数"非"一倍体"，易误，需强调。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变异三类 ──┐
│ 基因重组:减 │
│ 数分裂重组合│
│ (无新基因) │
│ 染色体结构: │
│ 缺失重复倒位│
│ 易位 │
│ 染色体数目: │
│ 个别增减/ │
│ 整倍体 │
│ 单倍:配子数│
│ 多倍:加倍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基因重组发生在____（填"有丝分裂"或"减数分裂"）过程中。2. 21三体综合征患者比正常人多了一条21号染色体，属于____变异。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【提高作业】有人说"单倍体就是含一个染色体组的个体"，对吗？为什么？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本单元主题：基因突变及其他变异。把今天学到的方法带进下一篇——自己读、自己想、自己写。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