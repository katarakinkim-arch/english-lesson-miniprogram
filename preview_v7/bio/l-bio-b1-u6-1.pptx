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572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必修1 分子与细胞 · 高一 · 新课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细胞增殖与细胞周期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单元：细胞的生命历程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学生课堂版 · 权威调研核实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#细胞增殖  #细胞周期  #有丝分裂  #分裂间期  #必修1Ch6  #第二十课时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阐明细胞周期概念，认同细胞分裂是生命活动基础。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运用细胞周期图解分析各阶段时长与事件。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说明分裂间期的主要变化（DNA复制、蛋白质合成）。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关注细胞周期调控异常与肿瘤发生的关系。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教材定位与背景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本单元主题：细胞的生命历程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细胞以分裂方式增殖。真核生物主要进行有丝分裂。细胞周期=分裂间期（G1、S、G2，完成DNA复制和有关蛋白合成）+分裂期（M）。分裂间期历时远长于分裂期。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5720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87452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权威来源（联网核实）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23160"/>
            <a:ext cx="467852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每日科技名词《细胞周期》（article.xuexi.cn）：连续分裂细胞 G1/S/G2/M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百度百科《细胞周期》；科普中国《细胞分裂周期》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人教版必修1 第6章《细胞的增殖》学案（21世纪教育网）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细胞周期：连续分裂的细胞，一次分裂结束到下次分裂结束。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分裂间期（长）：G1（合成RNA蛋白）、S（DNA复制）、G2（准备）。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分裂期M（短）：前期、中期、后期、末期。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1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间期占周期90%-95%，完成物质准备。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环形图解法(细胞周期)。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3803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分阶段列表法。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实例法(根尖分生区)。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42316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451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对比法(间期/分裂期)。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易卡之处与突破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周期起止。原因：从"一次分裂完成时"起算到"下次分裂完成时"，易错，需图示。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间期事件。原因：G1/S/G2各自任务，易混，需表。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适用对象。原因：只连续分裂细胞（如根尖分生区）有周期，已分化细胞无，需点。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46177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课题：细胞增殖与细胞周期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细胞周期：连续分裂的细胞，一次分裂结束到下次分裂结束。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分裂间期（长）：G1（合成RNA蛋白）、S（DNA复制）、G2（准备）。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分裂期M（短）：前期、中期、后期、末期。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间期占周期90%-95%，完成物质准备。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细胞周期是指____的细胞，从一次分裂完成时开始到下一次分裂完成时为止。2. DNA复制发生在细胞周期的____期。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为什么在根尖分生区装片中观察到处于间期的细胞最多？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巩固提示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回看本课板书精华，用一句话概括核心过程，写在笔记本上。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细胞的生命历程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细胞以分裂方式增殖。真核生物主要进行有丝分裂。细胞周期=分裂间期（G1、S、G2，完成DNA复制和有关蛋白合成）+分裂期（M）。分裂间期历时远长于分裂期。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本单元线索：细胞的生命历程，本课为其中一环，承上启下。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本课要点回顾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细胞周期：连续分裂的细胞，一次分裂结束到下次分裂结束。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分裂间期（长）：G1（合成RNA蛋白）、S（DNA复制）、G2（准备）。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分裂期M（短）：前期、中期、后期、末期。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间期占周期90%-95%，完成物质准备。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