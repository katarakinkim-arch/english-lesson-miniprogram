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生物 · 必修1 分子与细胞 · 第6单元 细胞的生命历程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细胞增殖与细胞周期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第20课时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生命观念：阐明细胞周期概念，认同细胞分裂是生命活动基础。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科学思维：运用细胞周期图解分析各阶段时长与事件。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科学探究：说明分裂间期的主要变化（DNA复制、蛋白质合成）。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社会责任：关注细胞周期调控异常与肿瘤发生的关系。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细胞以分裂方式增殖。真核生物主要进行有丝分裂。细胞周期=分裂间期（G1、S、G2，完成DNA复制和有关蛋白合成）+分裂期（M）。分裂间期历时远长于分裂期。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细胞周期：连续分裂的细胞，一次分裂结束到下次分裂结束。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分裂间期（长）：G1（合成RNA蛋白）、S（DNA复制）、G2（准备）。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分裂期M（短）：前期、中期、后期、末期。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间期占周期90%-95%，完成物质准备。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细胞周期概念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分裂间期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时长比例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适用细胞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周期起止。原因：从"一次分裂完成时"起算到"下次分裂完成时"，易错，需图示。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间期事件。原因：G1/S/G2各自任务，易混，需表。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适用对象。原因：只连续分裂细胞（如根尖分生区）有周期，已分化细胞无，需点。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细胞周期 ──┐
│ 定义:连续分裂│
│ 细胞 一次分裂│
│ 结束→下次结束│
│ 间期(长90%+):│
│ G1:RNA蛋白 │
│ S:DNA复制 │
│ G2:准备 │
│ 分裂期M(短):│
│ 前中后末 │
│ 只连续分裂 │
│ 细胞有周期 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细胞周期是指____的细胞，从一次分裂完成时开始到下一次分裂完成时为止。2. DNA复制发生在细胞周期的____期。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【提高作业】为什么在根尖分生区装片中观察到处于间期的细胞最多？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本单元主题：细胞的生命历程。把今天学到的方法带进下一篇——自己读、自己想、自己写。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