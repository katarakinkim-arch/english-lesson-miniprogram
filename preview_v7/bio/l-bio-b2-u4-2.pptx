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必修2 遗传与进化 · 基因的表达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基因表达与性状的关系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基因通过两种方式控制性状：①间接——基因→酶→代谢→性状（如白化病）；②直接——基因→结构蛋白→性状（如囊性纤维病）。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 · 第 十三 课时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68880"/>
            <a:ext cx="731520" cy="7315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生命观念：阐明基因通过控制蛋白质合成来控制性状，认同基因与性状的关系。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20425" y="2468880"/>
            <a:ext cx="731520" cy="7315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0425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283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科学思维：归纳中心法则的信息流动方向。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9749" y="2468880"/>
            <a:ext cx="731520" cy="7315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9749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科学探究：举例说明基因控制性状的间接与直接途径。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59073" y="2468880"/>
            <a:ext cx="731520" cy="7315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59073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0931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社会责任：关注基因表达异常导致的遗传病。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教材定位与权威核实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基因通过两种方式控制性状：①间接——基因→酶→代谢→性状（如白化病）；②直接——基因→结构蛋白→性状（如囊性纤维病）。中心法则总结信息流：DNA→RNA→蛋白质，以及RNA复制、逆转录补充。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本课属于《必修2 遗传与进化》基因的表达单元，沿"基因→性状→变异→进化→稳态"主线展开。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37360"/>
            <a:ext cx="5227167" cy="46634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Beadle GW, Tatum EL. Genetic control of biochemical reactions in Neurospora. PNAS 1941;27(11):499-506.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Britannica: one gene-one enzyme hypothesis (Beadle &amp; Tatum, 1940s).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" cy="928116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8313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74570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011680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间接途径：基因→酶→代谢→性状（如酪氨酸酶缺乏→白化病）。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4388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4388"/>
            <a:ext cx="109728" cy="928116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3275838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7278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04388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直接途径：基因→结构蛋白→性状（如CFTR蛋白异常→囊性纤维病）。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97096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97096"/>
            <a:ext cx="109728" cy="928116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368546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459986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97096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中心法则：DNA→RNA→蛋白质；补充RNA复制、逆转录（RNA病毒）。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9804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289804"/>
            <a:ext cx="109728" cy="928116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61254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52694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289804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性状还受环境影响的相对性。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怎么学 · 方法指引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因果链法(基因→性状)。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实例对比法(白化/囊性)。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中心法则图解法。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43484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归纳法。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两途径区别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原因：一管酶代谢、一管结构蛋白，易混，需对比。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中心法则箭头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原因：逆转录、RNA复制方向特殊，易错，需图。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基因与性状非一一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原因：多基因一性状、一基因多效，需点。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一页速记 · 知识骨架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389120"/>
          </a:xfrm>
          <a:prstGeom prst="roundRect">
            <a:avLst/>
          </a:prstGeom>
          <a:solidFill>
            <a:srgbClr val="E7DFD2"/>
          </a:solidFill>
          <a:ln w="1524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基因与性状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途径1间接: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基因→酶→代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谢→性状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(白化病)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途径2直接: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基因→结构蛋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白→性状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(囊性纤维)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中心法则: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DNA→RNA→蛋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白质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白化病是由于酪氨酸酶基因异常导致代谢障碍，属于基因控制性状的____（填"间接"或"直接"）途径。2. 中心法则中遗传信息从DNA流向RNA再流向____。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举例说明基因控制生物性状的两种途径。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09728" cy="7315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① 间接途径：基因→酶→代谢→性状（如酪氨酸酶缺乏→白化病）。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9728" cy="7315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② 直接途径：基因→结构蛋白→性状（如CFTR蛋白异常→囊性纤维病）。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840480"/>
            <a:ext cx="109728" cy="7315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③ 中心法则：DNA→RNA→蛋白质；补充RNA复制、逆转录（RNA病毒）。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46320"/>
            <a:ext cx="10911535" cy="1143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56048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下节课衔接：基因突变及其他变异——基因突变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本课件未使用无关配图，以学科色块呈现；要点以教材为准。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