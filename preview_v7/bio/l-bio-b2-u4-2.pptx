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第4单元 基因的表达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基因表达与性状的关系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生命观念：阐明基因通过控制蛋白质合成来控制性状，认同基因与性状的关系。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科学思维：归纳中心法则的信息流动方向。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科学探究：举例说明基因控制性状的间接与直接途径。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社会责任：关注基因表达异常导致的遗传病。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基因通过两种方式控制性状：①间接——基因→酶→代谢→性状（如白化病）；②直接——基因→结构蛋白→性状（如囊性纤维病）。中心法则总结信息流：DNA→RNA→蛋白质，以及RNA复制、逆转录补充。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间接途径：基因→酶→代谢→性状（如酪氨酸酶缺乏→白化病）。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直接途径：基因→结构蛋白→性状（如CFTR蛋白异常→囊性纤维病）。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中心法则：DNA→RNA→蛋白质；补充RNA复制、逆转录（RNA病毒）。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性状还受环境影响的相对性。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间接途径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直接途径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中心法则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环境作用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两途径区别。原因：一管酶代谢、一管结构蛋白，易混，需对比。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中心法则箭头。原因：逆转录、RNA复制方向特殊，易错，需图。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基因与性状非一一。原因：多基因一性状、一基因多效，需点。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基因与性状 ──┐
│ 途径1间接: │
│ 基因→酶→代│
│ 谢→性状 │
│ (白化病) │
│ 途径2直接: │
│ 基因→结构蛋│
│ 白→性状 │
│ (囊性纤维) │
│ 中心法则: │
│ DNA→RNA→蛋│
│ 白质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白化病是由于酪氨酸酶基因异常导致代谢障碍，属于基因控制性状的____（填"间接"或"直接"）途径。2. 中心法则中遗传信息从DNA流向RNA再流向____。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【提高作业】举例说明基因控制生物性状的两种途径。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本单元主题：基因的表达。把今天学到的方法带进下一篇——自己读、自己想、自己写。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