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572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必修1 分子与细胞 · 高一 · 新课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酶的特性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单元：细胞的能量供应和利用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学生课堂版 · 权威调研核实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#专一性  #高效性  #作用条件  #温度  #pH  #必修1Ch5  #第十六课时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阐明酶的高效性、专一性、作用条件温和，认同结构与功能相适应。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运用曲线分析温度、pH对酶活性的影响。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探究影响酶活性的条件（温度/pH），控制变量。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关注酶在医学（消化酶）、食品（果酒澄清）中的应用与保存。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本单元主题：细胞的能量供应和利用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酶三大特性：高效性（远胜无机催化剂）、专一性（一种酶催化一种或一类反应，锁钥/诱导契合）、作用条件温和（最适温度、pH，过酸过碱高温失活）。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5720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人教版必修1 第5章第2节《酶的特性》学案（21世纪教育网）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教材：酶具高效性、专一性、作用条件温和；高温变性不可逆、低温抑制可逆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锁钥学说与诱导契合模型（结构生物学通识）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高效性：催化效率远高于无机催化剂。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专一性：一种酶催化一种或一类底物（锁钥/诱导契合）。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温和性：最适温度和pH；高温、过酸过碱使酶变性失活。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低温抑制活性但酶不变性，可恢复。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模型法(锁钥/诱导契合)。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03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曲线分析法。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实验探究法(温度/pH)。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42316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451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对比法(高低温)。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专一性模型。原因：锁钥vs诱导契合，需图。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高温vs低温。原因：高温变性不可逆、低温抑制可逆，易混，需强调。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曲线峰。原因：最适点两侧下降机制不同，需讲。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6177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课题：酶的特性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高效性：催化效率远高于无机催化剂。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专一性：一种酶催化一种或一类底物（锁钥/诱导契合）。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温和性：最适温度和pH；高温、过酸过碱使酶变性失活。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低温抑制活性但酶不变性，可恢复。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酶的特性有____、____、作用条件温和。2. 高温与低温对酶活性的影响不同：高温____，低温____。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设计实验探究温度对淀粉酶活性的影响（写出自变量、因变量、检测和无关变量）。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巩固提示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回看本课板书精华，用一句话概括核心过程，写在笔记本上。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细胞的能量供应和利用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酶三大特性：高效性（远胜无机催化剂）、专一性（一种酶催化一种或一类反应，锁钥/诱导契合）、作用条件温和（最适温度、pH，过酸过碱高温失活）。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本单元线索：细胞的能量供应和利用，本课为其中一环，承上启下。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高效性：催化效率远高于无机催化剂。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专一性：一种酶催化一种或一类底物（锁钥/诱导契合）。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温和性：最适温度和pH；高温、过酸过碱使酶变性失活。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低温抑制活性但酶不变性，可恢复。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