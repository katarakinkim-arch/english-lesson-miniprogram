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必修1 分子与细胞 · 第5单元 细胞的能量供应和利用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酶的特性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生命观念：阐明酶的高效性、专一性、作用条件温和，认同结构与功能相适应。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科学思维：运用曲线分析温度、pH对酶活性的影响。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科学探究：探究影响酶活性的条件（温度/pH），控制变量。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社会责任：关注酶在医学（消化酶）、食品（果酒澄清）中的应用与保存。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酶三大特性：高效性（远胜无机催化剂）、专一性（一种酶催化一种或一类反应，锁钥/诱导契合）、作用条件温和（最适温度、pH，过酸过碱高温失活）。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高效性：催化效率远高于无机催化剂。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专一性：一种酶催化一种或一类底物（锁钥/诱导契合）。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温和性：最适温度和pH；高温、过酸过碱使酶变性失活。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低温抑制活性但酶不变性，可恢复。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专一性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锁钥与诱导契合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温度影响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pH影响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专一性模型。原因：锁钥vs诱导契合，需图。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高温vs低温。原因：高温变性不可逆、低温抑制可逆，易混，需强调。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曲线峰。原因：最适点两侧下降机制不同，需讲。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酶的特性 ──┐
│ 1高效性 │
│ 2专一性(底物)│
│ 锁钥/诱导契合│
│ 3温和性 │
│ 最适温度/pH │
│ 高温/过酸碱→│
│ 变性不可逆 │
│ 低温→抑制可 │
│ 恢复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酶的特性有____、____、作用条件温和。2. 高温与低温对酶活性的影响不同：高温____，低温____。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【提高作业】设计实验探究温度对淀粉酶活性的影响（写出自变量、因变量、检测和无关变量）。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本单元主题：细胞的能量供应和利用。把今天学到的方法带进下一篇——自己读、自己想、自己写。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