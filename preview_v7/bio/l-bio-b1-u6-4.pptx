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4688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必修1 分子与细胞 · 高一 · 新课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减数分裂（精子与卵细胞形成）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单元：细胞的生命历程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学生课堂版 · 权威调研核实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#减数分裂  #同源染色体  #联会  #四分体  #受精  #必修1Ch6  #第二十三课时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阐明减数分裂过程，认同染色体数目减半保证有性生殖遗传稳定。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比较减数分裂与有丝分裂的异同。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说明同源染色体联会、四分体、交叉互换等核心事件。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关注减数分裂异常与染色体病（如21三体）的关系。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本单元主题：细胞的生命历程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数分裂是进行有性生殖的生物在产生成熟生殖细胞时发生的分裂，染色体复制一次、细胞连续分裂两次，结果染色体数减半。关键事件：同源染色体联会形成四分体、交叉互换、同源分离、非同源自由组合。精子与卵细胞形成过程有差异（细胞质分裂、产生个数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5720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2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231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安庆师范大学《减数分裂和受精作用》（smkx.aqnu.edu.cn）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 必修2 教案：同源染色体/联会/四分体/交叉互换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魏斯曼预测 + 精子卵细胞形成差异（均等/不均等分裂）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减数分裂：染色体复制一次，细胞连续分裂两次，子细胞染色体数减半。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减Ⅰ特征：同源染色体联会→四分体→同源分离（非同源自由组合）。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减Ⅱ特征：类似有丝，但无同源染色体，着丝粒分裂。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精子（4个均等）vs卵细胞（1个+3极体，不均等）。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动画分步法(减Ⅰ/减Ⅱ)。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3803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概念图解法(同源/联会/四分体)。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27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对比法(精卵形成)。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42316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451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对比表法(有丝vs减数)。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同源染色体。原因：形态大小相同、一条来自父方一条母方，易错，需图。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减Ⅰvs减Ⅱ。原因：减Ⅰ有同源分离、减Ⅱ无同源，易混，需对比。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精子vs卵细胞。原因：细胞质分裂方式、个数不同，易错，需列表。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6177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课题：减数分裂（精子与卵细胞形成）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9748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减数分裂：染色体复制一次，细胞连续分裂两次，子细胞染色体数减半。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减Ⅰ特征：同源染色体联会→四分体→同源分离（非同源自由组合）。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减Ⅱ特征：类似有丝，但无同源染色体，着丝粒分裂。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精子（4个均等）vs卵细胞（1个+3极体，不均等）。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减数分裂过程中，染色体数目减半发生在____分裂。2. 一个卵原细胞经减数分裂形成____个卵细胞。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比较减数第一次分裂与减数第二次分裂在染色体行为上的主要区别。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巩固提示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回看本课板书精华，用一句话概括核心过程，写在笔记本上。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细胞的生命历程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数分裂是进行有性生殖的生物在产生成熟生殖细胞时发生的分裂，染色体复制一次、细胞连续分裂两次，结果染色体数减半。关键事件：同源染色体联会形成四分体、交叉互换、同源分离、非同源自由组合。精子与卵细胞形成过程有差异（细胞质分裂、产生个数）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本单元线索：细胞的生命历程，本课为其中一环，承上启下。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减数分裂：染色体复制一次，细胞连续分裂两次，子细胞染色体数减半。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减Ⅰ特征：同源染色体联会→四分体→同源分离（非同源自由组合）。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减Ⅱ特征：类似有丝，但无同源染色体，着丝粒分裂。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精子（4个均等）vs卵细胞（1个+3极体，不均等）。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