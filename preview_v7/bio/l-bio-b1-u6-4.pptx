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必修1 分子与细胞 · 第6单元 细胞的生命历程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减数分裂（精子与卵细胞形成）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生命观念：阐明减数分裂过程，认同染色体数目减半保证有性生殖遗传稳定。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科学思维：比较减数分裂与有丝分裂的异同。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科学探究：说明同源染色体联会、四分体、交叉互换等核心事件。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社会责任：关注减数分裂异常与染色体病（如21三体）的关系。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减数分裂是进行有性生殖的生物在产生成熟生殖细胞时发生的分裂，染色体复制一次、细胞连续分裂两次，结果染色体数减半。关键事件：同源染色体联会形成四分体、交叉互换、同源分离、非同源自由组合。精子与卵细胞形成过程有差异（细胞质分裂、产生个数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减数分裂：染色体复制一次，细胞连续分裂两次，子细胞染色体数减半。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减Ⅰ特征：同源染色体联会→四分体→同源分离（非同源自由组合）。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减Ⅱ特征：类似有丝，但无同源染色体，着丝粒分裂。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精子（4个均等）vs卵细胞（1个+3极体，不均等）。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同源染色体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减数第一次分裂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减数第二次分裂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精子vs卵细胞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对比与作业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同源染色体。原因：形态大小相同、一条来自父方一条母方，易错，需图。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减Ⅰvs减Ⅱ。原因：减Ⅰ有同源分离、减Ⅱ无同源，易混，需对比。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精子vs卵细胞。原因：细胞质分裂方式、个数不同，易错，需列表。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减数分裂 ──┐
│ 复制1次分裂2│
│ 次→染色体减半│
│ 减Ⅰ:同源联会│
│ →四分体→同源│
│ 分离(减半) │
│ 减Ⅱ:似有丝 │
│ 无同源,着丝│
│ 粒裂 │
│ 精子:4个均等│
│ 卵:1卵+3极体│
│ (不均等)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减数分裂过程中，染色体数目减半发生在____分裂。2. 一个卵原细胞经减数分裂形成____个卵细胞。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【提高作业】比较减数第一次分裂与减数第二次分裂在染色体行为上的主要区别。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本单元主题：细胞的生命历程。把今天学到的方法带进下一篇——自己读、自己想、自己写。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