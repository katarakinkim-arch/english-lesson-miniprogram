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第4单元 物质的输入和输出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水进出细胞的原理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生命观念：阐明渗透作用原理，认同水分子顺相对浓度梯度运输。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科学思维：运用渗透原理解释动植物细胞吸失水现象。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科学探究：设计并观察植物细胞质壁分离与复原实验。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社会责任：关注渗透原理在食品腌制、医疗输液中的应用。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渗透作用：水分子（溶剂）通过半透膜，从低浓度溶液向高浓度溶液扩散。成熟植物细胞原生质层（膜+液泡膜+夹层）相当于半透膜，可发生质壁分离与复原。动物细胞吸水胀破/失水皱缩。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渗透：水经半透膜从低溶质浓度→高溶质浓度（顺相对含量梯度）。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成熟植物细胞：原生质层=半透膜。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质壁分离：外界浓&gt;细胞液→失水质壁分离；反之复原。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动物细胞：无壁，吸水胀破、失水皱缩。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渗透装置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植物细胞的半透膜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质壁分离与复原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动物细胞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浓度方向。原因："高浓度"指溶质浓度高即水少，易反，需强调。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原生质层。原因：=膜+液泡膜+夹层，非仅细胞膜，需明确。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质壁分离条件。原因：活细胞+大液泡+外界浓更高，需全列。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水进出细胞 ──┐
│ 渗透:水经半透│
│ 膜 低溶质→高│
│ 溶质(顺梯度) │
│ 植物:原生质层│
│ =半透膜 │
│ 外浓&gt;细胞液→│
│ 质壁分离 │
│ 外浓&lt;细胞液→│
│ 复原 │
│ 动物:无壁→ │
│ 胀破/皱缩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渗透作用的两个条件：____和____。2. 植物细胞质壁分离时，水分从____流向____。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【提高作业】为什么用KNO3溶液处理洋葱表皮可发生自动复原，而蔗糖不能？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本单元主题：物质的输入和输出。把今天学到的方法带进下一篇——自己读、自己想、自己写。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