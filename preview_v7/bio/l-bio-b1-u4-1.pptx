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必修1 分子与细胞 · 第4单元 · 第12课时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水进出细胞的原理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单元：物质的输入和输出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渗透作用：水分子（溶剂）通过半透膜，从低浓度溶液向高浓度溶液扩散。成熟植物细胞原生质层（膜+…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53212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50992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渗透 · 半透膜 · 质壁分离 · 原生质层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阐明渗透作用原理，认同水分子顺相对浓度梯度运输。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运用渗透原理解释动植物细胞吸失水现象。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设计并观察植物细胞质壁分离与复原实验。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关注渗透原理在食品腌制、医疗输液中的应用。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渗透作用：水分子（溶剂）通过半透膜，从低浓度溶液向高浓度溶液扩散。成熟植物细胞原生质层（膜+液泡膜+夹层）相当于半透膜，可发生质壁分离与复原。动物细胞吸水胀破/失水皱缩。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本课属物质的输入和输出，承接本单元前序知识，为后续内容打基础。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830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514599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人民教育出版社《生物学·必修1·分子与细胞》第4章第1节 被动运输 第1课时 细胞吸水和失水（人教2019版）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 导学案：渗透作用原理与质壁分离复原（zy.21cnjy.com/19251971）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教习网 学案：水进出细胞的原理（m.51jiaoxi.com/doc-5720702.html）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配图说明：本课件未使用无关配图，采用学科色块呈现。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本课需要掌握的重点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渗透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水经半透膜从低溶质浓度→高溶质浓度（顺相对含量梯度）。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6400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成熟植物细胞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原生质层=半透膜。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6400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质壁分离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外界浓&gt;细胞液→失水质壁分离；反之复原。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6400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322576"/>
            <a:ext cx="22706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动物细胞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1752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无壁，吸水胀破、失水皱缩。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本课采用的学习方法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演示实验法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渗透装置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动画法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水分子运动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实验观察法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质壁分离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468880"/>
            <a:ext cx="19963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对比法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246120"/>
            <a:ext cx="199636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动植物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浓度方向。原因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突破："高浓度"指溶质浓度高即水少，易反，需强调。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原生质层。原因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突破：=膜+液泡膜+夹层，非仅细胞膜，需明确。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质壁分离条件。原因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突破：活细胞+大液泡+外界浓更高，需全列。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105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水进出细胞的原理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渗透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08376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水经半透膜从低溶质浓度→高溶质浓度（顺相对含量梯度）。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成熟植物细胞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9359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原生质层=半透膜。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质壁分离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178808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外界浓&gt;细胞液→失水质壁分离；反之复原。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动物细胞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76402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无壁，吸水胀破、失水皱缩。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提高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渗透作用的两个条件：____和____。2. 植物细胞质壁分离时，水分从____流向____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为什么用KNO3溶液处理洋葱表皮可发生自动复原，而蔗糖不能？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探究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把本课要点讲给家人听，或找一处生活中的例子印证。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本课小结与单元定位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本课小结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渗透：水经半透膜从低溶质浓度→高溶质浓度（顺相对含量梯度）。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成熟植物细胞：原生质层=半透膜。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质壁分离：外界浓&gt;细胞液→失水质壁分离；反之复原。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动物细胞：无壁，吸水胀破、失水皱缩。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教材：必修1 分子与细胞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单元：物质的输入和输出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衔接：下节课：主动运输与被动运输——物质跨膜的方式有哪些。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口诀：渗透：水过半透膜，低水→高水（低溶质→高溶质）；原生质层=半透膜；浓外&gt;液→分离，反之复原。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