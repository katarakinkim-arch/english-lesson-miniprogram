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必修1 分子与细胞 · 第2单元 组成细胞的分子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细胞中的元素和化合物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介绍组成细胞的元素（大量元素C、H、O、N等，微量元素Fe、Mn等）及化合物（无机物水无机…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第3课时 · 新课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册次：必修1 分子与细胞　单元：组成细胞的分子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说出组成细胞的元素与化合物种类，认同生物界与非生物界的统一性与差异性。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比较不同生物元素组成的异同，归纳统一性与差异性。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说出糖类、脂肪、蛋白质的检测原理与显色反应。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关注元素缺乏导致的健康问题（如缺铁贫血）。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介绍组成细胞的元素（大量元素C、H、O、N等，微量元素Fe、Mn等）及化合物（无机物水无机盐、有机物糖类脂质蛋白质核酸）。通过检测实验认识糖类、脂肪、蛋白质的存在。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来源：成都师范学院《中学生物探究性实验指导手册》（cdnu.edu.cn）——检测原理：还原糖+斐林试剂→砖红色沉淀；脂肪+苏丹Ⅲ→橘黄色；蛋白质+双缩脲试剂→紫色；淀粉+碘→蓝色。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来源：高中生物实验指导（hs-lab.cn）——本实验是唯一需水浴加热（还原糖）与唯一需显微镜（脂肪）的检测；选材须白/近白色以避免色素干扰，斐林试剂甲、乙液等量混匀现配现用。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大量元素：C H O N P S K Ca Mg；微量元素：Fe Mn Zn Cu B Mo。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最基本元素：C（生物大分子以碳链为骨架）。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化合物：水、无机盐、糖类、脂质、蛋白质、核酸。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检测：糖→斐林试剂砖红；脂肪→苏丹Ⅲ橘黄；蛋白→双缩脲紫。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比较法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生物界vs非生物界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列表法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元素分类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实验演示法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C是最基本元素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破解：碳链构成有机大分子骨架，需讲"四价键合"。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统一性与差异性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破解：元素种类相同含量差异大，易混，需对比。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检测试剂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破解：斐林需水浴加热、双缩脲不需，易错，需示范。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大量:C H O N P 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K Ca Mg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微量:Fe Mn Zn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Cu B Mo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最基本:C(碳链)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化合物: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无机:水/无机盐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有机:糖脂蛋核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检测:糖→砖红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脂→橘黄 蛋→紫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最基本元素是( )；Fe属于( )元素。2. 还原糖检测试剂与颜色：____→____。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为什么生物界与非生物界既有统一性又有差异性？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本单元「组成细胞的分子」：地壳vs人体元素谱直观呈现统一性与差异性；检测显色表实用。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地壳vs人体元素谱直观呈现统一性与差异性；检测显色表实用。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斐林需水浴加热、双缩脲不需，B班易记反，需红字。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蛋白质——生命活动的主要承担者。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