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生物 · 必修1 分子与细胞 · 第2单元 组成细胞的分子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细胞中的元素和化合物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第3课时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生命观念：说出组成细胞的元素与化合物种类，认同生物界与非生物界的统一性与差异性。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科学思维：比较不同生物元素组成的异同，归纳统一性与差异性。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科学探究：说出糖类、脂肪、蛋白质的检测原理与显色反应。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社会责任：关注元素缺乏导致的健康问题（如缺铁贫血）。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介绍组成细胞的元素（大量元素C、H、O、N等，微量元素Fe、Mn等）及化合物（无机物水无机盐、有机物糖类脂质蛋白质核酸）。通过检测实验认识糖类、脂肪、蛋白质的存在。</a:t>
            </a:r>
          </a:p>
        </p:txBody>
      </p:sp>
      <p:pic>
        <p:nvPicPr>
          <p:cNvPr id="6" name="Picture 5" descr="ricefield.jpg"/>
          <p:cNvPicPr>
            <a:picLocks noChangeAspect="1"/>
          </p:cNvPicPr>
          <p:nvPr/>
        </p:nvPicPr>
        <p:blipFill>
          <a:blip r:embed="rId2"/>
          <a:srcRect l="23066" r="23066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ricefield.jpg）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大量元素：C H O N P S K Ca Mg；微量元素：Fe Mn Zn Cu B Mo。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最基本元素：C（生物大分子以碳链为骨架）。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化合物：水、无机盐、糖类、脂质、蛋白质、核酸。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检测：糖→斐林试剂砖红；脂肪→苏丹Ⅲ橘黄；蛋白→双缩脲紫。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元素分类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C是最基本元素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化合物分类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检测实验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C是最基本元素。原因：碳链构成有机大分子骨架，需讲"四价键合"。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统一性与差异性。原因：元素种类相同含量差异大，易混，需对比。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检测试剂。原因：斐林需水浴加热、双缩脲不需，易错，需示范。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元素和化合物 ──┐
│ 大量:C H O N P S│
│ K Ca Mg │
│ 微量:Fe Mn Zn │
│ Cu B Mo │
│ 最基本:C(碳链) │
│ 化合物: │
│ 无机:水/无机盐│
│ 有机:糖脂蛋核│
│ 检测:糖→砖红 │
│ 脂→橘黄 蛋→紫│
└──────────────┘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最基本元素是( )；Fe属于( )元素。2. 还原糖检测试剂与颜色：____→____。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【提高作业】为什么生物界与非生物界既有统一性又有差异性？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本单元主题：组成细胞的分子。把今天学到的方法带进下一篇——自己读、自己想、自己写。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