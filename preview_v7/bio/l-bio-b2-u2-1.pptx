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必修2 遗传与进化 · 第2单元 基因和染色体的关系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减数分裂和受精作用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回顾减数分裂使配子染色体减半，受精作用使染色体数恢复，从而维持物种染色体数恒定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第5课时 · 新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册次：必修2 遗传与进化　单元：基因和染色体的关系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阐明减数分裂与受精维持染色体数恒定，认同有性生殖的遗传意义。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分析减数分裂过程中染色体行为变化。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说明配子染色体组合的多样性（非同源自由组合、交叉互换）。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关注减数分裂异常与染色体异常遗传病。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回顾减数分裂使配子染色体减半，受精作用使染色体数恢复，从而维持物种染色体数恒定。阐明减数分裂与受精在有性生殖中的意义，并连接基因在染色体上的观点。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Britannica：Sexual Reproduction —— 减数分裂使配子染色体数目减半。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武汉大学《普通生物学》：减数分裂与受精作用维持染色体数目恒定。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减数分裂：染色体复制一次、分裂两次，配子染色体数减半（N）。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受精：精子(N)+卵细胞(N)→受精卵(2N)，恢复染色体数。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减-受闭环维持物种染色体数恒定。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配子多样性：非同源自由组合+同源交叉互换。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闭环图解法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有丝/减数)。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多样性溯源法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实例法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染色体病)。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减半-恢复闭环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破解：两个过程方向相反，需连成整体，易断。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配子多样性来源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破解：自由组合与交叉互换共同作用，易漏其一。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与有丝区别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破解：目的与结果不同，易混，需对比。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减数:复制1次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分裂2次→N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(减Ⅰ同源分)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受精:N+N→2N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闭环维持恒定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配子多样: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非同源组合+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交叉互换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有丝保数/减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数减半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维持生物前后代染色体数目恒定的两个生理过程是____和____。2. 配子染色体组合多样性的来源包括非同源染色体自由组合和____。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为什么有性生殖能产生更多变异？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本单元「基因和染色体的关系」："减-受闭环"把两个过程连成整体；多样性双来源齐备。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"减-受闭环"把两个过程连成整体；多样性双来源齐备。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学生常把减Ⅰ减Ⅱ的"减半只一次"记错，需红字"减半在减Ⅰ"。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基因在染色体上（萨顿假说与摩尔根果蝇实验）。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