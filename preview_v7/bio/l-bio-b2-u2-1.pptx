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必修2 遗传与进化 · 第2单元 基因和染色体的关系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减数分裂和受精作用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生命观念：阐明减数分裂与受精维持染色体数恒定，认同有性生殖的遗传意义。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科学思维：分析减数分裂过程中染色体行为变化。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科学探究：说明配子染色体组合的多样性（非同源自由组合、交叉互换）。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社会责任：关注减数分裂异常与染色体异常遗传病。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回顾减数分裂使配子染色体减半，受精作用使染色体数恢复，从而维持物种染色体数恒定。阐明减数分裂与受精在有性生殖中的意义，并连接基因在染色体上的观点。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减数分裂：染色体复制一次、分裂两次，配子染色体数减半（N）。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受精：精子(N)+卵细胞(N)→受精卵(2N)，恢复染色体数。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减-受闭环维持物种染色体数恒定。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配子多样性：非同源自由组合+同源交叉互换。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减数减半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受精恢复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配子多样性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与有丝对比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减半-恢复闭环。原因：两个过程方向相反，需连成整体，易断。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配子多样性来源。原因：自由组合与交叉互换共同作用，易漏其一。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与有丝区别。原因：目的与结果不同，易混，需对比。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减数&amp;受精 ──┐
│ 减数:复制1次│
│ 分裂2次→N │
│ (减Ⅰ同源分)│
│ 受精:N+N→2N│
│ 闭环维持恒定│
│ 配子多样: │
│ 非同源组合+│
│ 交叉互换 │
│ 有丝保数/减│
│ 数减半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维持生物前后代染色体数目恒定的两个生理过程是____和____。2. 配子染色体组合多样性的来源包括非同源染色体自由组合和____。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【提高作业】为什么有性生殖能产生更多变异？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本单元主题：基因和染色体的关系。把今天学到的方法带进下一篇——自己读、自己想、自己写。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