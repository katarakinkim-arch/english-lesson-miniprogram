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第6单元 生物的进化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共同进化与生物多样性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生命观念：阐明共同进化概念，认同生物多样性是协同进化的结果。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科学思维：分析不同物种间及生物与环境间的相互影响。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科学探究：说明生物多样性的三个层次及其关系。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社会责任：关注生物多样性保护对生态平衡的意义。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同进化：不同物种之间、生物与无机环境之间在相互影响中不断进化和发展（如捕食者与猎物、开花植物与传粉昆虫、生物与大气含氧量的协同）。生物多样性包括基因、物种、生态系统三个层次，是长期共同进化的结果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共同进化：物种间、生物与无机环境间相互影响、共同发展。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实例：捕食者-猎物、传粉昆虫-开花植物、生物-大气含氧量。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生物多样性三层次：基因多样性、物种多样性、生态系统多样性。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多样性是长期共同进化与生态位分化结果。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物种间互动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生物与环境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三层次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多样性成因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双向性。原因：共同进化是"相互"影响（猎物跑快也逼捕食者变快），易只想到单向，需强调。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三层次。原因：基因/物种/生态三层易混，需列。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环境互动。原因：生物也改造环境，易漏，需点。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共同进化 ──┐
│ 共同进化: │
│ 物种间/生物│
│ -环境相互影│
│ 响共同发展 │
│ 实例:捕食军│
│ 备/传粉匹配│
│ 生物多样性: │
│ 基因/物种/ │
│ 生态系统 │
│ 基因多样最 │
│ 基础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不同物种之间、生物与无机环境之间在相互影响中不断进化和发展，称为____。2. 生物多样性包括基因多样性、____多样性和生态系统多样性三个层次。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【提高作业】为什么说基因多样性是生物多样性的基础？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本单元主题：生物的进化。把今天学到的方法带进下一篇——自己读、自己想、自己写。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