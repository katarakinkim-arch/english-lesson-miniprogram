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必修2 遗传与进化 · 生物的进化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共同进化与生物多样性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共同进化：不同物种之间、生物与无机环境之间在相互影响中不断进化和发展（如捕食者与猎物、开花植物与传粉昆虫、生物与大气含氧量的协同）。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 · 第 十九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468880"/>
            <a:ext cx="731520" cy="7315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101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生命观念：阐明共同进化概念，认同生物多样性是协同进化的结果。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0425" y="2468880"/>
            <a:ext cx="731520" cy="7315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425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科学思维：分析不同物种间及生物与环境间的相互影响。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9749" y="2468880"/>
            <a:ext cx="731520" cy="7315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9749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科学探究：说明生物多样性的三个层次及其关系。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59073" y="2468880"/>
            <a:ext cx="731520" cy="7315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9073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社会责任：关注生物多样性保护对生态平衡的意义。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教材定位与权威核实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同进化：不同物种之间、生物与无机环境之间在相互影响中不断进化和发展（如捕食者与猎物、开花植物与传粉昆虫、生物与大气含氧量的协同）。生物多样性包括基因、物种、生态系统三个层次，是长期共同进化的结果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本课属于《必修2 遗传与进化》生物的进化单元，沿"基因→性状→变异→进化→稳态"主线展开。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737360"/>
            <a:ext cx="5227167" cy="46634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Ehrlich PR, Raven PH (1964) 提出协同进化（植物与植食昆虫的相互选择）。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Frontiers in Ecology and Evolution (2021): Coevolution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" cy="928116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8313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74570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共同进化：物种间、生物与无机环境间相互影响、共同发展。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4388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04388"/>
            <a:ext cx="109728" cy="928116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75838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7278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104388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实例：捕食者-猎物、传粉昆虫-开花植物、生物-大气含氧量。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97096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97096"/>
            <a:ext cx="109728" cy="928116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368546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59986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97096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生物多样性三层次：基因多样性、物种多样性、生态系统多样性。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9804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89804"/>
            <a:ext cx="109728" cy="928116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61254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2694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289804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多样性是长期共同进化与生态位分化结果。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怎么学 · 方法指引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实例互动法(捕食/传粉)。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层次列表法(三多样性)。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双向箭头图解法。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43484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49884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12064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归纳法。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双向性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原因：共同进化是"相互"影响（猎物跑快也逼捕食者变快），易只想到单向，需强调。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三层次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原因：基因/物种/生态三层易混，需列。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环境互动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原因：生物也改造环境，易漏，需点。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一页速记 · 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389120"/>
          </a:xfrm>
          <a:prstGeom prst="roundRect">
            <a:avLst/>
          </a:prstGeom>
          <a:solidFill>
            <a:srgbClr val="E7DFD2"/>
          </a:solidFill>
          <a:ln w="1524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180015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共同进化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共同进化: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物种间/生物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-环境相互影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响共同发展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实例:捕食军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备/传粉匹配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生物多样性: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基因/物种/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基因多样最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不同物种之间、生物与无机环境之间在相互影响中不断进化和发展，称为____。2. 生物多样性包括基因多样性、____多样性和生态系统多样性三个层次。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为什么说基因多样性是生物多样性的基础？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7315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① 共同进化：物种间、生物与无机环境间相互影响、共同发展。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9728" cy="7315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② 实例：捕食者-猎物、传粉昆虫-开花植物、生物-大气含氧量。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109728" cy="7315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③ 生物多样性三层次：基因多样性、物种多样性、生态系统多样性。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0911535" cy="1143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56048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下节课衔接：进入选择性必修——稳态与调节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本课件未使用无关配图，以学科色块呈现；要点以教材为准。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