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选择性必修3 生物技术与工程 · 第4单元 生物技术的安全性与伦理问题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生物武器与生物技术伦理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生物武器利用致病微生物或其毒素杀伤人畜、毁坏作物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第3课时 · 新课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册次：选择性必修3 生物技术与工程　单元：生物技术的安全性与伦理问题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理解生命科学应服务于人类福祉。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分析生物武器的危害特点与防控难点。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了解《禁止生物武器公约》的核心内容。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树立反对生物武器、维护生物安全的责任意识。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生物武器利用致病微生物或其毒素杀伤人畜、毁坏作物。具有传染性强、危害范围广、难以防控等特点。国际社会通过《禁止生物武器公约》全面禁止。生物技术须用于和平与造福人类。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来源：《禁止生物武器公约》（BWC，1972 签署、1975 生效）全面禁止发展、生产、储存生物与毒素武器，是首部禁止整类大规模杀伤性武器的多边条约（un.org 生物武器；BWC 手册）。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来源：生物武器具传染性强、传播途径多、成本低、难防控等特点；科技须向善，生物技术应服务于和平（un.org/disarmament）。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生物武器：致病微生物（炭疽、天花、鼠疫杆菌等）或毒素制成的武器。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特点：传染性强、传播途径多、危害广、成本低、难防控。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公约：《禁止生物武器公约》全面禁止发展、生产、储存。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伦理：科技须向善，生物技术用于和平。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案例法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炭疽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生物/化学武器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公约解读法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价值引领法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与化学武器区别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破解：生物武器是生物病原、可繁殖传染；化学是毒剂，需对比。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防控难点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破解：可人传人、潜伏期长、扩散难控，需说明。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公约效力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破解：公约靠各国履约与核查，约束力非绝对，需客观。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生物武器: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病原/毒素伤人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种类:细菌病毒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毒素(炭疽等)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特点:传染广难控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公约:全面禁止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科技须向善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生物武器是利用致病____（如炭疽杆菌）或其毒素杀伤人畜、毁坏作物的武器。2. 全面禁止生物武器的国际公约是《____公约》。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与化学武器相比，生物武器为何更难防控？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本单元「生物技术的安全性与伦理问题」：生物/化学武器对比，公约与科技向善价值引领到位。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生物/化学武器对比，公约与科技向善价值引领到位。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公约核查机制可补充，避免学生误以为约束绝对。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全套生物教科书总复习。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