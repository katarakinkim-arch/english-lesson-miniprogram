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选择性必修3 生物技术与工程 · 第4单元 生物技术的安全性与伦理问题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生物武器与生物技术伦理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生命观念：理解生命科学应服务于人类福祉。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科学思维：分析生物武器的危害特点与防控难点。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科学探究：了解《禁止生物武器公约》的核心内容。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社会责任：树立反对生物武器、维护生物安全的责任意识。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生物武器利用致病微生物或其毒素杀伤人畜、毁坏作物。具有传染性强、危害范围广、难以防控等特点。国际社会通过《禁止生物武器公约》全面禁止。生物技术须用于和平与造福人类。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生物武器：致病微生物（炭疽、天花、鼠疫杆菌等）或毒素制成的武器。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特点：传染性强、传播途径多、危害广、成本低、难防控。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公约：《禁止生物武器公约》全面禁止发展、生产、储存。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伦理：科技须向善，生物技术用于和平。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种类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危害特点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国际公约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科技向善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与化学武器区别。原因：生物武器是生物病原、可繁殖传染；化学是毒剂，需对比。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防控难点。原因：可人传人、潜伏期长、扩散难控，需说明。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公约效力。原因：公约靠各国履约与核查，约束力非绝对，需客观。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生物武器与伦理
┌──────────────────┐
│ 生物武器: │
│ 病原/毒素伤人 │
│ 种类:细菌病毒 │
│ 毒素(炭疽等) │
│ 特点:传染广难控│
│ 公约:全面禁止 │
│ 科技须向善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生物武器是利用致病____（如炭疽杆菌）或其毒素杀伤人畜、毁坏作物的武器。2. 全面禁止生物武器的国际公约是《____公约》。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【提高作业】与化学武器相比，生物武器为何更难防控？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本单元主题：生物技术的安全性与伦理问题。把今天学到的方法带进下一篇——自己读、自己想、自己写。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