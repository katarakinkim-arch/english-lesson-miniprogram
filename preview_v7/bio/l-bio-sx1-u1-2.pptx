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选择性必修1 稳态与调节 · 人体的内环境与稳态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内环境的稳态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稳态：正常机体通过调节作用，使内环境的理化性质（渗透压、pH、温度等）保持相对稳定的状态。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 · 第 二 课时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68880"/>
            <a:ext cx="731520" cy="7315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生命观念：阐明稳态概念，认同内环境理化性质保持相对稳定。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20425" y="2468880"/>
            <a:ext cx="731520" cy="7315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0425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科学思维：分析稳态的调节机制（神经-体液-免疫网络）。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9749" y="2468880"/>
            <a:ext cx="731520" cy="7315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9749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科学探究：举例说明内环境理化性质（渗透压/pH/温度）的维持。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9073" y="2468880"/>
            <a:ext cx="731520" cy="7315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9073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社会责任：关注稳态失调导致的疾病（如酸中毒）。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教材定位与权威核实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稳态：正常机体通过调节作用，使内环境的理化性质（渗透压、pH、温度等）保持相对稳定的状态。稳态依赖神经-体液-免疫调节网络，是机体进行正常生命活动的必要条件。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本课属于《选择性必修1 稳态与调节》人体的内环境与稳态单元，沿"基因→性状→变异→进化→稳态"主线展开。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37360"/>
            <a:ext cx="5227167" cy="46634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yixue.com: 内环境稳态（Walter Cannon 1926 提出 homeostasis）。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Billman GE. Homeostasis. Front Physiol 2020（Bernard→Cannon 负反馈调节）。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" cy="928116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8313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74570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稳态：内环境理化性质（渗透压、pH、温度）保持相对稳定。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4388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4388"/>
            <a:ext cx="109728" cy="928116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275838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7278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04388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"相对稳定"≠恒定，是动态平衡（一定范围内波动）。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97096"/>
            <a:ext cx="109728" cy="928116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368546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59986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97096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调节网络：神经-体液-免疫调节。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9804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289804"/>
            <a:ext cx="109728" cy="928116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61254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52694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89804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意义：稳态是机体正常生命活动的必要条件。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怎么学 · 方法指引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概念澄清法(相对稳定)。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网络图解法(三类调节)。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指标列表法。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43484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实例法(失调)。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相对稳定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原因：不是绝对不变而是动态范围，易误为恒定，需强调。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调节网络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原因：三类调节共同维持，易漏其一，需列。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理化指标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原因：渗透压（Na+/Cl-）、pH(7.35-7.45)、温度(37℃)维持机制，需点。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一页速记 · 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389120"/>
          </a:xfrm>
          <a:prstGeom prst="roundRect">
            <a:avLst/>
          </a:prstGeom>
          <a:solidFill>
            <a:srgbClr val="E7DFD2"/>
          </a:solidFill>
          <a:ln w="1524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内环境稳态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稳态:理化性质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相对稳定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(动态平衡)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指标:渗透压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pH7.35-45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温度37℃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调节:神经-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体液-免疫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网络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意义:正常生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命活动前提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稳态是指正常机体通过调节作用，使内环境的____性质保持相对稳定的状态。2. 机体维持稳态的主要调节机制是____、体液调节和免疫调节网络。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为什么说稳态是机体进行正常生命活动的必要条件？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09728" cy="7315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① 稳态：内环境理化性质（渗透压、pH、温度）保持相对稳定。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9728" cy="7315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② "相对稳定"≠恒定，是动态平衡（一定范围内波动）。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40480"/>
            <a:ext cx="109728" cy="7315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③ 调节网络：神经-体液-免疫调节。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46320"/>
            <a:ext cx="10911535" cy="1143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8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下节课衔接：神经调节的结构基础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本课件未使用无关配图，以学科色块呈现；要点以教材为准。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