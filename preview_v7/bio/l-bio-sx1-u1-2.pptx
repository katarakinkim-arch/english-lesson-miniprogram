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第1单元 人体的内环境与稳态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内环境的稳态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生命观念：阐明稳态概念，认同内环境理化性质保持相对稳定。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科学思维：分析稳态的调节机制（神经-体液-免疫网络）。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科学探究：举例说明内环境理化性质（渗透压/pH/温度）的维持。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社会责任：关注稳态失调导致的疾病（如酸中毒）。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稳态：正常机体通过调节作用，使内环境的理化性质（渗透压、pH、温度等）保持相对稳定的状态。稳态依赖神经-体液-免疫调节网络，是机体进行正常生命活动的必要条件。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稳态：内环境理化性质（渗透压、pH、温度）保持相对稳定。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"相对稳定"≠恒定，是动态平衡（一定范围内波动）。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调节网络：神经-体液-免疫调节。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意义：稳态是机体正常生命活动的必要条件。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相对稳定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理化指标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调节网络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稳态意义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相对稳定。原因：不是绝对不变而是动态范围，易误为恒定，需强调。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调节网络。原因：三类调节共同维持，易漏其一，需列。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理化指标。原因：渗透压（Na+/Cl-）、pH(7.35-7.45)、温度(37℃)维持机制，需点。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内环境稳态 ──┐
│ 稳态:理化性质│
│ 相对稳定 │
│ (动态平衡) │
│ 指标:渗透压 │
│ pH7.35-45 │
│ 温度37℃ │
│ 调节:神经- │
│ 体液-免疫 │
│ 网络 │
│ 意义:正常生│
│ 命活动前提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稳态是指正常机体通过调节作用，使内环境的____性质保持相对稳定的状态。2. 机体维持稳态的主要调节机制是____、体液调节和免疫调节网络。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【提高作业】为什么说稳态是机体进行正常生命活动的必要条件？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本单元主题：人体的内环境与稳态。把今天学到的方法带进下一篇——自己读、自己想、自己写。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