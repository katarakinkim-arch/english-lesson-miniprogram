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选择性必修3 生物技术与工程 · 第3单元 基因工程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基因工程的基本操作程序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基因工程四步：①获取目的基因（从基因文库/PCR/人工合成）；②构建基因表达载体（核心步骤…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第2课时 · 新课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册次：选择性必修3 生物技术与工程　单元：基因工程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理解基因工程是对遗传信息的定向重组与表达。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按逻辑梳理四步操作程序及其联系。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了解PCR扩增与转化、检测的基本思路。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认识基因工程操作的规范与安全要求。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基因工程四步：①获取目的基因（从基因文库/PCR/人工合成）；②构建基因表达载体（核心步骤，含启动子、终止子、标记基因）；③将载体导入受体细胞（转化）；④目的基因的检测与鉴定（分子/个体水平）。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来源：基因工程四步为获基因→建载体→导入受体→检测鉴定；表达载体=目的基因+启动子（RNA 聚合酶结合以驱动转录）+终止子+标记基因（gaokaoq.com；百度百科）。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来源：导入依受体而异——植物常用农杆菌转化法、动物用显微注射、微生物用 Ca²⁺ 处理成感受态细胞；检测含 DNA/RNA/蛋白质水平与个体鉴定（百度百科「基因工程的基本操作程序」）。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四步：获基因→建载体→导入受体→检测鉴定。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表达载体元件：目的基因+启动子（启动转录）+终止子+标记基因（筛选）。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导入：转化（如Ca2+处理农杆菌/感受态）。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检测：DNA/RNA/蛋白质水平+个体性状鉴定。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流程法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元件图法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载体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检测水平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四步顺序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破解：学生易把"导入"先于"建载体"，需强调载体是导入前提。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启动子功能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破解：启动子是RNA聚合酶结合启动转录处，非"起始翻译"，易错。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转化含义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破解：转化指外源DNA进入受体并稳定维持，非"变化"，需界定。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四步: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①获目的基因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②建表达载体*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③导入受体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④检测鉴定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载体元件: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目的基因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启动子(转录起)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终止子+标记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基因工程的基本操作程序包括获取目的基因、构建____、将目的基因导入受体细胞、目的基因的____与鉴定。2. 基因表达载体中，能被RNA聚合酶识别并结合、启动转录的元件是____。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为什么构建基因表达载体被认为是基因工程的核心步骤？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本单元「基因工程」：四步顺序强化，表达载体元件配结构图清晰。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四步顺序强化，表达载体元件配结构图清晰。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启动子（转录）与起始密码（翻译）仍易混，需再强调。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基因工程的应用。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