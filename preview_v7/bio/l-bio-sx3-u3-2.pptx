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第3单元 基因工程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基因工程的基本操作程序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生命观念：理解基因工程是对遗传信息的定向重组与表达。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科学思维：按逻辑梳理四步操作程序及其联系。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科学探究：了解PCR扩增与转化、检测的基本思路。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社会责任：认识基因工程操作的规范与安全要求。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基因工程四步：①获取目的基因（从基因文库/PCR/人工合成）；②构建基因表达载体（核心步骤，含启动子、终止子、标记基因）；③将载体导入受体细胞（转化）；④目的基因的检测与鉴定（分子/个体水平）。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四步：获基因→建载体→导入受体→检测鉴定。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表达载体元件：目的基因+启动子（启动转录）+终止子+标记基因（筛选）。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导入：转化（如Ca2+处理农杆菌/感受态）。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检测：DNA/RNA/蛋白质水平+个体性状鉴定。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获取目的基因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构建表达载体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导入受体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检测鉴定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四步顺序。原因：学生易把"导入"先于"建载体"，需强调载体是导入前提。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启动子功能。原因：启动子是RNA聚合酶结合启动转录处，非"起始翻译"，易错。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转化含义。原因：转化指外源DNA进入受体并稳定维持，非"变化"，需界定。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基因工程操作程序
┌──────────────────┐
│ 四步: │
│ ①获目的基因 │
│ ②建表达载体* │
│ ③导入受体 │
│ ④检测鉴定 │
│ 载体元件: │
│ 目的基因 │
│ 启动子(转录起)│
│ 终止子+标记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基因工程的基本操作程序包括获取目的基因、构建____、将目的基因导入受体细胞、目的基因的____与鉴定。2. 基因表达载体中，能被RNA聚合酶识别并结合、启动转录的元件是____。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【提高作业】为什么构建基因表达载体被认为是基因工程的核心步骤？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本单元主题：基因工程。把今天学到的方法带进下一篇——自己读、自己想、自己写。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