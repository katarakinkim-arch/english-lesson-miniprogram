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选择性必修3 生物技术与工程 · 第3单元 基因工程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生命观念：理解基因工程改造生物造福人类。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科学思维：举例分析基因工程在不同领域的原理。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科学探究：了解乳腺生物反应器的工作逻辑。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社会责任：辩证看待转基因产品的安全与监管。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基因工程已用于农业（抗虫棉、转基因大豆）、医药（重组胰岛素、疫苗、基因治疗、单抗）、工业（工程菌产酶）。乳腺生物反应器让转基因动物乳汁表达药用蛋白。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农业：抗虫棉（Bt毒蛋白基因）、抗病/抗逆作物、品质改良。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医药：重组人胰岛素、乙肝疫苗、干扰素、单抗、基因治疗。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乳腺生物反应器：目的基因连乳腺特异启动子，在动物乳中表达药用蛋白。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工业：工程菌生产酶、氨基酸。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医药应用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乳腺生物反应器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工业与其他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安全与监管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乳腺反应器。原因：需乳腺特异启动子驱动、在乳汁表达，机制抽象，需拆解。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基因治疗。原因：分体外/体内纠正缺陷基因，易空泛，需例子（如ADA）。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转基因vs杂交。原因：转基因跨物种、精准；杂交同种内，需对比。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基因工程应用
┌──────────────────┐
│ 农业:抗虫棉等 │
│ 医药:胰岛素疫苗 │
│ 基因治疗 │
│ 乳腺反应器: │
│ 药蛋白基因+乳腺│
│ 启动子→乳汁表达│
│ 工业:工程菌产酶 │
│ 安全:个案评估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转基因抗虫棉转入了____毒蛋白基因，使棉花具有抗虫性。2. 让转基因动物在乳汁中生产药用蛋白的装置称为____生物反应器。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【提高作业】与传统从动物器官提取胰岛素相比，用基因工程菌生产胰岛素有什么优点？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本单元主题：基因工程。把今天学到的方法带进下一篇——自己读、自己想、自己写。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