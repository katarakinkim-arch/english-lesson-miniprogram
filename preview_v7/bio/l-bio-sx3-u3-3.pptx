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生物 · 选择性必修3 生物技术与工程 · 第3单元 基因工程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37215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基因工程的应用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基因工程已用于农业（抗虫棉、转基因大豆）、医药（重组胰岛素、疫苗、基因治疗、单抗）、工业（…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6144768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81344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第3课时 · 新课 · 学生课堂版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73952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科目：生物　册次：选择性必修3 生物技术与工程　单元：基因工程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109728" cy="8686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94560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生命观念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理解基因工程改造生物造福人类。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18688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18688"/>
            <a:ext cx="109728" cy="8686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18688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科学思维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举例分析基因工程在不同领域的原理。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42816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242816"/>
            <a:ext cx="109728" cy="868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242816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科学探究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了解乳腺生物反应器的工作逻辑。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66944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266944"/>
            <a:ext cx="109728" cy="86868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266944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社会责任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辩证看待转基因产品的安全与监管。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基因工程已用于农业（抗虫棉、转基因大豆）、医药（重组胰岛素、疫苗、基因治疗、单抗）、工业（工程菌产酶）。乳腺生物反应器让转基因动物乳汁表达药用蛋白。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828800"/>
            <a:ext cx="5227167" cy="40233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01168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560320"/>
            <a:ext cx="467852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来源：1982 年 FDA 批准重组大肠杆菌生产人胰岛素，为世界首例商业化转基因药品；乙肝疫苗亦由基因重组技术生产（农民日报；life.jnxy.edu.cn）。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来源：乳腺生物反应器将药用蛋白基因连乳腺特异启动子，在动物乳中表达——2009 年 FDA 批准首个转基因动物药物 ATryn（转基因山羊产人抗凝血酶）（life.smxz.com.cn；zxxk）。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98767" y="4343400"/>
            <a:ext cx="4678527" cy="1270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8767" y="4480560"/>
            <a:ext cx="46785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本课件未使用无关配图，画面以学科色块呈现。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453563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农业：抗虫棉（Bt毒蛋白基因）、抗病/抗逆作物、品质改良。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194560"/>
            <a:ext cx="2453563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03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医药：重组人胰岛素、乙肝疫苗、干扰素、单抗、基因治疗。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194560"/>
            <a:ext cx="2453563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乳腺生物反应器：目的基因连乳腺特异启动子，在动物乳中表达药用蛋白。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051" y="2194560"/>
            <a:ext cx="2453563" cy="54864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051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371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工业：工程菌生产酶、氨基酸。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案例法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抗虫棉/胰岛素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23995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3995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23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图示法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23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乳腺反应器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3319" y="2359152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0247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讨论法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安全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62643" y="2359152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62643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571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归纳法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571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乳腺反应器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B23A2A"/>
                </a:solidFill>
                <a:latin typeface="楷体"/>
                <a:ea typeface="楷体"/>
                <a:cs typeface="楷体"/>
              </a:rPr>
              <a:t>破解：需乳腺特异启动子驱动、在乳汁表达，机制抽象，需拆解。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基因治疗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E7D6B"/>
                </a:solidFill>
                <a:latin typeface="楷体"/>
                <a:ea typeface="楷体"/>
                <a:cs typeface="楷体"/>
              </a:rPr>
              <a:t>破解：分体外/体内纠正缺陷基因，易空泛，需例子（如ADA）。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转基因vs杂交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破解：转基因跨物种、精准；杂交同种内，需对比。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4297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28016" cy="4297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农业:抗虫棉等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医药:胰岛素疫苗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基因治疗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乳腺反应器: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药蛋白基因+乳腺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启动子→乳汁表达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工业:工程菌产酶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安全:个案评估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转基因抗虫棉转入了____毒蛋白基因，使棉花具有抗虫性。2. 让转基因动物在乳汁中生产药用蛋白的装置称为____生物反应器。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与传统从动物器官提取胰岛素相比，用基因工程菌生产胰岛素有什么优点？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单元回望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1371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本单元「基因工程」：乳腺反应器"特异启动子"原理拆解得当，安全观辩证。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666744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216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47472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乳腺反应器"特异启动子"原理拆解得当，安全观辩证。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3484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4626864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43484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基因治疗体外/体内分类偏深，点到为止。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9496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558698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418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39496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蛋白质工程。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