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第4单元 免疫调节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免疫系统的组成与功能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生命观念：阐明免疫系统的组成与功能，认同机体防御体系。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科学思维：比较非特异性免疫与特异性免疫。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科学探究：说明三道防线的组成与特点。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社会责任：关注免疫异常与疫苗、感染防控的关系。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免疫系统由免疫器官（骨髓、胸腺、脾、淋巴结）、免疫细胞（吞噬细胞、淋巴细胞T/B）、免疫活性物质（抗体、淋巴因子、溶菌酶）组成。功能：防卫、监控、清除。防卫分非特异性免疫（第一、二道防线）和特异性免疫（第三道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组成：免疫器官+免疫细胞（吞噬细胞、T/B淋巴细胞）+免疫活性物质（抗体、淋巴因子、溶菌酶）。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三功能：防卫、监控、清除。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非特异性：第一道（皮肤黏膜）、第二道（体液中的杀菌物、吞噬细胞），生来就有、无特异。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特异性：第三道（T/B淋巴细胞），后天、有特异。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组成三部分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三道防线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非特异vs特异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三道防线。原因：各道归属（皮肤/吞噬/淋巴）易混，需图。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非特异vs特异。原因：生来vs后天、有无针对性，需对比。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活性物质。原因：抗体由浆细胞产、淋巴因子由T产，易错，需点。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免疫系统 ──┐
│ 组成:器官+ │
│ 细胞+物质 │
│ 功能:防卫/ │
│ 监控/清除 │
│ 三道防线: │
│ 1皮肤黏膜 │
│ 2吞噬杀菌 │
│ 3 T/B淋巴 │
│ (特异) │
│ 非特异:生来│
│ 特异:后天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免疫系统具有防卫、____和清除三大功能。2. 人体的第一、二道防线属于____（填"非特异性"或"特异性"）免疫。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【提高作业】比较非特异性免疫与特异性免疫的主要区别。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本单元主题：免疫调节。把今天学到的方法带进下一篇——自己读、自己想、自己写。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