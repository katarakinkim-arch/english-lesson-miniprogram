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第4单元 物质的输入和输出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主动运输与被动运输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生命观念：比较物质跨膜运输方式，认同细胞膜的选择透过性。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科学思维：运用坐标图分析三种运输的速度-浓度关系。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科学探究：设计实验区分主动运输与被动运输（抑制呼吸）。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社会责任：关注主动运输在根吸收矿质元素、药物转运中的意义。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被动运输：顺浓度梯度，不耗能。包括自由扩散（脂溶性、气体、水）和协助扩散（需载体/通道，如葡萄糖入红细胞）。主动运输：逆浓度梯度，需载体且耗能，是细胞选择吸收的关键。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自由扩散：顺浓度，不需载体不耗能（O2、CO2、水、脂溶物）。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协助扩散：顺浓度，需载体/通道不耗能（葡萄糖入红细胞）。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主动运输：逆浓度，需载体且耗能（离子、氨基酸、葡萄糖小肠）。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主动运输体现选择透过性，维持内外浓度差。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被动运输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主动运输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三方式对比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坐标图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协助vs主动。原因：都需载体，区别在"是否耗能/逆浓度"，需对比表。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自由vs协助。原因：都顺浓度，区别在"是否需载体"，需表。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主动运输意义。原因：逆浓度积累，维持稳态，需点明。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跨膜运输 ──┐
│ 自由扩散:顺/│
│ 无载体/无能耗│
│ (O2 CO2 水) │
│ 协助扩散:顺/│
│ 有载体/无能耗│
│ (葡萄糖尿红)│
│ 主动运输:逆/│
│ 有载体/耗能 │
│ (离子氨基酸)│
│ 体现选择透过│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氧气进入细胞的方式是____。2. 主动运输区别于被动运输的关键：____和____。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【提高作业】如何设计实验证明小肠吸收葡萄糖为主动运输？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本单元主题：物质的输入和输出。把今天学到的方法带进下一篇——自己读、自己想、自己写。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