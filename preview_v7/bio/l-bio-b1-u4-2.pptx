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必修1 分子与细胞 · 第4单元 · 第13课时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主动运输与被动运输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单元：物质的输入和输出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被动运输：顺浓度梯度，不耗能。包括自由扩散（脂溶性、气体、水）和协助扩散（需载体/通道，如葡…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50992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自由扩散 · 协助扩散 · 主动运输 · 载体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四向核心素养目标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比较物质跨膜运输方式，认同细胞膜的选择透过性。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运用坐标图分析三种运输的速度-浓度关系。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设计实验区分主动运输与被动运输（抑制呼吸）。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关注主动运输在根吸收矿质元素、药物转运中的意义。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被动运输：顺浓度梯度，不耗能。包括自由扩散（脂溶性、气体、水）和协助扩散（需载体/通道，如葡萄糖入红细胞）。主动运输：逆浓度梯度，需载体且耗能，是细胞选择吸收的关键。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本课属物质的输入和输出，承接本单元前序知识，为后续内容打基础。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830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599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人民教育出版社《生物学·必修1·分子与细胞》第4章第2节 主动运输与胞吞、胞吐（人教2019版）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学科网 学案：主动运输特点意义与被动运输对比（zxxk.com/soft/55115544）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教习网 学案：自由扩散/协助扩散/主动运输（51jiaoxi.com/doc-12845960.html）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配图说明：本课件未使用无关配图，采用学科色块呈现。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本课需要掌握的重点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自由扩散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顺浓度，不需载体不耗能（O2、CO2、水、脂溶物）。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6400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协助扩散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顺浓度，需载体/通道不耗能（葡萄糖入红细胞）。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6400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主动运输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逆浓度，需载体且耗能（离子、氨基酸、葡萄糖小肠）。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6400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主动运输体现选择透过性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维持内外浓度差。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本课采用的学习方法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对比表法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三方式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8003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坐标图解法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速率-浓度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实验设计法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抑制呼吸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51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归纳法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选择透过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容易卡住的地方与突破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协助vs主动。原因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突破：都需载体，区别在"是否耗能/逆浓度"，需对比表。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自由vs协助。原因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突破：都顺浓度，区别在"是否需载体"，需表。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主动运输意义。原因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突破：逆浓度积累，维持稳态，需点明。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02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板块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105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231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主动运输与被动运输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16936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0837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自由扩散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08376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顺浓度，不需载体不耗能（O2、CO2、水、脂溶物）。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02152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93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协助扩散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59359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顺浓度，需载体/通道不耗能（葡萄糖入红细胞）。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87368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78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主动运输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17880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逆浓度，需载体且耗能（离子、氨基酸、葡萄糖小肠）。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72584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4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主动运输体现选择透过性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76402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维持内外浓度差。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氧气进入细胞的方式是____。2. 主动运输区别于被动运输的关键：____和____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如何设计实验证明小肠吸收葡萄糖为主动运输？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探究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把本课要点讲给家人听，或找一处生活中的例子印证。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本课小结与单元定位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本课小结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自由扩散：顺浓度，不需载体不耗能（O2、CO2、水、脂溶物）。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协助扩散：顺浓度，需载体/通道不耗能（葡萄糖入红细胞）。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主动运输：逆浓度，需载体且耗能（离子、氨基酸、葡萄糖小肠）。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主动运输体现选择透过性：维持内外浓度差。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3657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单元坐标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教材：必修1 分子与细胞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单元：物质的输入和输出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衔接：下节课：胞吞、胞吐与细胞膜的流动性——大分子如何进出细胞。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3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口诀：自由扩散顺不载不耗、协助扩散顺载不耗、主动运输逆载耗能；主动维持浓度差。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