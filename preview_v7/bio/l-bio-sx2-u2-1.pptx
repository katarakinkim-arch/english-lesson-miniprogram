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选择性必修2 生物与环境 · 群落及其演替 · 第1课时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群落的结构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群落是同一时间内聚集在一定区域中各种生物种群的集合。种间关系包括捕食、竞争、寄生、互…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434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标签：群落 · 种间关系 · 垂直结构 · 水平结构 · 选必2Ch2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高中生物 · 学生版课堂</a:t>
            </a:r>
          </a:p>
          <a:p>
            <a:pPr algn="l"/>
            <a:r>
              <a:rPr sz="12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植物生命活动调节 / 生物与环境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4095" y="61081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第1课时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本课件未使用无关配图，采用学科色块兜底（生物·湘碧）。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7744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41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04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认同群落是物种间相互联系的有机整体，理解结构的有序性。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4467" y="237744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2441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0267" y="2404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0187" y="3108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用坐标图表征捕食、竞争、共生关系，比较其差异。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6344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27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690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调查校园群落物种组成与分层现象。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4467" y="4663440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4467" y="4727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0267" y="4690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0187" y="5394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理解群落结构对资源利用的意义，关注生态保护。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教材定位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群落是同一时间内聚集在一定区域中各种生物种群的集合。种间关系包括捕食、竞争、寄生、互利共生。群落具垂直结构（分层）和水平结构（镶嵌分布）。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一句话：群落的结构，是本单元要落实的核心知识。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群落是一定区域内各种生物种群的集合（含植物、动物、微生物）；物种经竞争、捕食、寄生、互利共生相互作用（Britannica community-biology）。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森林自上而下分层、池塘挺水/浮水/沉水分层，分层提高了对资源的利用率（教材与生态学综述）。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580644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本课件未使用无关配图，采用学科色块兜底（生物·湘碧）。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5295747" cy="4572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03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群落=一定区域所有生物的集合（植物+动物+微生物）。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2148840"/>
            <a:ext cx="5295747" cy="45720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5867" y="2203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187" y="2743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种间关系：捕食（先增先减）、竞争（此消彼长/一方淘汰）、寄生、互利共生（同增同减）。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5295747" cy="4572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89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垂直结构：分层（光照、食物、栖息）。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4434840"/>
            <a:ext cx="5295747" cy="4572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4489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187" y="5029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水平结构：镶嵌分布（地形、光照、湿度差异）。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本节课的学习思路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51460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坐标图法（四种关系）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动手画一画，让关系看得见、记得牢。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51460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实物观察法（森林分层）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亲历一次探究，体会过程比结论更重要。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51460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案例法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从一个真实例子出发，举一反三。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51460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归纳法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在交流与追问中，归纳出一般规律。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三处容易卡住的地方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捕食vs竞争曲线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原因：捕食"先增先减"、竞争"你死我活或此消彼长"，需画坐标。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共生vs寄生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原因：共生互利、寄生一方受害，易混需对比。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垂直结构原因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原因：分层由光照/食物/栖息位决定，需具体物种说明。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10911535" cy="48920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8288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9997135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5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群落的结构群落=全部生物种间关系:捕食(先增先减)竞争(此消彼长)寄生(一方受害)共生(双方受益)垂直:分层水平:镶嵌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同一区域中聚集的各种生物种群的集合叫____。2. 森林群落的垂直结构表现为明显的____现象，其意义是提高了____的利用能力。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【提高作业】捕食关系和竞争关系在数量坐标图上最主要的区别是什么？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本单元脉络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423818" cy="1371600"/>
          </a:xfrm>
          <a:prstGeom prst="roundRect">
            <a:avLst/>
          </a:prstGeom>
          <a:solidFill>
            <a:srgbClr val="2E7D6B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第1课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群落的结构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938" y="2194560"/>
            <a:ext cx="3423818" cy="1371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第2课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群落的主要类型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2194560"/>
            <a:ext cx="3423818" cy="1371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4956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第3课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4956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群落的演替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10911535" cy="18288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4160520"/>
            <a:ext cx="54864" cy="2794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160520"/>
            <a:ext cx="100885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单元主旨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从群落的结构到类型，再到演替——生物与环境共同写就动态的篇章。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