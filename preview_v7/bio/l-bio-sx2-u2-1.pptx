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生物 · 选择性必修2 生物与环境 · 第2单元 群落及其演替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群落的结构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生命观念：认同群落是物种间相互联系的有机整体，理解结构的有序性。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科学思维：用坐标图表征捕食、竞争、共生关系，比较其差异。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科学探究：调查校园群落物种组成与分层现象。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社会责任：理解群落结构对资源利用的意义，关注生态保护。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群落是同一时间内聚集在一定区域中各种生物种群的集合。种间关系包括捕食、竞争、寄生、互利共生。群落具垂直结构（分层）和水平结构（镶嵌分布）。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群落=一定区域所有生物的集合（植物+动物+微生物）。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种间关系：捕食（先增先减）、竞争（此消彼长/一方淘汰）、寄生、互利共生（同增同减）。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垂直结构：分层（光照、食物、栖息）。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水平结构：镶嵌分布（地形、光照、湿度差异）。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种间关系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坐标图辨析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垂直结构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水平结构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捕食vs竞争曲线。原因：捕食"先增先减"、竞争"你死我活或此消彼长"，需画坐标。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共生vs寄生。原因：共生互利、寄生一方受害，易混需对比。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垂直结构原因。原因：分层由光照/食物/栖息位决定，需具体物种说明。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群落的结构
┌──────────────────┐
│ 群落=全部生物 │
│ 种间关系: │
│ 捕食(先增先减) │
│ 竞争(此消彼长) │
│ 寄生(一方受害) │
│ 共生(双方受益) │
│ 垂直:分层 │
│ 水平:镶嵌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同一区域中聚集的各种生物种群的集合叫____。2. 森林群落的垂直结构表现为明显的____现象，其意义是提高了____的利用能力。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【提高作业】捕食关系和竞争关系在数量坐标图上最主要的区别是什么？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本单元主题：群落及其演替。把今天学到的方法带进下一篇——自己读、自己想、自己写。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