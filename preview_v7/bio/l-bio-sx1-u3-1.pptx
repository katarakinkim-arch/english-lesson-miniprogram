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第3单元 体液调节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激素与内分泌系统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生命观念：阐明激素调节是体液调节的主要内容，认同化学物质调节。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科学思维：比较内分泌腺与外分泌腺、体液调节与神经调节。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科学探究：了解促胰液素的发现（假说-演绎）。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社会责任：关注激素失调疾病（甲亢、糖尿病）与健康。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液调节：激素等化学物质通过体液传送调节生命活动（主要为激素调节）。内分泌腺（无导管，如垂体、甲状腺、胰岛）分泌激素。促胰液素是首个被发现的激素。激素作用特点：微量高效、通过体液运输、作用于靶器官靶细胞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体液调节：激素等经体液传送调节（主要为激素调节）。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内分泌腺无导管，分泌物（激素）直接进入血液（垂体、甲状腺、胰岛等）。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促胰液素：首个被发现的激素（斯他林、贝利斯）。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激素特点：微量高效、体液运输、作用于靶器官/靶细胞。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内分泌腺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内/外对比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促胰液素史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激素特点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内分泌vs外分泌。原因：有无导管、是否入血，易混，需对比。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促胰液素史。原因：推翻"神经说"证激素，易漏，需点。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靶细胞。原因：激素只作用于有受体的靶细胞，需强调。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激素与内分泌 ──┐
│ 体液调节=激 │
│ 素经体液传 │
│ 内分泌腺:无│
│ 导管入血 │
│ (垂体甲状 │
│ 腺胰岛...) │
│ 促胰液素:首│
│ 个激素 │
│ 特点:微量高│
│ 效/体液运/│
│ 靶细胞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体液调节的主要内容是____调节。2. 内分泌腺____（填"有"或"无"）导管，其分泌物直接进入血液。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【提高作业】为什么激素随血液流经全身，却只作用于特定的靶器官、靶细胞？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本单元主题：体液调节。把今天学到的方法带进下一篇——自己读、自己想、自己写。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