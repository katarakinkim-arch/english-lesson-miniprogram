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第4单元 人与环境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生命观念：理解生态工程遵循自然规律，实现人与自然和谐。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科学思维：运用生态工程原理分析生产体系设计。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科学探究：调查本地生态农业模式，评价其合理性。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社会责任：认同生态工程对可持续发展的意义。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生态工程是人类应用生态学原理（物质循环再生、物种多样性、协调与平衡、整体性等）设计的少废高效生产体系。典型如桑基鱼塘、农村沼气工程，实现经济效益与生态效益统一。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生态工程：少消耗、多效益、可持续的生产体系。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基本原理：物质循环再生、物种多样性、协调与平衡、整体性。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典型案例：桑基鱼塘（桑→蚕→鱼→塘泥→桑）。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目标：经济、生态、社会效益统一。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基本原理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桑基鱼塘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对比传统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协调与平衡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原理抽象。原因：物质循环再生等原理需落到具体流程，易空泛，需桑基鱼塘串联。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与传统工程区别。原因：传统工程高耗排、生态工程循环低耗，需对比。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协调与平衡。原因：引种需与环境协调、不超过环境承载力，易忽略。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生态工程
┌──────────────────┐
│ 目标:少耗高效 │
│ 可持续 │
│ 原理: │
│ 物质循环再生 │
│ 物种多样性 │
│ 协调与平衡 │
│ 整体性 │
│ 案例:桑基鱼塘 │
│ 桑→蚕→鱼→泥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生态工程遵循的基本原理包括物质循环再生、物种多样性、协调与平衡以及____原理。2. 桑基鱼塘中"蚕粪养鱼、塘泥肥桑"主要体现了____再生原理。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【提高作业】与传统工程相比，生态工程最突出的特点是什么？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本单元主题：人与环境。把今天学到的方法带进下一篇——自己读、自己想、自己写。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