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第1单元 种群及其动态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种群数量的变化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生命观念：认同种群数量受环境制约，理解种群与环境的相互作用。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科学思维：比较J型与S型曲线的成因与特点，进行建模分析。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科学探究：建构种群增长模型，体会数学模型（曲线/公式）的价值。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社会责任：举例说明K值在渔业、害虫防治中的应用。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在理想条件（食物和空间充足、无天敌）下种群呈J型增长；在有限环境资源下呈S型增长，种群数量在环境容纳量K附近波动。K值是环境所能维持的种群最大数量。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J型：理想条件，Nt=N0·λ^t，无K值。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S型：有限资源，先慢后快再慢，K/2处增长速率最大，K处速率=0。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K值（环境容纳量）可随环境变化而变动。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保护资源：捕捞后维持在K/2附近产量最高。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J型增长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S型增长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K/2与增长速率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K值应用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K/2含义。原因：学生易把K/2当"最适数量"，实为"增长最快"，需结合速率曲线。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增长速率≠种群数量。原因：S型数量一直增到K，速率先增后减，易混。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K值动态性。原因：K非固定，环境改善则K升，需举例。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种群数量的变化
┌──────────────────┐
│ J型:理想,无K │
│ Nt=N0·λ^t │
│ S型:有限,有K │
│ 慢→快→慢 │
│ K/2:增速最大 │
│ K:速率=0 │
│ 应用:捕捞留K/2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在理想条件下种群呈____型增长，其数学表达式为____。2. S型曲线中，种群增长速率在____处最大。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【提高作业】为何渔业捕捞后将剩余量维持在K/2左右最有利于持续高产？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本单元主题：种群及其动态。把今天学到的方法带进下一篇——自己读、自己想、自己写。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