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选择性必修2 生物与环境 · 种群及其动态 · 第2课时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种群数量的变化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在理想条件（食物和空间充足、无天敌）下种群呈J型增长；在有限环境资源下呈S型增长，种…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标签：J型曲线 · S型曲线 · 环境容纳量 · K值 · 选必2Ch1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第2课时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认同种群数量受环境制约，理解种群与环境的相互作用。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比较J型与S型曲线的成因与特点，进行建模分析。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建构种群增长模型，体会数学模型（曲线/公式）的价值。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举例说明K值在渔业、害虫防治中的应用。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在理想条件（食物和空间充足、无天敌）下种群呈J型增长；在有限环境资源下呈S型增长，种群数量在环境容纳量K附近波动。K值是环境所能维持的种群最大数量。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一句话：种群数量的变化，是本单元要落实的核心知识。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指数增长 J 型：dN/dt=rmax·N；逻辑斯蒂 S 型：dN/dt=rmax·N·(K−N)/K，增速在 K/2 处最大（Albert.io；learnhowtoscience）。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环境容纳量 K 随环境变动而非固定上限；渔业捕捞保持在 K/2 附近产量最高（生态学教材）。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J型：理想条件，Nt=N0·λ^t，无K值。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S型：有限资源，先慢后快再慢，K/2处增长速率最大，K处速率=0。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K值（环境容纳量）可随环境变化而变动。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保护资源：捕捞后维持在K/2附近产量最高。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曲线对比法（J/S叠加）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建模法（细菌培养）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按这条思路梳理，把知识变成自己的。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实例法（渔业K/2）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从一个真实例子出发，举一反三。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问题驱动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在交流与追问中，归纳出一般规律。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K/2含义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原因：学生易把K/2当"最适数量"，实为"增长最快"，需结合速率曲线。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增长速率≠种群数量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原因：S型数量一直增到K，速率先增后减，易混。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K值动态性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原因：K非固定，环境改善则K升，需举例。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种群数量的变化J型:理想,无KNt=N0·λ^tS型:有限,有K慢→快→慢K/2:增速最大K:速率=0应用:捕捞留K/2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在理想条件下种群呈____型增长，其数学表达式为____。2. S型曲线中，种群增长速率在____处最大。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【提高作业】为何渔业捕捞后将剩余量维持在K/2左右最有利于持续高产？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种群的数量特征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B23A2A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种群数量的变化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影响数量的因素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种群是生态学研究的起点：数量特征决定现在，数量变化指向未来。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