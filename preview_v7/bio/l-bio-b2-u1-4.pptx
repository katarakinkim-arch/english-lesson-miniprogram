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第1单元 遗传因子的发现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自由组合定律的实质与应用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运用自由组合定律进行双因子杂交的亲子代推断与概率计算；介绍在育种中通过自由组合将优良性状组…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单元：遗传因子的发现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运用自由组合定律分析遗传现象，认同基因重组产生多样性。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掌握"先拆单对、再组合"的解题策略。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计算双因子杂交后代的表现型与基因型比例。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关注自由组合在农作物育种（聚合优良性状）中的价值。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运用自由组合定律进行双因子杂交的亲子代推断与概率计算；介绍在育种中通过自由组合将优良性状组合到一起（如抗病×高产）。强调"先拆单对、再组合"的解题策略。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Nature Education Scitable：Independent Assortment —— 非同源染色体自由组合。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Britannica：Gregor Mendel —— 孟德尔与遗传定律。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双杂合YyRr自交：后代9种基因型、4种表现型(9:3:3:1)。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解题策略：每对因子单独算，结果相乘。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测交(YyRr×yyrr)：后代表现型1:1:1:1。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育种：通过杂交把不同亲本的优良性状组合。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拆解法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先分后合)。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列表法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9基因型)。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育种案例法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变式训练法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种类数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破解：基因型9种、表现型4种易混，需列表。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先分后合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破解：多对一起算易乱，需教拆法。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育种逻辑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破解：需连续自交选育纯合，易漏，需点。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YyRr自交: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表现型4种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9:3:3:1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基因型9种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策略:先拆单对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再相乘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测交1:1:1:1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育种:杂交→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自交选优→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双杂合子（YyRr）自交，后代有____种表现型。2. YyRr与yyRr杂交，后代中绿色圆粒（yyR_）的比例为____。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如何利用自由组合定律将"抗病低产"与"感病高产"两个品种培育成"抗病高产"纯种？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本单元「遗传因子的发现」："先拆单对再组合"解题策略实用；育种流程闭环。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"先拆单对再组合"解题策略实用；育种流程闭环。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表现型种类(4)与基因型种类(9)混淆B班常见，需红字区分。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基因和染色体的关系——基因在染色体上。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