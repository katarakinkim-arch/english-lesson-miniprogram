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生物 · 必修2 遗传与进化 · 第1单元 遗传因子的发现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自由组合定律的实质与应用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第4课时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生命观念：运用自由组合定律分析遗传现象，认同基因重组产生多样性。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科学思维：掌握"先拆单对、再组合"的解题策略。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科学探究：计算双因子杂交后代的表现型与基因型比例。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社会责任：关注自由组合在农作物育种（聚合优良性状）中的价值。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运用自由组合定律进行双因子杂交的亲子代推断与概率计算；介绍在育种中通过自由组合将优良性状组合到一起（如抗病×高产）。强调"先拆单对、再组合"的解题策略。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双杂合YyRr自交：后代9种基因型、4种表现型(9:3:3:1)。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解题策略：每对因子单独算，结果相乘。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测交(YyRr×yyrr)：后代表现型1:1:1:1。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育种：通过杂交把不同亲本的优良性状组合。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双杂合自交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拆解策略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测交验证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育种流程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种类数。原因：基因型9种、表现型4种易混，需列表。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先分后合。原因：多对一起算易乱，需教拆法。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育种逻辑。原因：需连续自交选育纯合，易漏，需点。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自由组合应用 ──┐
│ YyRr自交: │
│ 表现型4种 │
│ 9:3:3:1 │
│ 基因型9种 │
│ 策略:先拆单对│
│ 再相乘 │
│ 测交1:1:1:1 │
│ 育种:杂交→ │
│ 自交选优→ │
│ 提纯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双杂合子（YyRr）自交，后代有____种表现型。2. YyRr与yyRr杂交，后代中绿色圆粒（yyR_）的比例为____。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【提高作业】如何利用自由组合定律将"抗病低产"与"感病高产"两个品种培育成"抗病高产"纯种？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本单元主题：遗传因子的发现。把今天学到的方法带进下一篇——自己读、自己想、自己写。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