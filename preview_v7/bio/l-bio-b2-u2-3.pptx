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生物 · 必修2 遗传与进化 · 第2单元 基因和染色体的关系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伴性遗传（一）概念与红绿色盲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第7课时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生命观念：阐明伴性遗传特点，认同性染色体上的基因遗传与性别相关。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科学思维：比较X连锁隐性遗传与常染色体遗传的差异。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科学探究：书写红绿色盲遗传图解，推断亲子代基因型。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社会责任：关注伴性遗传在遗传病咨询与优生中的意义。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伴性遗传：基因位于性染色体（X/Y）上，遗传与性别相关联。以红绿色盲（X隐性）为例：男性患者多于女性；交叉遗传（男→女→男）；女性患者父亲和儿子必病。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伴X隐性（色盲）：男性XbY即患病，女性需XbXb才患病→男多女少。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交叉遗传：男性患者将Xb传给女儿，不直接传儿子；女性患者父亲和儿子必病。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女性携带者XBXb与正常男XBY：儿子1/2患病。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色盲基因只在X上，Y无对应基因。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色盲特点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交叉遗传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系谱推断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携带者婚配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男多女少。原因：男性单X即表现，女性需纯合，需讲概率。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交叉遗传。原因：X从父到女、母到儿，路径特殊，需图解。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携带者后代。原因：XBXb×XBY儿子有1/2风险，易错。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伴X隐性 ──┐
│ 色盲:X隐性 │
│ 男XbY即病 │
│ 女XbXb才病 │
│ →男多女少 │
│ 交叉遗传: │
│ 父→女→外孙│
│ 女病患者父 │
│ 子必病 │
│ 携带XBXb×正│
│ 常男:儿1/2病│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红绿色盲为____（填"伴X隐性"或"常染色体隐性"）遗传病，患者中____性多于____性。2. 女性色盲患者的父亲和儿子____（填"都患病"或"都正常"）。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【提高作业】简述伴X隐性遗传的三个主要特点。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本单元主题：基因和染色体的关系。把今天学到的方法带进下一篇——自己读、自己想、自己写。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