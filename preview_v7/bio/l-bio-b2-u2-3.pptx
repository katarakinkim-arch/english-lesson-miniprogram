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必修2 遗传与进化 · 第2单元 基因和染色体的关系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伴性遗传（一）概念与红绿色盲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伴性遗传：基因位于性染色体（X/Y）上，遗传与性别相关联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第7课时 · 新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册次：必修2 遗传与进化　单元：基因和染色体的关系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阐明伴性遗传特点，认同性染色体上的基因遗传与性别相关。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比较X连锁隐性遗传与常染色体遗传的差异。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书写红绿色盲遗传图解，推断亲子代基因型。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关注伴性遗传在遗传病咨询与优生中的意义。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伴性遗传：基因位于性染色体（X/Y）上，遗传与性别相关联。以红绿色盲（X隐性）为例：男性患者多于女性；交叉遗传（男→女→男）；女性患者父亲和儿子必病。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百度百科：红绿色盲 —— X 连锁隐性遗传的典型实例。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美国国家眼科研究所 NEI：Color Blindness —— 色觉缺陷的遗传基础。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伴X隐性（色盲）：男性XbY即患病，女性需XbXb才患病→男多女少。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交叉遗传：男性患者将Xb传给女儿，不直接传儿子；女性患者父亲和儿子必病。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女性携带者XBXb与正常男XBY：儿子1/2患病。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色盲基因只在X上，Y无对应基因。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系谱图解法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X隐/常隐)。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遗传图解法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实例法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色盲)。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男多女少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破解：男性单X即表现，女性需纯合，需讲概率。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交叉遗传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破解：X从父到女、母到儿，路径特殊，需图解。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携带者后代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破解：XBXb×XBY儿子有1/2风险，易错。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色盲:X隐性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男XbY即病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女XbXb才病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→男多女少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交叉遗传: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父→女→外孙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女病患者父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子必病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携带XBXb×正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常男:儿1/2病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红绿色盲为____（填"伴X隐性"或"常染色体隐性"）遗传病，患者中____性多于____性。2. 女性色盲患者的父亲和儿子____（填"都患病"或"都正常"）。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简述伴X隐性遗传的三个主要特点。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本单元「基因和染色体的关系」："父→女→外孙"交叉路径图直观；男多女少机制讲透。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"父→女→外孙"交叉路径图直观；男多女少机制讲透。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女患者"父儿必病"学生常漏，需红字强调。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伴性遗传（二）——X显性与抗维生素D佝偻病。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