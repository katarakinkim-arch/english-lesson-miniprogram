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选择性必修3 生物技术与工程 · 第1单元 发酵工程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微生物的培养技术及应用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生命观念：理解微生物生长依赖适宜营养与环境，建立培养观。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科学思维：比较平板划线与稀释涂布的差异与用途。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科学探究：规范进行无菌操作与接种，观察菌落特征。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社会责任：树立生物安全与无菌操作意识。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微生物培养需配制培养基（提供碳源、氮源、水、无机盐等）并严格无菌。常用灭菌方法：灼烧、干热、高压蒸汽灭菌。接种方法：平板划线法、稀释涂布平板法，可获得单菌落用于纯化与计数。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培养基成分：水、碳源、氮源、无机盐（特殊加生长因子）。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灭菌（杀死全部微生物包括芽孢）≠消毒（部分）。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接种：平板划线法（分离纯化）、稀释涂布平板法（还可计数）。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单菌落：由一个细胞繁殖而来的子细胞群，代表纯培养。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培养基成分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灭菌与消毒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接种方法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单菌落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灭菌vs消毒。原因：二者杀灭范围不同，易混，需对比。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划线目的。原因：平板划线是为分散细胞得单菌落，非直接计数，易错。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选择/鉴别培养基。原因：选择培养基"允许特定菌长"、鉴别"显色区分"，需举例。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微生物培养技术
┌──────────────────┐
│ 培养基四基础: │
│ 水/碳源/氮源/盐│
│ 灭菌≠消毒 │
│ 灭菌杀芽孢 │
│ 接种:平板划线 │
│ (纯化得单菌) │
│ 稀释涂布(可数)│
│ 单菌落=纯培养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培养基一般含有水、碳源、____和无机盐四类基本成分。2. 既能用于微生物分离纯化、又能用于对活菌进行计数的是____平板法。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【提高作业】为什么平板划线法不能用于精确计数而稀释涂布平板法可以？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本单元主题：发酵工程。把今天学到的方法带进下一篇——自己读、自己想、自己写。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