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第3单元 体液调节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激素调节的实例（血糖平衡）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生命观念：阐明血糖平衡的调节，认同激素间的拮抗与反馈稳态。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科学思维：运用负反馈分析血糖调节机制。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科学探究：说明胰岛素与胰高血糖素的拮抗作用。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社会责任：关注糖尿病（胰岛素分泌不足）的预防与管理。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血糖平衡：正常3.9-6.1mmol/L。血糖升高→胰岛B细胞分泌胰岛素→促进血糖去路（摄取、氧化、合糖原/非糖）→降血糖；血糖降低→胰岛A细胞分泌胰高血糖素→促进肝糖原分解、非糖转化→升血糖。两者拮抗，通过负反馈维持稳定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来源：食物、肝糖原分解、非糖转化；去路：氧化供能、合糖原/非糖、转脂肪。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降血糖：胰岛素（胰岛B细胞）——促去路、抑来源。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升血糖：胰高血糖素（胰岛A细胞）——促肝糖原分解、非糖转化。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二者拮抗，负反馈维持血糖稳态。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来源去路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胰岛素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胰高血糖素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负反馈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分泌细胞。原因：B细胞分泌胰岛素、A细胞分泌胰高血糖素，易混，需图。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升/降途径。原因：胰岛素促去路、胰高血糖素促来源，易反，需表。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负反馈。原因：血糖回正常后激素分泌减少，需讲。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血糖平衡 ──┐
│ 范围3.9-6.1│
│ 来源:食/肝糖│
│ 原/非糖 │
│ 去路:氧化/│
│ 合糖原/脂肪│
│ 胰岛素(B):│
│ 降血糖 │
│ 胰高血素(A)│
│ :升血糖 │
│ 拮抗+负反馈│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人体内唯一能降低血糖的激素是____，由胰岛____细胞分泌。2. 胰岛素与胰高血糖素在调节血糖方面表现为____（填"协同"或"拮抗"）作用。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【提高作业】什么是负反馈调节？以血糖平衡为例说明。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本单元主题：体液调节。把今天学到的方法带进下一篇——自己读、自己想、自己写。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