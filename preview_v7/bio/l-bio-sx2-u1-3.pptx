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选择性必修2 生物与环境 · 种群及其动态 · 第3课时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1155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影响种群数量变化的因素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种群数量受非生物因素（温度、降水、光照等）和生物因素（种内斗争、捕食、竞争、寄生、传…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434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标签：非生物因素 · 生物因素 · 密度制约 · 种群波动 · 选必2Ch1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016752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高中生物 · 学生版课堂</a:t>
            </a:r>
          </a:p>
          <a:p>
            <a:pPr algn="l"/>
            <a:r>
              <a:rPr sz="12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植物生命活动调节 / 生物与环境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095" y="61081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第3课时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本课件未使用无关配图，采用学科色块兜底（生物·湘碧）。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37744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4144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04872"/>
            <a:ext cx="41984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生命观念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47471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理解种群数量受内外因素调控，形成 sistem 系统观。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2148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4467" y="237744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4467" y="244144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0267" y="2404872"/>
            <a:ext cx="41984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科学思维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0187" y="3108960"/>
            <a:ext cx="47471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区分密度制约与非密度制约因素，归纳其作用规律。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34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66344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2744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690872"/>
            <a:ext cx="41984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47471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分析某物种数量波动数据，推测主导因素。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5867" y="4434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4467" y="4663440"/>
            <a:ext cx="548640" cy="54864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4467" y="472744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0267" y="4690872"/>
            <a:ext cx="41984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0187" y="5394960"/>
            <a:ext cx="47471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关注气候变化与人类活动对野生种群的影响。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 · 权威来源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教材定位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599"/>
            <a:ext cx="5227167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种群数量受非生物因素（温度、降水、光照等）和生物因素（种内斗争、捕食、竞争、寄生、传染病等）共同影响。密度制约因素（如传染病、竞争）作用强度随种群密度增大而增强。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一句话：影响种群数量变化的因素，是本单元要落实的核心知识。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2011680"/>
            <a:ext cx="5227167" cy="42976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21488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权威来源（已联网核实）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65176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密度制约因素（竞争、传染病）作用随密度增大而增强；非密度制约因素（寒潮、干旱）与密度无关（Albert.io；eagri Lecture 9）。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种群数量围绕 K 上下波动，是负反馈调节的结果（Britannica / 生态学教材）。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580644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本课件未使用无关配图，采用学科色块兜底（生物·湘碧）。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5295747" cy="4572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03704"/>
            <a:ext cx="5295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474710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非生物因素：温度、降水、光照等，多为非密度制约。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2148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2148840"/>
            <a:ext cx="5295747" cy="4572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5867" y="2203704"/>
            <a:ext cx="5295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743200"/>
            <a:ext cx="474710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生物因素：种内（斗争）、种间（捕食/竞争/寄生/病）。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434840"/>
            <a:ext cx="5295747" cy="4572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489704"/>
            <a:ext cx="5295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474710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密度制约因素：作用随密度增大而增强（如传染病、食物竞争）。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5867" y="4434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5867" y="4434840"/>
            <a:ext cx="5295747" cy="4572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5867" y="4489704"/>
            <a:ext cx="5295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0187" y="5029200"/>
            <a:ext cx="474710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种群数量呈波动，在K值附近上下起伏。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本节课的学习思路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51460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697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20878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案例法（雪兔-猞猁）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709160"/>
            <a:ext cx="20512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从一个真实例子出发，举一反三。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51460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697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566160"/>
            <a:ext cx="20878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对比法（密度/非密度制约）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709160"/>
            <a:ext cx="20512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把易混概念并排摆，找不同、辨清楚。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51460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697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566160"/>
            <a:ext cx="20878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数据分析法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709160"/>
            <a:ext cx="20512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按这条思路梳理，把知识变成自己的。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51460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697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566160"/>
            <a:ext cx="20878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讨论法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709160"/>
            <a:ext cx="20512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在交流与追问中，归纳出一般规律。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三处容易卡住的地方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74903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密度制约判断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44698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原因：学生难判断"随密度增强"，需对比传染病与寒潮。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74903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多因素综合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46120"/>
            <a:ext cx="2844698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原因：实际波动由多因素叠加，易单因归因，需案例。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74903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波动与K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46120"/>
            <a:ext cx="2844698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原因：波动是围绕K的起伏而非偏离，需澄清。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0911535" cy="489204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182880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9997135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5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影响种群数量的因素非生物:温/水/光(非密度制约)生物:种内斗争捕食/竞争/寄生(密度制约)波动:绕K起伏负反馈调节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0292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724247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影响种群数量的生物因素包括种内____、捕食、竞争、____和传染病等。2. 作用强度随种群密度增大而增强的因素称____因素。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880360"/>
            <a:ext cx="4724247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【提高作业】为何说传染病的流行通常属于密度制约因素？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本单元脉络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423818" cy="1371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1494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第1课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314949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种群的数量特征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2194560"/>
            <a:ext cx="3423818" cy="1371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377440"/>
            <a:ext cx="31494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第2课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2788920"/>
            <a:ext cx="314949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种群数量的变化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7796" y="2194560"/>
            <a:ext cx="3423818" cy="1371600"/>
          </a:xfrm>
          <a:prstGeom prst="roundRect">
            <a:avLst/>
          </a:prstGeom>
          <a:solidFill>
            <a:srgbClr val="C8A86B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4956" y="2377440"/>
            <a:ext cx="31494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第3课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4956" y="2788920"/>
            <a:ext cx="314949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影响数量的因素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10911535" cy="1828800"/>
          </a:xfrm>
          <a:prstGeom prst="roundRect">
            <a:avLst/>
          </a:prstGeom>
          <a:solidFill>
            <a:srgbClr val="E7DFD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" y="4160520"/>
            <a:ext cx="54864" cy="2794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160520"/>
            <a:ext cx="100885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单元主旨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种群是生态学研究的起点：数量特征决定现在，数量变化指向未来。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