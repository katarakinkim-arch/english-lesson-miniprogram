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第1单元 种群及其动态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影响种群数量变化的因素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生命观念：理解种群数量受内外因素调控，形成 sistem 系统观。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科学思维：区分密度制约与非密度制约因素，归纳其作用规律。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科学探究：分析某物种数量波动数据，推测主导因素。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社会责任：关注气候变化与人类活动对野生种群的影响。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种群数量受非生物因素（温度、降水、光照等）和生物因素（种内斗争、捕食、竞争、寄生、传染病等）共同影响。密度制约因素（如传染病、竞争）作用强度随种群密度增大而增强。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非生物因素：温度、降水、光照等，多为非密度制约。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生物因素：种内（斗争）、种间（捕食/竞争/寄生/病）。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密度制约因素：作用随密度增大而增强（如传染病、食物竞争）。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种群数量呈波动，在K值附近上下起伏。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非生物因素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生物因素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密度制约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波动与调节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密度制约判断。原因：学生难判断"随密度增强"，需对比传染病与寒潮。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多因素综合。原因：实际波动由多因素叠加，易单因归因，需案例。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波动与K。原因：波动是围绕K的起伏而非偏离，需澄清。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影响种群数量的因素
┌──────────────────┐
│ 非生物:温/水/光 │
│ (非密度制约) │
│ 生物:种内斗争 │
│ 捕食/竞争/寄生 │
│ (密度制约) │
│ 波动:绕K起伏 │
│ 负反馈调节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影响种群数量的生物因素包括种内____、捕食、竞争、____和传染病等。2. 作用强度随种群密度增大而增强的因素称____因素。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【提高作业】为何说传染病的流行通常属于密度制约因素？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本单元主题：种群及其动态。把今天学到的方法带进下一篇——自己读、自己想、自己写。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