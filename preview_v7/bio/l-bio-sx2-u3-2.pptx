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选择性必修2 生物与环境 · 第3单元 生态系统及其稳定性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生态系统的能量流动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生命观念：理解能量流动单向递减规律，认同生态系统的能量观。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科学思维：运用能量金字塔分析营养级关系与传递效率。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科学探究：构建能量流经某营养级的模型，计算传递效率。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社会责任：运用能量流动规律解释"退耕还林""立体农业"的增产原理。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能量沿食物链单向流动、逐级递减。输入（生产者固定太阳能）→传递（沿营养级）→散失（呼吸热）。相邻营养级能量传递效率约10%~20%（10%法则），故食物链一般不超过5个营养级。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源头：生产者固定的太阳能。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途径：食物链/食物网（有机物形式）。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特点：单向流动、逐级递减。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效率：相邻营养级10%~20%；故链短、高营养级生物量少。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流经营养级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单向递减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传递效率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能量金字塔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散失非消失。原因：能量以热能散失不可再利用，学生误以为丢失，需强调热力学。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能量vs物质。原因：能量单向、物质循环，易混，需对比表。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传递效率计算。原因：用"同化量"而非"摄入量"作分母，易错。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生态系统的能量流动
┌──────────────────┐
│ 源头:太阳能 │
│ 固定:生产者 │
│ 去向:呼吸散失 │
│ +下一营养级 │
│ +分解者+未用 │
│ 特点:单向递减 │
│ 效率:10%~20% │
│ 金字塔:必正立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生态系统中能量流动的源头是____，其主要特点是____流动、____递减。2. 相邻两个营养级间的能量传递效率大约为____。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【提高作业】为什么一条食物链的营养级一般不超过5个？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本单元主题：生态系统及其稳定性。把今天学到的方法带进下一篇——自己读、自己想、自己写。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