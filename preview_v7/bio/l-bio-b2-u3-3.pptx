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必修2 遗传与进化 · 第3单元 DNA分子的结构与复制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DNA的复制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生命观念：阐明DNA半保留复制，认同遗传信息准确传递。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科学思维：运用15N/14N实验证据论证半保留复制。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科学探究：说明DNA复制的条件与过程（解旋、合成、复旋）。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社会责任：关注DNA复制与癌细胞增殖、基因突变的关系。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DNA复制为半保留复制：解旋酶解开双链，以每条母链为模板按碱基互补合成子链，结果每个子代DNA含一条母链和一条新链。需模板、原料、酶、能量。同位素（15N/14N）实验证明半保留。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半保留：子代DNA各含一条母链+一条新链。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过程：解旋（解旋酶）→合成子链（DNA聚合酶，碱基互补）→复旋。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条件：模板（母链）、原料（脱氧核苷酸）、酶、能量。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证据：15N标记亲代，15N/14N梯度离心呈中带→半保留。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复制过程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复制条件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同位素证据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复制意义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半保留含义。原因：每条子代DNA各留一条母链，易误为"全新"，需强调。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过程顺序。原因：先解旋后合成，酶不同，易混，需列。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离心证据。原因：重/中/轻带含义，需图解。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DNA复制 ──┐
│ 半保留:子代 │
│ DNA各含1母│
│ 链+1新链 │
│ 过程:解旋→│
│ 合成(聚合酶)│
│ →复旋 │
│ 条件:模板/ │
│ 原料/酶/能│
│ 证据:15N→ │
│ 中带→半保│
│ 留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DNA复制的方式是____。2. 将15N标记的DNA在14N培养基中复制一代，离心结果出现____带（填"重""中"或"轻"）。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【提高作业】DNA复制需要哪些基本条件？各起什么作用？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本单元主题：DNA分子的结构与复制。把今天学到的方法带进下一篇——自己读、自己想、自己写。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