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46888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5720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5669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必修1 分子与细胞 · 高一 · 新课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112471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酶的作用和本质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单元：细胞的能量供应和利用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8892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学生课堂版 · 权威调研核实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#酶  #活化能  #催化剂  #本质  #必修1Ch5  #第十五课时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本课件未使用无关配图 · 学科色块兜底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5176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2087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生命观念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251959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阐明酶的作用与本质，认同酶是生命活动高效有序的关键。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5176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03320"/>
            <a:ext cx="2087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科学思维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251959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运用活化能概念解释酶的高效性。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5176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03320"/>
            <a:ext cx="2087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科学探究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251959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设计过氧化氢分解的对照实验，控制变量。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5176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3464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03320"/>
            <a:ext cx="208780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社会责任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251959"/>
            <a:ext cx="2051227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关注酶在工业生产（加酶洗衣粉）中的应用。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教材定位与背景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4028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本单元主题：细胞的能量供应和利用</a:t>
            </a:r>
          </a:p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酶是活细胞产生的具有催化作用的有机物（多数为蛋白质，少数为RNA）。通过过氧化氢酶与Fe3+对比实验说明酶降低活化能、催化高效。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1737360"/>
            <a:ext cx="5227167" cy="45720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187452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权威来源（联网核实）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423160"/>
            <a:ext cx="4678527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人教版高中生物必修1 第5章第1节《酶的作用和本质》学案（21世纪教育网）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教材实验“比较过氧化氢在不同条件下的分解”（探究·实践）：酶降低活化能、催化高效</a:t>
            </a:r>
          </a:p>
          <a:p>
            <a:pPr algn="l">
              <a:lnSpc>
                <a:spcPct val="140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内蒙古教育装备中心《比较过氧化氢…》创新实验案例（2023，jyt.nmg.gov.cn）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971800"/>
            <a:ext cx="199636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酶：活细胞产生，具催化作用，多数是蛋白质，少数是RNA。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19456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8003" y="2971800"/>
            <a:ext cx="199636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作用：降低化学反应活化能，加快速率。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19456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7327" y="2971800"/>
            <a:ext cx="199636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高效性：酶比无机催化剂低效更多倍。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19456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04288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重点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651" y="2971800"/>
            <a:ext cx="199636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酶不改变化学平衡，只加快到达平衡。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学习路径与方法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13562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19963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实验对比法(酶vsFe3+)。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60571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60571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73803" y="2450592"/>
            <a:ext cx="13562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88003" y="3200400"/>
            <a:ext cx="19963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能垒图解法。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79895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9895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3127" y="2450592"/>
            <a:ext cx="13562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200400"/>
            <a:ext cx="19963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归纳法(本质)。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194560"/>
            <a:ext cx="2453563" cy="38404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299219" y="2423160"/>
            <a:ext cx="548640" cy="54864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219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2451" y="2450592"/>
            <a:ext cx="135628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方法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651" y="3200400"/>
            <a:ext cx="1996363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对照实验法。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易卡之处与突破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活化能。原因：抽象，需能垒图说明酶降能垒，需图解。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酶本质。原因：少数RNA酶易漏，需点。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50592"/>
            <a:ext cx="22960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5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难点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4612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不改平衡。原因：只加速不改限度，易错，需强调。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83080"/>
            <a:ext cx="10911535" cy="461772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11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课题：酶的作用和本质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97480"/>
            <a:ext cx="9905695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① 酶：活细胞产生，具催化作用，多数是蛋白质，少数是RNA。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② 作用：降低化学反应活化能，加快速率。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③ 高效性：酶比无机催化剂低效更多倍。</a:t>
            </a:r>
          </a:p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④ 酶不改变化学平衡，只加快到达平衡。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3393338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基础作业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酶催化作用的实质是降低化学反应的____。2. 下列关于酶本质叙述错误的是( )A.多数为蛋白质 B.少数RNA有催化作用 C.酶都是蛋白质。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99178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9178" y="2194560"/>
            <a:ext cx="3393338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9178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提高作业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3498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为什么酶具有高效性？请用活化能解释。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2194560"/>
            <a:ext cx="3393338" cy="3566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8276" y="2194560"/>
            <a:ext cx="3393338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8276" y="2304288"/>
            <a:ext cx="339333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巩固提示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2596" y="2971800"/>
            <a:ext cx="2844698" cy="2651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回看本课板书精华，用一句话概括核心过程，写在笔记本上。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细胞的能量供应和利用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10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酶是活细胞产生的具有催化作用的有机物（多数为蛋白质，少数为RNA）。通过过氧化氢酶与Fe3+对比实验说明酶降低活化能、催化高效。</a:t>
            </a:r>
          </a:p>
          <a:p>
            <a:pPr algn="l">
              <a:lnSpc>
                <a:spcPct val="150000"/>
              </a:lnSpc>
            </a:pPr>
            <a:r>
              <a:rPr sz="135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本单元线索：细胞的能量供应和利用，本课为其中一环，承上启下。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057400"/>
            <a:ext cx="5227167" cy="420624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1945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本课要点回顾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43200"/>
            <a:ext cx="4678527" cy="3383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① 酶：活细胞产生，具催化作用，多数是蛋白质，少数是RNA。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② 作用：降低化学反应活化能，加快速率。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③ 高效性：酶比无机催化剂低效更多倍。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④ 酶不改变化学平衡，只加快到达平衡。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