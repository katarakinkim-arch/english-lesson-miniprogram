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第5单元 细胞的能量供应和利用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酶的作用和本质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生命观念：阐明酶的作用与本质，认同酶是生命活动高效有序的关键。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科学思维：运用活化能概念解释酶的高效性。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科学探究：设计过氧化氢分解的对照实验，控制变量。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社会责任：关注酶在工业生产（加酶洗衣粉）中的应用。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酶是活细胞产生的具有催化作用的有机物（多数为蛋白质，少数为RNA）。通过过氧化氢酶与Fe3+对比实验说明酶降低活化能、催化高效。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酶：活细胞产生，具催化作用，多数是蛋白质，少数是RNA。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作用：降低化学反应活化能，加快速率。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高效性：酶比无机催化剂低效更多倍。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酶不改变化学平衡，只加快到达平衡。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活化能概念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对比实验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酶的本质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不改平衡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活化能。原因：抽象，需能垒图说明酶降能垒，需图解。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酶本质。原因：少数RNA酶易漏，需点。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不改平衡。原因：只加速不改限度，易错，需强调。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酶的作用 ──┐
│ 本质:多数蛋白│
│ 少数RNA │
│ 作用:降低活化│
│ 能,加快速率 │
│ 高效性:远胜 │
│ 无机催化剂 │
│ 只加速不改 │
│ 变平衡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酶催化作用的实质是降低化学反应的____。2. 下列关于酶本质叙述错误的是( )A.多数为蛋白质 B.少数RNA有催化作用 C.酶都是蛋白质。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【提高作业】为什么酶具有高效性？请用活化能解释。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本单元主题：细胞的能量供应和利用。把今天学到的方法带进下一篇——自己读、自己想、自己写。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