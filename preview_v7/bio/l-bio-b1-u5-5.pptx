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生物 · 必修1 分子与细胞 · 第5单元 细胞的能量供应和利用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光合作用的过程（捕获光能与光反应暗反应）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第19课时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生命观念：阐明光合作用光反应与暗反应的过程及联系，认同能量转化观。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科学思维：比较光反应与暗反应在场所、条件、产物上的差异。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科学探究：说明叶绿体色素吸收光能、光合总反应式。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社会责任：关注光合作用对碳中和、粮食生产的意义。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光合在叶绿体进行：光反应（类囊体薄膜，光解水放O2、生成[H]/NADPH和ATP）和暗反应/卡尔文循环（基质，CO2固定为C3、C3被[H]还原成糖类）。总式CO2+H2O→(光能/叶绿体)有机物+O2。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光反应：类囊体薄膜，需光，水光解产O2，生成ATP和[H](NADPH)。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暗反应：基质，CO2固定(C5+CO2→2C3)、C3还原(需[H]、ATP→糖类)。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联系：光反应供[H]、ATP给暗反应。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总式：CO2+H2O→(光能,叶绿体)有机物+O2；O2来自水。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光反应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暗反应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两阶段对比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总式与O2来源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两阶段场所。原因：光反应在类囊体、暗反应在基质，易混，需图。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[H]ATP去向。原因：光反应产物供暗反应还原C3，易错，需连。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O2来源。原因：来自水光解非CO2，同位素已证，需点。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光合作用 ──┐
│ 光反应:类囊体│
│ 需光 水→O2+ │
│ [H]+ATP │
│ 暗反应:基质 │
│ CO2+C5→2C3 │
│ C3+[H]/ATP→│
│ 糖+C5再生 │
│ 衔接:[H]ATP │
│ 总式:CO2+H2O│
│ →(光)糖+O2 │
│ O2来自水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光合作用中水的光解发生在____阶段。2. 暗反应中CO2固定的产物是____（填"C3"或"C5"）。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【提高作业】若突然停止光照，短时间内C3和C5含量分别如何变化？为什么？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本单元主题：细胞的能量供应和利用。把今天学到的方法带进下一篇——自己读、自己想、自己写。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