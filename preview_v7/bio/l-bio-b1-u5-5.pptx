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46888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必修1 分子与细胞 · 高一 · 新课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光合作用的过程（捕获光能与光反应暗反应）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单元：细胞的能量供应和利用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学生课堂版 · 权威调研核实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11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#光合作用  #光反应  #暗反应  #叶绿体  #必修1Ch5  #第十九课时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5176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阐明光合作用光反应与暗反应的过程及联系，认同能量转化观。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5176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比较光反应与暗反应在场所、条件、产物上的差异。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5176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说明叶绿体色素吸收光能、光合总反应式。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5176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关注光合作用对碳中和、粮食生产的意义。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教材定位与背景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本单元主题：细胞的能量供应和利用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光合在叶绿体进行：光反应（类囊体薄膜，光解水放O2、生成[H]/NADPH和ATP）和暗反应/卡尔文循环（基质，CO2固定为C3、C3被[H]还原成糖类）。总式CO2+H2O→(光能/叶绿体)有机物+O2。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37360"/>
            <a:ext cx="5227167" cy="45720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87452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权威来源（联网核实）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23160"/>
            <a:ext cx="467852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Khan Academy: Intro to photosynthesis（光反应/卡尔文循环）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PMC Photosynthesis 综述：光反应在类囊体膜，暗反应在基质；O2 来自水光解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Visible Body: Light-Dependent &amp; Light-Independent Reactions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光反应：类囊体薄膜，需光，水光解产O2，生成ATP和[H](NADPH)。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8003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暗反应：基质，CO2固定(C5+CO2→2C3)、C3还原(需[H]、ATP→糖类)。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联系：光反应供[H]、ATP给暗反应。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651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总式：CO2+H2O→(光能,叶绿体)有机物+O2；O2来自水。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图解分段法(光/暗)。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3803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8003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对比表法。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3127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同位素证据法(18O)。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423160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451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651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动态联想法。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易卡之处与突破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两阶段场所。原因：光反应在类囊体、暗反应在基质，易混，需图。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[H]ATP去向。原因：光反应产物供暗反应还原C3，易错，需连。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O2来源。原因：来自水光解非CO2，同位素已证，需点。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11535" cy="46177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01168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课题：光合作用的过程（捕获光能与光反应暗反应）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97480"/>
            <a:ext cx="990569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① 光反应：类囊体薄膜，需光，水光解产O2，生成ATP和[H](NADPH)。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② 暗反应：基质，CO2固定(C5+CO2→2C3)、C3还原(需[H]、ATP→糖类)。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③ 联系：光反应供[H]、ATP给暗反应。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④ 总式：CO2+H2O→(光能,叶绿体)有机物+O2；O2来自水。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光合作用中水的光解发生在____阶段。2. 暗反应中CO2固定的产物是____（填"C3"或"C5"）。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若突然停止光照，短时间内C3和C5含量分别如何变化？为什么？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巩固提示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回看本课板书精华，用一句话概括核心过程，写在笔记本上。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细胞的能量供应和利用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光合在叶绿体进行：光反应（类囊体薄膜，光解水放O2、生成[H]/NADPH和ATP）和暗反应/卡尔文循环（基质，CO2固定为C3、C3被[H]还原成糖类）。总式CO2+H2O→(光能/叶绿体)有机物+O2。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本单元线索：细胞的能量供应和利用，本课为其中一环，承上启下。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5740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本课要点回顾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① 光反应：类囊体薄膜，需光，水光解产O2，生成ATP和[H](NADPH)。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② 暗反应：基质，CO2固定(C5+CO2→2C3)、C3还原(需[H]、ATP→糖类)。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③ 联系：光反应供[H]、ATP给暗反应。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④ 总式：CO2+H2O→(光能,叶绿体)有机物+O2；O2来自水。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