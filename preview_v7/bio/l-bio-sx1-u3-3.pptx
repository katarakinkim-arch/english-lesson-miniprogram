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第3单元 体液调节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激素调节的特点与神经-体液调节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生命观念：阐明激素分泌的分级调节与反馈，认同神经-体液协调。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科学思维：比较神经调节与体液调节的特点。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科学探究：说明甲状腺激素分级调节的反馈机制。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社会责任：关注甲状腺疾病（甲亢、甲减、大脖子病）的防治。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以甲状腺激素为例：下丘脑分泌TRH→垂体分泌TSH→甲状腺分泌甲状腺激素，存在分级调节；血液中甲状腺激素过多反馈抑制下丘脑和垂体（负反馈）。神经调节与体液调节既有区别（速度、范围、时长）又相互协调，体温和水盐调节是二者结合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分级：下丘脑(TRH)→垂体(TSH)→甲状腺(甲状腺激素)。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反馈：甲状腺激素过多→抑制下丘脑、垂体（负反馈）。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神经vs体液：神经快速准确短暂、体液缓慢广泛持久。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二者协调：多数生命活动由神经-体液共同调节。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三级激素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反馈抑制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神经vs体液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协调统一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三级层级。原因：下丘脑→垂体→靶腺顺序及各自激素，易混，需图。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反馈对象。原因：甲状腺激素抑下丘脑和垂体，易漏垂体，需强调。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两调节比较。原因：速度/范围/时长三维，易漏，需表。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分级与协调 ──┐
│ 分级:下丘脑 │
│ TRH→垂体 │
│ TSH→甲状 │
│ 腺→甲状激 │
│ 素 │
│ 反馈:甲状激│
│ 素多→抑下│
│ 丘脑+垂体 │
│ 神经:快准短│
│ 体液:慢广久│
│ 协调统一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在甲状腺激素分泌的分级调节中，垂体分泌的促进甲状腺活动的激素是____。2. 与神经调节相比，体液调节反应较缓慢、作用范围较____（填"局限"或"广泛"）、时间较持久。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【提高作业】缺碘为什么会引起甲状腺肿大（大脖子病）？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本单元主题：体液调节。把今天学到的方法带进下一篇——自己读、自己想、自己写。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