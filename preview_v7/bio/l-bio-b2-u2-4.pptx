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生物 · 必修2 遗传与进化 · 第2单元 基因和染色体的关系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伴性遗传（二）类型与应用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第8课时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生命观念：比较不同类型伴性遗传，认同遗传方式决定系谱特征。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科学思维：根据系谱图判断遗传方式（显隐性、是否伴性）。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科学探究：归纳伴X显、伴X隐、伴Y遗传的系谱标志。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社会责任：关注伴性遗传疾病的预防与优生。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比较伴X显性（如抗维生素D佝偻病：女多男少、连续遗传、男病母女必病）、伴Y遗传（外耳道多毛，只传男）与伴X隐性。训练系谱判断"显隐性+是否伴性"。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伴X显性（抗VD佝偻病）：女多男少、连续遗传、男病则其母其女必病。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伴X隐性：男多女少、交叉遗传、女病其父其子必病。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伴Y：只传男（父→所有子），如外耳道多毛。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判断步骤：先判显隐，再判是否伴性（看性别关联）。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伴X显性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X显X隐对比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伴Y遗传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判断步骤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X显vs X隐。原因："男病母女"与"女病父子"易反，需对比。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伴Y特征。原因：全男、父传子，易与X隐混，需点。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系谱步骤。原因：先显隐后伴性的顺序，易乱，需教。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伴性类型 ──┐
│ X显:女多连续│
│ 男病→母女病│
│ X隐:男多交叉│
│ 女病→父子病│
│ 伴Y:只传男 │
│ 父→所有子 │
│ 判断:先显隐│
│ 再伴性(X/Y)│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抗维生素D佝偻病属于____遗传，特点是女性患者____（填"多于"或"少于"）男性。2. 某病只在男性中代代相传，该病的遗传方式是____。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【提高作业】系谱中"男患者的母亲和女儿都患病"提示哪种遗传方式？为什么？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本单元主题：基因和染色体的关系。把今天学到的方法带进下一篇——自己读、自己想、自己写。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