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选择性必修1 稳态与调节 · 植物生命活动的调节 · 第15课时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1155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环境因素对植物生命活动的调节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107899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植物生命活动受光、重力等环境因素调节。光（光质、光周期）影响种子萌发、开花（如短日照…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3434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标签：光 · 重力 · 光敏色素 · 向性 · 选必1Ch5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016752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高中生物 · 学生版课堂</a:t>
            </a:r>
          </a:p>
          <a:p>
            <a:pPr algn="l"/>
            <a:r>
              <a:rPr sz="120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植物生命活动调节 / 生物与环境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34095" y="610819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第15课时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7498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本课件未使用无关配图，采用学科色块兜底（生物·湘碧）。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7744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41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04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生命观念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08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阐明环境因素对植物生长的调节，认同环境与激素协同。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84467" y="237744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84467" y="2441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0267" y="2404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科学思维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0187" y="3108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分析根向地性与茎背地性的生长素分布差异。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66344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727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690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科学探究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94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说明光周期对开花的影响。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5867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4467" y="4663440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4467" y="472744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0267" y="4690872"/>
            <a:ext cx="419846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社会责任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0187" y="5394960"/>
            <a:ext cx="474710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关注光温调控在设施农业（反季栽培）中的应用。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 · 权威来源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教材定位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599"/>
            <a:ext cx="5227167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植物生命活动受光、重力等环境因素调节。光（光质、光周期）影响种子萌发、开花（如短日照/长日照植物）、向光性；重力引起根的向地性、茎的背地性（生长素分布不均）。光信号经光敏色素等受体转导。植物激素与环境因素共同调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一句话：环境因素对植物生命活动的调节，是本单元要落实的核心知识。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24447" y="2011680"/>
            <a:ext cx="5227167" cy="4297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98767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权威来源（已联网核实）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65176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植物通过激素与光受体（如光敏色素 phytochrome）协同感知并响应光、重力等环境信号（Britannica; OERTX Plant Sensory Systems）。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根向地与茎背地同源（近地侧生长素多），结果相反只因根对生长素比茎敏感得多（权威综述与教材一致）。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447" y="580644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本课件未使用无关配图，采用学科色块兜底（生物·湘碧）。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48840"/>
            <a:ext cx="5295747" cy="45720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203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光：影响向光性、种子萌发、开花（光周期：长日照/短日照植物）。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2148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2148840"/>
            <a:ext cx="5295747" cy="45720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5867" y="2203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0187" y="2743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重力：根向地（近地侧生长素高抑根）、茎背地（近地侧高促茎）。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5295747" cy="4572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89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光敏色素：接收光信号调节发育。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55867" y="4434840"/>
            <a:ext cx="5295747" cy="19659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4434840"/>
            <a:ext cx="5295747" cy="45720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4489704"/>
            <a:ext cx="529574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0187" y="5029200"/>
            <a:ext cx="474710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环境+激素共同调节植物生命活动。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本节课的学习思路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5381" y="2514600"/>
            <a:ext cx="822960" cy="82296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55381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对比法(根向地/茎背地)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把易混概念并排摆，找不同、辨清楚。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74705" y="2514600"/>
            <a:ext cx="822960" cy="82296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4705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光周期图解法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动手画一画，让关系看得见、记得牢。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094029" y="2514600"/>
            <a:ext cx="822960" cy="82296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94029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受体概念法(光敏色素)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按这条思路梳理，把知识变成自己的。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194560"/>
            <a:ext cx="2453563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13353" y="2514600"/>
            <a:ext cx="822960" cy="82296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13353" y="2697480"/>
            <a:ext cx="822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566160"/>
            <a:ext cx="2087803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农业实例法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219" y="4709160"/>
            <a:ext cx="205122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2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从一个真实例子出发，举一反三。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三处容易卡住的地方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393338" cy="374903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根vs茎向性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844698" cy="2560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原因：根对生长素敏感，近地侧高抑；茎不敏感，近地侧高促，易反，需对比。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94560"/>
            <a:ext cx="3393338" cy="374903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423160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3578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光周期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246120"/>
            <a:ext cx="2844698" cy="2560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原因：长/短日照定义（看暗期）易错，需点。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94560"/>
            <a:ext cx="3393338" cy="3749039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423160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487168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2676" y="2450592"/>
            <a:ext cx="2296058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光敏色素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246120"/>
            <a:ext cx="2844698" cy="2560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原因：是光受体转导信号，易混为激素，需澄清。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10911535" cy="48920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182880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9997135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700"/>
              </a:spcAft>
            </a:pPr>
            <a:r>
              <a:rPr sz="15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环境调节重力:近地侧生长素多根(敏)→受抑→向地茎(钝)→促→背地光周期:长/短日照植物(看暗期)光敏色素:光受体(非激素)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5272887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4724247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横放的植物幼苗，由于重力作用使近地侧生长素浓度较高，根对生长素敏感而生长受抑制，因而根表现出____生长。2. 菊花在短日照条件下开花，属于____（填"长日照"或"短日照"）植物。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94560"/>
            <a:ext cx="5272887" cy="3657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9456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304288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80360"/>
            <a:ext cx="4724247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【提高作业】为什么同样近地侧生长素浓度较高，根向地生长而茎却背地生长？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本单元脉络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3423818" cy="1371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1494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第1课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1494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生长素的发现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3938" y="2194560"/>
            <a:ext cx="3423818" cy="1371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第2课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2788920"/>
            <a:ext cx="31494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生长素特点与植物激素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7796" y="2194560"/>
            <a:ext cx="3423818" cy="1371600"/>
          </a:xfrm>
          <a:prstGeom prst="roundRect">
            <a:avLst/>
          </a:prstGeom>
          <a:solidFill>
            <a:srgbClr val="C8A86B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4956" y="2377440"/>
            <a:ext cx="31494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第3课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4956" y="2788920"/>
            <a:ext cx="314949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环境因素的调节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10911535" cy="1828800"/>
          </a:xfrm>
          <a:prstGeom prst="roundRect">
            <a:avLst/>
          </a:prstGeom>
          <a:solidFill>
            <a:srgbClr val="E7DFD2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0120" y="4160520"/>
            <a:ext cx="54864" cy="2794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4160520"/>
            <a:ext cx="1008857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单元主旨</a:t>
            </a:r>
          </a:p>
          <a:p>
            <a:pPr algn="l">
              <a:lnSpc>
                <a:spcPct val="150000"/>
              </a:lnSpc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从生长素的发现，到植物激素网络，再到光与重力的调节——植物用激素与环境对话。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