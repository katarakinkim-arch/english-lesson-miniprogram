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第5单元 植物生命活动的调节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环境因素对植物生命活动的调节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生命观念：阐明环境因素对植物生长的调节，认同环境与激素协同。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科学思维：分析根向地性与茎背地性的生长素分布差异。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科学探究：说明光周期对开花的影响。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社会责任：关注光温调控在设施农业（反季栽培）中的应用。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物生命活动受光、重力等环境因素调节。光（光质、光周期）影响种子萌发、开花（如短日照/长日照植物）、向光性；重力引起根的向地性、茎的背地性（生长素分布不均）。光信号经光敏色素等受体转导。植物激素与环境因素共同调节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光：影响向光性、种子萌发、开花（光周期：长日照/短日照植物）。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重力：根向地（近地侧生长素高抑根）、茎背地（近地侧高促茎）。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光敏色素：接收光信号调节发育。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环境+激素共同调节植物生命活动。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重力向性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根vs茎对比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光周期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光敏色素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根vs茎向性。原因：根对生长素敏感，近地侧高抑；茎不敏感，近地侧高促，易反，需对比。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光周期。原因：长/短日照定义（看暗期）易错，需点。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光敏色素。原因：是光受体转导信号，易混为激素，需澄清。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环境调节 ──┐
│ 重力:近地侧│
│ 生长素多 │
│ 根(敏)→受抑│
│ →向地 │
│ 茎(钝)→促 │
│ →背地 │
│ 光周期:长/│
│ 短日照植 │
│ 物(看暗期) │
│ 光敏色素: │
│ 光受体(非 │
│ 激素)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横放的植物幼苗，由于重力作用使近地侧生长素浓度较高，根对生长素敏感而生长受抑制，因而根表现出____生长。2. 菊花在短日照条件下开花，属于____（填"长日照"或"短日照"）植物。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【提高作业】为什么同样近地侧生长素浓度较高，根向地生长而茎却背地生长？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本单元主题：植物生命活动的调节。把今天学到的方法带进下一篇——自己读、自己想、自己写。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