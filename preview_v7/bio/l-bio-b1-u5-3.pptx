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572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必修1 分子与细胞 · 高一 · 新课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ATP——细胞的能量通货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单元：细胞的能量供应和利用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学生课堂版 · 权威调研核实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#ATP  #ADP  #高能磷酸键  #能量供应  #必修1Ch5  #第十七课时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5176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阐明ATP是细胞直接能源物质，认同能量通货观念。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5176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分析ATP与ADP的相互转化及能量来源与去向。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5176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解释ATP在细胞中的含量少但周转快。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5176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关注ATP在运动、医疗能量供应中的意义。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教材定位与背景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本单元主题：细胞的能量供应和利用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ATP是直接能源物质，结构A-P~P~P（腺苷+两个高能磷酸键）。ATP与ADP相互转化（水解放能、合成储能），能量来自呼吸/光合，用于各种生命活动。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37360"/>
            <a:ext cx="5227167" cy="45720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87452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权威来源（联网核实）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23160"/>
            <a:ext cx="4678527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Britannica: Adenosine triphosphate (ATP) — 细胞能量通货（britannica.com）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ATP 结构简式 A-P~P~P，末端高能磷酸键水解释放约 30.5 kJ/mol（科普中国）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Lipmann (1941) 提出“高能磷酸键”，ATP 为能量代谢中心分子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结构简式：A-P~P~P（A腺苷，P磷酸，~高能磷酸键）。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ATP水解：远离A的高能键断裂放能，供生命活动。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ATP合成：ADP+Pi+能量→ATP（呼吸/光合供能）。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651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ATP是直接能源（非储能），含量少、转化快。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结构图解法(简式)。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3803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动态平衡法(ATP/ADP)。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27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类比法(通货)。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423160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451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651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对比法(直接/储能)。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易卡之处与突破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简式符号。原因：A/P/~含义及"远离A的键易断"，需明确。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转化可逆性。原因：物质可逆、能量与酶不可逆（非化学可逆），易错，需点。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直接vs储能。原因：ATP量少不是储能物质，需区分。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11535" cy="46177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课题：ATP——细胞的能量通货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① 结构简式：A-P~P~P（A腺苷，P磷酸，~高能磷酸键）。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② ATP水解：远离A的高能键断裂放能，供生命活动。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③ ATP合成：ADP+Pi+能量→ATP（呼吸/光合供能）。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④ ATP是直接能源（非储能），含量少、转化快。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ATP的结构简式是____。2. ATP与ADP相互转化的反应（ ）（填"是"或"不是"）化学上的可逆反应。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为什么说ATP是"直接能源物质"而不是储能物质？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巩固提示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回看本课板书精华，用一句话概括核心过程，写在笔记本上。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细胞的能量供应和利用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ATP是直接能源物质，结构A-P~P~P（腺苷+两个高能磷酸键）。ATP与ADP相互转化（水解放能、合成储能），能量来自呼吸/光合，用于各种生命活动。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本单元线索：细胞的能量供应和利用，本课为其中一环，承上启下。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57400"/>
            <a:ext cx="5227167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本课要点回顾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① 结构简式：A-P~P~P（A腺苷，P磷酸，~高能磷酸键）。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② ATP水解：远离A的高能键断裂放能，供生命活动。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③ ATP合成：ADP+Pi+能量→ATP（呼吸/光合供能）。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④ ATP是直接能源（非储能），含量少、转化快。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