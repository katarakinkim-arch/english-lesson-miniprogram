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第5单元 细胞的能量供应和利用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ATP——细胞的能量通货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生命观念：阐明ATP是细胞直接能源物质，认同能量通货观念。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科学思维：分析ATP与ADP的相互转化及能量来源与去向。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科学探究：解释ATP在细胞中的含量少但周转快。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社会责任：关注ATP在运动、医疗能量供应中的意义。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ATP是直接能源物质，结构A-P~P~P（腺苷+两个高能磷酸键）。ATP与ADP相互转化（水解放能、合成储能），能量来自呼吸/光合，用于各种生命活动。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结构简式：A-P~P~P（A腺苷，P磷酸，~高能磷酸键）。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ATP水解：远离A的高能键断裂放能，供生命活动。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ATP合成：ADP+Pi+能量→ATP（呼吸/光合供能）。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ATP是直接能源（非储能），含量少、转化快。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ATP结构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ATP水解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ATP合成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动态平衡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简式符号。原因：A/P/~含义及"远离A的键易断"，需明确。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转化可逆性。原因：物质可逆、能量与酶不可逆（非化学可逆），易错，需点。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直接vs储能。原因：ATP量少不是储能物质，需区分。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ATP ──┐
│ A-P~P~P │
│ A腺苷 P磷酸 │
│ ~高能磷酸键 │
│ 水解:断远离A│
│ 的~放能 │
│ 合成:ADP+Pi+│
│ 能→ATP │
│ 直接能源(非 │
│ 储能) │
│ 含量少周转快│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ATP的结构简式是____。2. ATP与ADP相互转化的反应（ ）（填"是"或"不是"）化学上的可逆反应。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【提高作业】为什么说ATP是"直接能源物质"而不是储能物质？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本单元主题：细胞的能量供应和利用。把今天学到的方法带进下一篇——自己读、自己想、自己写。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