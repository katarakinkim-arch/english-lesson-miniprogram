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第3单元 细胞的基本结构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细胞核——系统的控制中心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生命观念：说明细胞核的结构与功能，认同细胞核是细胞的控制中心。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科学思维：运用伞藻嫁接实验证据推断细胞核的控制作用。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科学探究：描述染色质与染色体的关系。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社会责任：关注细胞核异常与癌症（染色质变异）。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细胞核是遗传信息库、代谢和遗传的控制中心。结构：核膜（双层、核孔）、核仁（rRNA、核糖体组装）、染色质（DNA+蛋白，与染色体同质异形）、核液。通过伞藻嫁接实验等证明核的控制作用。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核膜：双层膜，核孔（大分子通道，具选择性）。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核仁：与rRNA合成、核糖体形成有关。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染色质=DNA+蛋白质，与染色体是同一物质不同时期的两种形态。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细胞核：遗传信息库、代谢遗传控制中心。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伞藻实验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核的结构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染色质与染色体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核孔选择性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染色质=染色体。原因：间期丝状、分裂期棒状，同物质异形态，需强调。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核孔选择性。原因：非全透，mRNA/蛋白可过、DNA不出，需点。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核仁功能。原因：与核糖体形成有关，易错，需明确。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细胞核 ──┐
│ 功能:遗传信息│
│ 库/控制中心 │
│ 结构:核膜(双)│
│ 核孔(选择) │
│ 核仁(rRNA/核│
│ 糖体) │
│ 染色质=DNA+ │
│ 蛋白 │
│ 与染色体:同 │
│ 物质两形态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染色质和染色体的关系是____。2. 核孔允许( )通过，而( )不能出核。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【提高作业】为什么伞藻嫁接实验能证明细胞核控制性状？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本单元主题：细胞的基本结构。把今天学到的方法带进下一篇——自己读、自己想、自己写。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