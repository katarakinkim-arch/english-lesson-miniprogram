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必修1 分子与细胞 · 第3单元 · 第11课时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155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细胞核——系统的控制中心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单元：细胞的基本结构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细胞核是遗传信息库、代谢和遗传的控制中心。结构：核膜（双层、核孔）、核仁（rRNA、核糖体组…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0911535" cy="868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50992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细胞核 · 核膜 · 染色质 · 核仁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说明细胞核的结构与功能，认同细胞核是细胞的控制中心。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运用伞藻嫁接实验证据推断细胞核的控制作用。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描述染色质与染色体的关系。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关注细胞核异常与癌症（染色质变异）。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课题背景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细胞核是遗传信息库、代谢和遗传的控制中心。结构：核膜（双层、核孔）、核仁（rRNA、核糖体组装）、染色质（DNA+蛋白，与染色体同质异形）、核液。通过伞藻嫁接实验等证明核的控制作用。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本课属细胞的基本结构，承接本单元前序知识，为后续内容打基础。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83080"/>
            <a:ext cx="5227167" cy="3931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514599"/>
            <a:ext cx="467852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人民教育出版社《生物学·必修1·分子与细胞》第3章第3节 细胞核——系统的控制中心（人教2019版）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21世纪教育网 导学案：核膜/核孔/核仁/染色质与遗传信息库（zy.21cnjy.com/19251967）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配图说明：本课件未使用无关配图，采用学科色块呈现。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本课需要掌握的重点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640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双层膜，核孔（大分子通道，具选择性）。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6400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与rRNA合成、核糖体形成有关。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6400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染色质=DNA+蛋白质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与染色体是同一物质不同时期的两种形态。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6400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491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细胞核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遗传信息库、代谢遗传控制中心。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本课采用的学习方法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实验证据法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伞藻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8003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对比法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染色质/体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结构图解法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结合本课内容运用该方法。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651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归纳法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结合本课内容运用该方法。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染色质=染色体。原因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突破：间期丝状、分裂期棒状，同物质异形态，需强调。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核孔选择性。原因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突破：非全透，mRNA/蛋白可过、DNA不出，需点。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核仁功能。原因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突破：与核糖体形成有关，易错，需明确。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105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细胞核——系统的控制中心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核膜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0837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双层膜，核孔（大分子通道，具选择性）。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核仁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9359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与rRNA合成、核糖体形成有关。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染色质=DNA+蛋白质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17880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与染色体是同一物质不同时期的两种形态。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细胞核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6402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遗传信息库、代谢遗传控制中心。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提高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染色质和染色体的关系是____。2. 核孔允许( )通过，而( )不能出核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为什么伞藻嫁接实验能证明细胞核控制性状？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探究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把本课要点讲给家人听，或找一处生活中的例子印证。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本课小结与单元定位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本课小结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核膜：双层膜，核孔（大分子通道，具选择性）。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核仁：与rRNA合成、核糖体形成有关。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染色质=DNA+蛋白质：与染色体是同一物质不同时期的两种形态。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细胞核：遗传信息库、代谢遗传控制中心。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单元坐标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教材：必修1 分子与细胞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单元：细胞的基本结构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衔接：下节课：水进出细胞的原理——物质如何跨过细胞膜。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3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口诀：核膜双、核孔选、核仁造核糖；染色质=染色体同物异形；核是遗传信息库。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