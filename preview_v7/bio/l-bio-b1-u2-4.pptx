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第2单元 组成细胞的分子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糖类和脂质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生命观念：说出糖类和脂质的主要种类与功能，认同物质结构与功能相适应。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科学思维：比较淀粉、糖原、纤维素的异同，归纳生物大分子以碳链为骨架。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科学探究：通过实例区分糖类和脂质的分类。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社会责任：关注糖脂摄入与健康（肥胖、糖尿病）。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糖类是主要能源物质，分单糖（葡萄糖、核糖）、二糖（蔗糖、乳糖）、多糖（淀粉、糖原、纤维素）。脂质包括脂肪（储能）、磷脂（膜成分）、固醇（胆固醇、性激素、VD）。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糖：单糖(葡萄糖/核糖)、二糖(蔗糖/麦芽糖/乳糖)、多糖(淀粉/糖原/纤维素)，单体都是葡萄糖。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糖是主要能源物质。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脂质：脂肪(储能)、磷脂(膜)、固醇(胆固醇/性激素/VD)。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脂肪储能多于糖（H多O少，氧化产水多）。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糖的分类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三种多糖比较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脂质三类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脂肪储能优势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多糖功能差异。原因：同样葡萄糖聚合，因连接方式和空间结构不同而功能异，需讲。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脂肪产能高。原因：H比例高，氧化耗氧多产水多，需计算对比。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固醇归类。原因：与脂肪不同类，易混，需单列。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糖类和脂质 ──┐
│ 糖:单体葡萄糖│
│ 单糖:葡萄糖 │
│ 二糖:蔗糖乳糖│
│ 多糖:淀粉(植│
│ 储能)糖原(动│
│ 储能)纤维素│
│ (壁) │
│ 脂质: │
│ 脂肪(储能) │
│ 磷脂(膜) │
│ 固醇(胆/性/VD│
│ 脂肪储能&gt;糖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植物储能多糖____，动物储能多糖____。2. 胆固醇属于( )A.脂肪 B.固醇 C.磷脂。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【提高作业】为什么等质量脂肪比糖类储存的能量多？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本单元主题：组成细胞的分子。把今天学到的方法带进下一篇——自己读、自己想、自己写。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