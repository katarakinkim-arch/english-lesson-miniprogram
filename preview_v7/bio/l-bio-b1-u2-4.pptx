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051560"/>
            <a:ext cx="822960" cy="381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必修1 分子与细胞 · 第2单元 · 第6课时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111556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糖类和脂质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97180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2E7D6B"/>
                </a:solidFill>
                <a:latin typeface="楷体"/>
                <a:ea typeface="楷体"/>
                <a:cs typeface="楷体"/>
              </a:rPr>
              <a:t>单元：组成细胞的分子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794760"/>
            <a:ext cx="109728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6B6258"/>
                </a:solidFill>
                <a:latin typeface="楷体"/>
                <a:ea typeface="楷体"/>
                <a:cs typeface="楷体"/>
              </a:rPr>
              <a:t>糖类是主要能源物质，分单糖（葡萄糖、核糖）、二糖（蔗糖、乳糖）、多糖（淀粉、糖原、纤维素）。…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5532120"/>
            <a:ext cx="10911535" cy="868680"/>
          </a:xfrm>
          <a:prstGeom prst="round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650992"/>
            <a:ext cx="103628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糖 · 单糖 · 二糖 · 多糖 · 脂肪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四向核心素养目标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77440"/>
            <a:ext cx="2453563" cy="33832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455381" y="2697480"/>
            <a:ext cx="822960" cy="82296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55381" y="288036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49040"/>
            <a:ext cx="208780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生命观念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4343400"/>
            <a:ext cx="20512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说出糖类和脂质的主要种类与功能，认同物质结构与功能相适应。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9403" y="2377440"/>
            <a:ext cx="2453563" cy="33832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274705" y="2697480"/>
            <a:ext cx="822960" cy="82296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74705" y="288036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42283" y="3749040"/>
            <a:ext cx="208780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科学思维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60571" y="4343400"/>
            <a:ext cx="20512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比较淀粉、糖原、纤维素的异同，归纳生物大分子以碳链为骨架。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8727" y="2377440"/>
            <a:ext cx="2453563" cy="33832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094029" y="2697480"/>
            <a:ext cx="822960" cy="82296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94029" y="288036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1607" y="3749040"/>
            <a:ext cx="208780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科学探究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9895" y="4343400"/>
            <a:ext cx="20512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通过实例区分糖类和脂质的分类。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98051" y="2377440"/>
            <a:ext cx="2453563" cy="33832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913353" y="2697480"/>
            <a:ext cx="822960" cy="822960"/>
          </a:xfrm>
          <a:prstGeom prst="ellipse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13353" y="288036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80931" y="3749040"/>
            <a:ext cx="208780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社会责任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99219" y="4343400"/>
            <a:ext cx="20512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关注糖脂摄入与健康（肥胖、糖尿病）。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背景 · 权威调研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522716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2E7D6B"/>
                </a:solidFill>
                <a:latin typeface="楷体"/>
                <a:ea typeface="楷体"/>
                <a:cs typeface="楷体"/>
              </a:rPr>
              <a:t>课题背景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423160"/>
            <a:ext cx="5227167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  <a:spcAft>
                <a:spcPts val="1000"/>
              </a:spcAft>
            </a:pPr>
            <a:r>
              <a:rPr sz="14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糖类是主要能源物质，分单糖（葡萄糖、核糖）、二糖（蔗糖、乳糖）、多糖（淀粉、糖原、纤维素）。脂质包括脂肪（储能）、磷脂（膜成分）、固醇（胆固醇、性激素、VD）。</a:t>
            </a:r>
          </a:p>
          <a:p>
            <a:pPr algn="l">
              <a:lnSpc>
                <a:spcPct val="150000"/>
              </a:lnSpc>
            </a:pPr>
            <a:r>
              <a:rPr sz="1350" b="0">
                <a:solidFill>
                  <a:srgbClr val="6B6258"/>
                </a:solidFill>
                <a:latin typeface="楷体"/>
                <a:ea typeface="楷体"/>
                <a:cs typeface="楷体"/>
              </a:rPr>
              <a:t>本课属组成细胞的分子，承接本单元前序知识，为后续内容打基础。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24447" y="1783080"/>
            <a:ext cx="5227167" cy="3931920"/>
          </a:xfrm>
          <a:prstGeom prst="round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98767" y="1965960"/>
            <a:ext cx="46785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权威调研来源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98767" y="2514599"/>
            <a:ext cx="4678527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30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· 人民教育出版社《生物学·必修1·分子与细胞》第2章第3节 糖类和脂质（人教2019版）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30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· 21世纪教育网 同步学案：糖类的分类（单/二/多糖）与脂质功能（zy.21cnjy.com/13144127）</a:t>
            </a:r>
          </a:p>
          <a:p>
            <a:pPr algn="l">
              <a:lnSpc>
                <a:spcPct val="140000"/>
              </a:lnSpc>
              <a:spcBef>
                <a:spcPts val="600"/>
              </a:spcBef>
            </a:pPr>
            <a:r>
              <a:rPr sz="1150" b="0">
                <a:solidFill>
                  <a:srgbClr val="E7DFD2"/>
                </a:solidFill>
                <a:latin typeface="微软雅黑"/>
                <a:ea typeface="微软雅黑"/>
                <a:cs typeface="微软雅黑"/>
              </a:rPr>
              <a:t>配图说明：本课件未使用无关配图，采用学科色块呈现。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本课需要掌握的重点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2453563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2453563" cy="6400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322576"/>
            <a:ext cx="227068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017520"/>
            <a:ext cx="1904923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单糖(葡萄糖/核糖)、二糖(蔗糖/麦芽糖/乳糖)、多糖(淀粉/糖原/纤维素)，单体都是葡萄糖。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9403" y="2194560"/>
            <a:ext cx="2453563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59403" y="2194560"/>
            <a:ext cx="2453563" cy="6400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50843" y="2322576"/>
            <a:ext cx="227068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糖是主要能源物质。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33723" y="3017520"/>
            <a:ext cx="1904923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糖是主要能源物质。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8727" y="2194560"/>
            <a:ext cx="2453563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78727" y="2194560"/>
            <a:ext cx="2453563" cy="6400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70167" y="2322576"/>
            <a:ext cx="227068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脂质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53047" y="3017520"/>
            <a:ext cx="1904923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脂肪(储能)、磷脂(膜)、固醇(胆固醇/性激素/VD)。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8051" y="2194560"/>
            <a:ext cx="2453563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98051" y="2194560"/>
            <a:ext cx="2453563" cy="640080"/>
          </a:xfrm>
          <a:prstGeom prst="rect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89491" y="2322576"/>
            <a:ext cx="227068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脂肪储能多于糖（H多O少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72371" y="3017520"/>
            <a:ext cx="1904923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氧化产水多）。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方法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本课采用的学习方法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2453563" cy="39319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468880"/>
            <a:ext cx="199636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E7D6B"/>
                </a:solidFill>
                <a:latin typeface="楷体"/>
                <a:ea typeface="楷体"/>
                <a:cs typeface="楷体"/>
              </a:rPr>
              <a:t>分类树法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246120"/>
            <a:ext cx="1996363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结合本课内容运用该方法。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59403" y="2194560"/>
            <a:ext cx="2453563" cy="39319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88003" y="2468880"/>
            <a:ext cx="199636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B23A2A"/>
                </a:solidFill>
                <a:latin typeface="楷体"/>
                <a:ea typeface="楷体"/>
                <a:cs typeface="楷体"/>
              </a:rPr>
              <a:t>对比法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88003" y="3246120"/>
            <a:ext cx="1996363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淀粉/糖原/纤维素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8727" y="2194560"/>
            <a:ext cx="2453563" cy="39319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07327" y="2468880"/>
            <a:ext cx="199636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实例法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07327" y="3246120"/>
            <a:ext cx="1996363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健康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98051" y="2194560"/>
            <a:ext cx="2453563" cy="39319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651" y="2468880"/>
            <a:ext cx="199636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6B6258"/>
                </a:solidFill>
                <a:latin typeface="楷体"/>
                <a:ea typeface="楷体"/>
                <a:cs typeface="楷体"/>
              </a:rPr>
              <a:t>归纳法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651" y="3246120"/>
            <a:ext cx="1996363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结合本课内容运用该方法。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难点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容易卡住的地方与突破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2423160"/>
            <a:ext cx="548640" cy="54864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96312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450592"/>
            <a:ext cx="229605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多糖功能差异。原因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46120"/>
            <a:ext cx="2844698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突破：同样葡萄糖聚合，因连接方式和空间结构不同而功能异，需讲。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99178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27778" y="2423160"/>
            <a:ext cx="548640" cy="54864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27778" y="2496312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13578" y="2450592"/>
            <a:ext cx="229605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脂肪产能高。原因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3498" y="3246120"/>
            <a:ext cx="2844698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突破：H比例高，氧化耗氧多产水多，需计算对比。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58276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86876" y="2423160"/>
            <a:ext cx="548640" cy="54864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86876" y="2496312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72676" y="2450592"/>
            <a:ext cx="229605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固醇归类。原因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2596" y="3246120"/>
            <a:ext cx="2844698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突破：与脂肪不同类，易混，需单列。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板书精华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10911535" cy="502920"/>
          </a:xfrm>
          <a:prstGeom prst="round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10512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板块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1810512"/>
            <a:ext cx="7680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331720"/>
            <a:ext cx="10911535" cy="5303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2316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2423160"/>
            <a:ext cx="7680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糖类和脂质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916936"/>
            <a:ext cx="10911535" cy="530352"/>
          </a:xfrm>
          <a:prstGeom prst="roundRect">
            <a:avLst/>
          </a:prstGeom>
          <a:solidFill>
            <a:srgbClr val="E7DFD2"/>
          </a:solidFill>
          <a:ln w="1016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008376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3008376"/>
            <a:ext cx="7680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单糖(葡萄糖/核糖)、二糖(蔗糖/麦芽糖/乳糖)、多糖(淀粉/糖原/纤维素)，单体都是葡萄糖。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502152"/>
            <a:ext cx="10911535" cy="5303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593592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糖是主要能源物质。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3593592"/>
            <a:ext cx="7680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糖是主要能源物质。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087368"/>
            <a:ext cx="10911535" cy="530352"/>
          </a:xfrm>
          <a:prstGeom prst="roundRect">
            <a:avLst/>
          </a:prstGeom>
          <a:solidFill>
            <a:srgbClr val="E7DFD2"/>
          </a:solidFill>
          <a:ln w="1016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178808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脂质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4178808"/>
            <a:ext cx="7680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脂肪(储能)、磷脂(膜)、固醇(胆固醇/性激素/VD)。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672584"/>
            <a:ext cx="10911535" cy="5303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764024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脂肪储能多于糖（H多O少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4764024"/>
            <a:ext cx="7680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氧化产水多）。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基础 · 提高 · 拓展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3393338" cy="33832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3393338" cy="54864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基础 · 必做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2844698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1. 植物储能多糖____，动物储能多糖____。2. 胆固醇属于( )A.脂肪 B.固醇 C.磷脂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99178" y="2194560"/>
            <a:ext cx="3393338" cy="33832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99178" y="2194560"/>
            <a:ext cx="3393338" cy="54864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99178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提高 · 选做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3498" y="2971800"/>
            <a:ext cx="2844698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为什么等质量脂肪比糖类储存的能量多？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58276" y="2194560"/>
            <a:ext cx="3393338" cy="33832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58276" y="2194560"/>
            <a:ext cx="3393338" cy="54864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58276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拓展 · 探究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2596" y="2971800"/>
            <a:ext cx="2844698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把本课要点讲给家人听，或找一处生活中的例子印证。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单元小结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本课小结与单元定位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522716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2E7D6B"/>
                </a:solidFill>
                <a:latin typeface="楷体"/>
                <a:ea typeface="楷体"/>
                <a:cs typeface="楷体"/>
              </a:rPr>
              <a:t>本课小结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31720"/>
            <a:ext cx="5227167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700"/>
              </a:spcAft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· 糖：单糖(葡萄糖/核糖)、二糖(蔗糖/麦芽糖/乳糖)、多糖(淀粉/糖原/纤维素)，单体都是葡萄糖。</a:t>
            </a:r>
          </a:p>
          <a:p>
            <a:pPr algn="l">
              <a:lnSpc>
                <a:spcPct val="145000"/>
              </a:lnSpc>
              <a:spcAft>
                <a:spcPts val="700"/>
              </a:spcAft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· 糖是主要能源物质。</a:t>
            </a:r>
          </a:p>
          <a:p>
            <a:pPr algn="l">
              <a:lnSpc>
                <a:spcPct val="145000"/>
              </a:lnSpc>
              <a:spcAft>
                <a:spcPts val="700"/>
              </a:spcAft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· 脂质：脂肪(储能)、磷脂(膜)、固醇(胆固醇/性激素/VD)。</a:t>
            </a:r>
          </a:p>
          <a:p>
            <a:pPr algn="l">
              <a:lnSpc>
                <a:spcPct val="145000"/>
              </a:lnSpc>
              <a:spcAft>
                <a:spcPts val="700"/>
              </a:spcAft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· 脂肪储能多于糖（H多O少：氧化产水多）。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24447" y="1828800"/>
            <a:ext cx="5227167" cy="3657600"/>
          </a:xfrm>
          <a:prstGeom prst="round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98767" y="2011680"/>
            <a:ext cx="46785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单元坐标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98767" y="2514599"/>
            <a:ext cx="4678527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3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教材：必修1 分子与细胞</a:t>
            </a: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3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单元：组成细胞的分子</a:t>
            </a: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300" b="0">
                <a:solidFill>
                  <a:srgbClr val="E7DFD2"/>
                </a:solidFill>
                <a:latin typeface="楷体"/>
                <a:ea typeface="楷体"/>
                <a:cs typeface="楷体"/>
              </a:rPr>
              <a:t>衔接：下节课：无机物——水和无机盐，认识细胞中不可或缺的无机成分。</a:t>
            </a:r>
          </a:p>
          <a:p>
            <a:pPr algn="l">
              <a:lnSpc>
                <a:spcPct val="145000"/>
              </a:lnSpc>
              <a:spcBef>
                <a:spcPts val="600"/>
              </a:spcBef>
            </a:pPr>
            <a:r>
              <a:rPr sz="135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口诀：糖分单二多、单体葡萄糖；脂有脂肪储能、磷脂成膜、固醇调节；脂肪H多产能高。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