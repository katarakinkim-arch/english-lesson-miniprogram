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选择性必修2 生物与环境 · 第3单元 生态系统及其稳定性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生态系统的信息传递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生命观念：理解信息传递是生态系统的重要功能，维持系统协调。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科学思维：分类辨析物理/化学/行为信息，归纳其作用。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科学探究：举例调查身边生态系统的信息类型。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社会责任：运用信息传递原理进行害虫诱杀（如性外激素）。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生态系统中的信息包括物理信息（光、声、温度）、化学信息（气味、性外激素）、行为信息（蜜蜂舞蹈）。信息传递可调节种间关系、利于种群繁衍、维持生命活动，是生态系统重要功能。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物理信息：光、声、温度、磁力（来自无机或生物）。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化学信息：气味、性外激素、代谢产物。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行为信息：特殊行为（蜜蜂舞蹈、孔雀开屏）。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作用：生命活动的正常进行、种群繁衍、调节种间关系。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物理信息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化学信息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行为信息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信息传递作用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三类判别。原因：化学与行为易混（行为靠动作、化学靠物质），需举例区分。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调节种间关系。原因：信息传递不止利己，还能协调捕食关系维持稳态，需强调。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与能量物质并列。原因：信息是第三功能，学生常只记能量物质，需补充。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生态系统的信息传递
┌──────────────────┐
│ 三类信息: │
│ 物理:光声温度 │
│ 化学:气味激素 │
│ 行为:舞蹈开屏 │
│ 作用: │
│ 维持生命活动 │
│ 利于种群繁衍 │
│ 调节种间关系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生态系统的信息可分为物理信息、____信息和____信息。2. 蜜蜂通过"舞蹈"告知同伴蜜源位置，这属于____信息。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【提高作业】信息传递在农业生产上有哪些应用？举一例说明。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本单元主题：生态系统及其稳定性。把今天学到的方法带进下一篇——自己读、自己想、自己写。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