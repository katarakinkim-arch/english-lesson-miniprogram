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必修1 分子与细胞 · 第5单元 细胞的能量供应和利用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细胞呼吸的过程与意义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第18课时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生命观念：阐明细胞呼吸的过程与实质，认同能量逐步释放与高效利用。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科学思维：比较有氧呼吸三阶段及与无氧呼吸的异同。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科学探究：探究酵母菌细胞呼吸方式（有氧/无氧）。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社会责任：关注细胞呼吸在酿酒、酸奶、运动生理中的应用。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有氧呼吸三阶段：糖酵解（细胞质，葡萄糖→丙酮酸+[H]+少量ATP）、柠檬酸循环（线粒体基质）、电子传递链（内膜，产大量ATP），总式C6H12O6+6O2→6CO2+6H2O+能量。无氧呼吸：酒精发酵（植物、酵母）和乳酸发酵（动物、乳酸菌），只在第一阶段产ATP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有氧三阶段：Ⅰ糖酵解(质,丙酮酸+[H]+少ATP)；Ⅱ柠檬酸循环(基质,CO2+[H]+少ATP)；Ⅲ电子链(内膜,大量ATP)。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总式：C6H12O6+6O2→6CO2+6H2O+能量。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无氧：酒精发酵(植物/酵母)、乳酸发酵(动物/乳酸菌)，只Ⅰ阶段产ATP。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有氧释放能量多，无氧少。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有氧第一阶段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有氧第二三阶段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总反应式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无氧呼吸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三阶段场所。原因：Ⅰ在质、Ⅱ在基质、Ⅲ在内膜，易混，需表。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[H]与ATP分配。原因：Ⅲ产ATP最多，易错，需强调。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无氧两类型。原因：产物不同（酒精vs乳酸），易张冠李戴，需分。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细胞呼吸 ──┐
│ 有氧三阶段: │
│ Ⅰ质:糖→丙酮│
│ 酸+[H]+少ATP│
│ Ⅱ基质:→CO2 │
│ +[H]+少ATP │
│ Ⅲ内膜:[H]+O2│
│ →H2O+多ATP│
│ 总式:C6H12O6│
│ +6O2→6CO2+ │
│ 6H2O+能 │
│ 无氧:酒精/乳│
│ 酸(仅Ⅰ产ATP)│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有氧呼吸第二、三阶段分别在线粒体的____和____进行。2. 乳酸菌无氧呼吸的产物是____。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【提高作业】为什么有氧呼吸比无氧呼吸释放的能量多得多？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本单元主题：细胞的能量供应和利用。把今天学到的方法带进下一篇——自己读、自己想、自己写。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