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4688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必修1 分子与细胞 · 高一 · 新课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细胞呼吸的过程与意义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933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单元：细胞的能量供应和利用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学生课堂版 · 权威调研核实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#有氧呼吸  #无氧呼吸  #糖酵解  #柠檬酸循环  #必修1Ch5  #第十八课时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 · 学科色块兜底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阐明细胞呼吸的过程与实质，认同能量逐步释放与高效利用。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比较有氧呼吸三阶段及与无氧呼吸的异同。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探究酵母菌细胞呼吸方式（有氧/无氧）。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51959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关注细胞呼吸在酿酒、酸奶、运动生理中的应用。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本单元主题：细胞的能量供应和利用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氧呼吸三阶段：糖酵解（细胞质，葡萄糖→丙酮酸+[H]+少量ATP）、柠檬酸循环（线粒体基质）、电子传递链（内膜，产大量ATP），总式C6H12O6+6O2→6CO2+6H2O+能量。无氧呼吸：酒精发酵（植物、酵母）和乳酸发酵（动物、乳酸菌），只在第一阶段产ATP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5720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2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231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Monash University: The process of aerobic respiration（三阶段场所与产物）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LibreTexts: Cellular Respiration（糖酵解/柠檬酸循环/电子传递链）</a:t>
            </a:r>
          </a:p>
          <a:p>
            <a:pPr algn="l">
              <a:lnSpc>
                <a:spcPct val="140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总反应式 C6H12O6+6O2→6CO2+6H2O+能量（教材）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有氧三阶段：Ⅰ糖酵解(质,丙酮酸+[H]+少ATP)；Ⅱ柠檬酸循环(基质,CO2+[H]+少ATP)；Ⅲ电子链(内膜,大量ATP)。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9456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总式：C6H12O6+6O2→6CO2+6H2O+能量。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9456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无氧：酒精发酵(植物/酵母)、乳酸发酵(动物/乳酸菌)，只Ⅰ阶段产ATP。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9456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0428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971800"/>
            <a:ext cx="199636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有氧释放能量多，无氧少。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阶段图解法(三阶段)。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3803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8003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对比表法(有氧/无氧)。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实验法(酵母菌)。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42316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451" y="2450592"/>
            <a:ext cx="135628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651" y="3200400"/>
            <a:ext cx="19963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总式归纳法。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三阶段场所。原因：Ⅰ在质、Ⅱ在基质、Ⅲ在内膜，易混，需表。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[H]与ATP分配。原因：Ⅲ产ATP最多，易错，需强调。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无氧两类型。原因：产物不同（酒精vs乳酸），易张冠李戴，需分。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6177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课题：细胞呼吸的过程与意义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9748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有氧三阶段：Ⅰ糖酵解(质,丙酮酸+[H]+少ATP)；Ⅱ柠檬酸循环(基质,CO2+[H]+少ATP)；Ⅲ电子链(内膜,大量ATP)。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总式：C6H12O6+6O2→6CO2+6H2O+能量。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无氧：酒精发酵(植物/酵母)、乳酸发酵(动物/乳酸菌)，只Ⅰ阶段产ATP。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有氧释放能量多，无氧少。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有氧呼吸第二、三阶段分别在线粒体的____和____进行。2. 乳酸菌无氧呼吸的产物是____。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为什么有氧呼吸比无氧呼吸释放的能量多得多？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巩固提示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回看本课板书精华，用一句话概括核心过程，写在笔记本上。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细胞的能量供应和利用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氧呼吸三阶段：糖酵解（细胞质，葡萄糖→丙酮酸+[H]+少量ATP）、柠檬酸循环（线粒体基质）、电子传递链（内膜，产大量ATP），总式C6H12O6+6O2→6CO2+6H2O+能量。无氧呼吸：酒精发酵（植物、酵母）和乳酸发酵（动物、乳酸菌），只在第一阶段产ATP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本单元线索：细胞的能量供应和利用，本课为其中一环，承上启下。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5740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① 有氧三阶段：Ⅰ糖酵解(质,丙酮酸+[H]+少ATP)；Ⅱ柠檬酸循环(基质,CO2+[H]+少ATP)；Ⅲ电子链(内膜,大量ATP)。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② 总式：C6H12O6+6O2→6CO2+6H2O+能量。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③ 无氧：酒精发酵(植物/酵母)、乳酸发酵(动物/乳酸菌)，只Ⅰ阶段产ATP。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④ 有氧释放能量多，无氧少。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