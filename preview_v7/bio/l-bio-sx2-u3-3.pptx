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第3单元 生态系统及其稳定性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生态系统的物质循环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生命观念：理解物质在生物圈中循环往复，认同全球性的物质观。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科学思维：绘制碳循环图解，比较物质循环与能量流动的差异。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科学探究：分析碳收支数据，探讨温室效应。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社会责任：关注低碳生活，理解碳中和的意义。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组成生物体的C、H、O、N等元素在无机环境与生物群落间反复循环。以碳循环为例：CO2经光合作用入生物群落，经呼吸作用和分解作用回无机环境。物质循环具全球性（生物地球化学循环）。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物质循环：元素在无机环境与生物群落间反复利用。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碳进入群落：光合作用（主）、化能合成。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碳回无机环境：呼吸、分解者分解、化石燃料燃烧。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全球性+循环性；与能量"单向递减"不同。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碳进群落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碳回环境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物质vs能量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温室效应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碳进出途径。原因：学生漏"分解者分解"和"化石燃料"，需完整图解。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物质vs能量。原因：物质循环、能量单向，易混，需对比表。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温室效应。原因：CO2增多源于化石燃料与砍伐，需因果链。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生态系统的物质循环
┌──────────────────┐
│ 元素:全球循环 │
│ 碳进入:光合(主) │
│ 化能合成 │
│ 碳返回:呼吸 │
│ 分解者分解 │
│ 化石燃料燃烧 │
│ 物质:循环重复 │
│ 能量:单向递减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碳元素从无机环境进入生物群落的主要途径是____作用和化能合成作用。2. 与能量流动"单向递减"不同，物质循环的特点是____性和____性。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【提高作业】大量燃烧化石燃料为何会加剧温室效应？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本单元主题：生态系统及其稳定性。把今天学到的方法带进下一篇——自己读、自己想、自己写。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