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选择性必修3 生物技术与工程 · 第2单元 细胞工程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动物细胞工程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生命观念：理解动物细胞具可培养与重编程潜能。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科学思维：比较动植物细胞工程原理与流程差异。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科学探究：了解单克隆抗体制备的两个筛选环节。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社会责任：认识单克隆抗体在疾病诊断治疗中的价值。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动物细胞工程包括动物细胞培养（从组织分散为单细胞，在培养液中增殖）、核移植（体细胞核移入去核卵母细胞，如克隆羊多莉）、细胞融合与单克隆抗体（杂交瘤细胞产特异性抗体）。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动物细胞培养：组织→胰蛋白酶分散→原代/传代培养，需无菌、适宜温度pH。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核移植：体细胞核+去核卵母细胞质→重组细胞→克隆个体（多莉）。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单克隆抗体：B细胞（产特异抗体）融合骨髓瘤细胞（无限增殖）→杂交瘤→筛选→单抗。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动物细胞无全能性（但核有）。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动物细胞培养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核移植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单克隆抗体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两次筛选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核移植供受。原因：供体提供细胞核、受体为去核卵母细胞，关系易反，需明确。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单抗两筛选。原因：先筛杂交瘤（HAT）、再筛产所需抗体者，两步易混。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动物无全能性。原因：动物细胞难直接发育成个体，需借卵质，易误用植物概念。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动物细胞工程
┌──────────────────┐
│ 培养:组织→酶解 │
│ →单细胞→传代 │
│ 核移植:体细胞核│
│ +去核卵质→克隆│
│ 单抗: │
│ B细胞+骨髓瘤 │
│ →杂交瘤(两筛) │
│ 动物细胞无全能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动物细胞培养中，常用____酶将组织分散成单个细胞。2. 制备单克隆抗体时，需将能产生特异性抗体的B淋巴细胞与____细胞融合形成杂交瘤细胞。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【提高作业】克隆羊多莉的细胞核来自哪里？它主要说明什么？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本单元主题：细胞工程。把今天学到的方法带进下一篇——自己读、自己想、自己写。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