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第2单元 细胞工程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动物细胞工程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动物细胞工程包括动物细胞培养（从组织分散为单细胞，在培养液中增殖）、核移植（体细胞核移入去…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单元：细胞工程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理解动物细胞具可培养与重编程潜能。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比较动植物细胞工程原理与流程差异。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了解单克隆抗体制备的两个筛选环节。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认识单克隆抗体在疾病诊断治疗中的价值。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动物细胞工程包括动物细胞培养（从组织分散为单细胞，在培养液中增殖）、核移植（体细胞核移入去核卵母细胞，如克隆羊多莉）、细胞融合与单克隆抗体（杂交瘤细胞产特异性抗体）。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来源：1997 年英国罗斯林研究所 Ian Wilmut 团队在《Nature》发表体细胞克隆羊「多莉」，标志哺乳动物体细胞核克隆时代到来（worldscience.cn《动物克隆技术》）。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来源：单克隆抗体由 César Milstein 与 Georges Köhler 于 1975 年以杂交瘤技术实现规模化制备（百度百科「动物细胞工程」）；动物细胞培养是其余动物细胞工程技术的基础。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动物细胞培养：组织→胰蛋白酶分散→原代/传代培养，需无菌、适宜温度pH。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核移植：体细胞核+去核卵母细胞质→重组细胞→克隆个体（多莉）。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单克隆抗体：B细胞（产特异抗体）融合骨髓瘤细胞（无限增殖）→杂交瘤→筛选→单抗。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动物细胞无全能性（但核有）。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流程法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培养/核移植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案例法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多莉/单抗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动/植细胞工程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核移植供受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破解：供体提供细胞核、受体为去核卵母细胞，关系易反，需明确。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单抗两筛选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破解：先筛杂交瘤（HAT）、再筛产所需抗体者，两步易混。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动物无全能性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破解：动物细胞难直接发育成个体，需借卵质，易误用植物概念。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培养:组织→酶解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→单细胞→传代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核移植:体细胞核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+去核卵质→克隆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单抗: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B细胞+骨髓瘤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→杂交瘤(两筛)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动物细胞无全能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动物细胞培养中，常用____酶将组织分散成单个细胞。2. 制备单克隆抗体时，需将能产生特异性抗体的B淋巴细胞与____细胞融合形成杂交瘤细胞。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克隆羊多莉的细胞核来自哪里？它主要说明什么？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本单元「细胞工程」：核移植供受关系明确，单抗两筛选步骤清晰。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核移植供受关系明确，单抗两筛选步骤清晰。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动物无全能性易与植物混淆，需对比强调。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胚胎工程。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