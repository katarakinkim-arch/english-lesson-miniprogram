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必修2 遗传与进化 · 生物的进化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隔离与物种形成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物种：能够在自然状态下相互交配并产生可育后代的一群生物。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 · 第 十八 课时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68880"/>
            <a:ext cx="731520" cy="7315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生命观念：阐明物种概念与隔离在物种形成中的作用，认同生物多样性来源。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20425" y="2468880"/>
            <a:ext cx="731520" cy="7315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0425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科学思维：比较地理隔离与生殖隔离的区别与联系。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9749" y="2468880"/>
            <a:ext cx="731520" cy="7315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9749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科学探究：说明生殖隔离是新物种形成的标志。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9073" y="2468880"/>
            <a:ext cx="731520" cy="7315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9073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社会责任：关注物种形成与生物多样性保护。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教材定位与权威核实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种：能够在自然状态下相互交配并产生可育后代的一群生物。隔离分地理隔离（空间阻断基因交流）和生殖隔离（不能交配或后代不育，如马驴→骡）。生殖隔离是新物种形成的标志，长期地理隔离可积累差异导致生殖隔离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本课属于《必修2 遗传与进化》生物的进化单元，沿"基因→性状→变异→进化→稳态"主线展开。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37360"/>
            <a:ext cx="5227167" cy="46634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Biology Insights: Postzygotic barriers &amp; the sterile mule（马 64 · 驴 62 → 骡 63 不育）。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PMC: Genomic incompatibilities in the hybrid mule (Equus, 2022).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" cy="928116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8313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74570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物种：自然状态下能相互交配并产生可育后代。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4388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4388"/>
            <a:ext cx="109728" cy="928116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275838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7278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04388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地理隔离：地理障碍阻断基因交流（如山脉、海峡）。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97096"/>
            <a:ext cx="109728" cy="928116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368546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59986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97096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生殖隔离：不能交配/不产可育后代（如马×驴→骡不育）。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9804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289804"/>
            <a:ext cx="109728" cy="928116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61254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52694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89804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形成：地理隔离→差异积累→生殖隔离（新物种标志）。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怎么学 · 方法指引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概念对比法(两隔离)。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实例法(马驴骡)。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过程图解法(物种形成)。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43484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归纳法。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物种定义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原因："可育后代"是关键，骡不育故马驴不同种，易漏。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两隔离关系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原因：地理隔离可引生殖隔离，但生殖隔离不一定先有地理隔离，易混。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必要条件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原因：生殖隔离是新种标志（必要），需强调。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一页速记 · 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389120"/>
          </a:xfrm>
          <a:prstGeom prst="roundRect">
            <a:avLst/>
          </a:prstGeom>
          <a:solidFill>
            <a:srgbClr val="E7DFD2"/>
          </a:solidFill>
          <a:ln w="1524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物种形成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物种:能交配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产可育后代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地理隔离:障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碍阻断交流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生殖隔离:不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育/不交配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(新种标志)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过程:地理隔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→差异积累→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生殖隔离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马×驴→骡不</a:t>
            </a:r>
          </a:p>
          <a:p>
            <a:pPr algn="l">
              <a:lnSpc>
                <a:spcPct val="126307"/>
              </a:lnSpc>
              <a:spcAft>
                <a:spcPts val="500"/>
              </a:spcAft>
            </a:pPr>
            <a:r>
              <a:rPr sz="1309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育(异种)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新物种形成的标志是____。2. 马和驴杂交产生的骡不育，说明马和驴之间存在____隔离。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地理隔离与生殖隔离在物种形成中分别起什么作用？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09728" cy="7315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① 物种：自然状态下能相互交配并产生可育后代。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9728" cy="7315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② 地理隔离：地理障碍阻断基因交流（如山脉、海峡）。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40480"/>
            <a:ext cx="109728" cy="7315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③ 生殖隔离：不能交配/不产可育后代（如马×驴→骡不育）。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46320"/>
            <a:ext cx="10911535" cy="1143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8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下节课衔接：共同进化与生物多样性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本课件未使用无关配图，以学科色块呈现；要点以教材为准。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