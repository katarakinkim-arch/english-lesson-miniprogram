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必修2 遗传与进化 · 第6单元 生物的进化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隔离与物种形成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生命观念：阐明物种概念与隔离在物种形成中的作用，认同生物多样性来源。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科学思维：比较地理隔离与生殖隔离的区别与联系。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科学探究：说明生殖隔离是新物种形成的标志。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社会责任：关注物种形成与生物多样性保护。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种：能够在自然状态下相互交配并产生可育后代的一群生物。隔离分地理隔离（空间阻断基因交流）和生殖隔离（不能交配或后代不育，如马驴→骡）。生殖隔离是新物种形成的标志，长期地理隔离可积累差异导致生殖隔离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物种：自然状态下能相互交配并产生可育后代。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地理隔离：地理障碍阻断基因交流（如山脉、海峡）。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生殖隔离：不能交配/不产可育后代（如马×驴→骡不育）。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形成：地理隔离→差异积累→生殖隔离（新物种标志）。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地理隔离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生殖隔离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马驴骡例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形成过程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物种定义。原因："可育后代"是关键，骡不育故马驴不同种，易漏。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两隔离关系。原因：地理隔离可引生殖隔离，但生殖隔离不一定先有地理隔离，易混。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必要条件。原因：生殖隔离是新种标志（必要），需强调。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物种形成 ──┐
│ 物种:能交配 │
│ 产可育后代 │
│ 地理隔离:障 │
│ 碍阻断交流 │
│ 生殖隔离:不 │
│ 育/不交配 │
│ (新种标志) │
│ 过程:地理隔│
│ →差异积累→│
│ 生殖隔离 │
│ 马×驴→骡不│
│ 育(异种)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新物种形成的标志是____。2. 马和驴杂交产生的骡不育，说明马和驴之间存在____隔离。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【提高作业】地理隔离与生殖隔离在物种形成中分别起什么作用？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本单元主题：生物的进化。把今天学到的方法带进下一篇——自己读、自己想、自己写。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