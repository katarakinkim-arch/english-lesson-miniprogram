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必修2 遗传与进化 · 第5单元 基因突变及其他变异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人类遗传病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生命观念：说出人类遗传病的类型，认同疾病预防的必要性。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科学思维：比较单基因、多基因、染色体病的差异。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科学探究：了解遗传病调查与遗传咨询的基本方法。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社会责任：关注遗传咨询、产前诊断在优生中的应用。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人类遗传病分单基因遗传病（一对基因，如红绿色盲、白化）、多基因遗传病（多对基因+环境，如高血压）、染色体异常遗传病（如21三体）。介绍调查方法与遗传咨询、产前诊断预防。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单基因：一对等位基因控制（显/隐），如色盲、白化。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多基因：多对基因+环境，如高血压、唇裂，家族聚集。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染色体病：染色体异常，如21三体、猫叫综合征。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预防：遗传咨询、产前诊断（羊水穿刺、基因检测）。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单基因病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多基因病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染色体病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预防手段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单vs多基因。原因："一对"vs"多对+环境"，易混，需对比。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先天≠遗传。原因：先天可能环境因素，需点。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预防手段。原因：咨询/诊断步骤，易漏，需列。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人类遗传病 ──┐
│ 单基因:一对 │
│ 等位基因 │
│ (色盲白化) │
│ 多基因:多对│
│ +环境(高血│
│ 压) │
│ 染色体病: │
│ 数目/结构异│
│ (21三体) │
│ 预防:咨询+│
│ 产前诊断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红绿色盲、白化病属于____遗传病；高血压、冠心病属于____遗传病。2. 可通过羊水穿刺、基因检测进行的预防手段称为____。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【提高作业】"先天性疾病都是遗传病"这一说法是否正确？为什么？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本单元主题：基因突变及其他变异。把今天学到的方法带进下一篇——自己读、自己想、自己写。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