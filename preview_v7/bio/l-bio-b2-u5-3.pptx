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必修2 遗传与进化 · 基因突变及其他变异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人类遗传病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人类遗传病分单基因遗传病（一对基因，如红绿色盲、白化）、多基因遗传病（多对基因+环境，如高血压）、染色体异常遗传病（如21三体）。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 · 第 十六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468880"/>
            <a:ext cx="731520" cy="7315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生命观念：说出人类遗传病的类型，认同疾病预防的必要性。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0425" y="2468880"/>
            <a:ext cx="731520" cy="7315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425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科学思维：比较单基因、多基因、染色体病的差异。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9749" y="2468880"/>
            <a:ext cx="731520" cy="7315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9749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科学探究：了解遗传病调查与遗传咨询的基本方法。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59073" y="2468880"/>
            <a:ext cx="731520" cy="7315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9073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社会责任：关注遗传咨询、产前诊断在优生中的应用。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教材定位与权威核实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人类遗传病分单基因遗传病（一对基因，如红绿色盲、白化）、多基因遗传病（多对基因+环境，如高血压）、染色体异常遗传病（如21三体）。介绍调查方法与遗传咨询、产前诊断预防。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本课属于《必修2 遗传与进化》基因突变及其他变异单元，沿"基因→性状→变异→进化→稳态"主线展开。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737360"/>
            <a:ext cx="5227167" cy="46634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CDC: Genetic Disorders（单基因 / 染色体 / 多因子三类）。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MedlinePlus: Genetic Disorders（遗传病分类与举例）。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" cy="928116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8313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4570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单基因：一对等位基因控制（显/隐），如色盲、白化。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4388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04388"/>
            <a:ext cx="109728" cy="928116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75838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7278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04388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多基因：多对基因+环境，如高血压、唇裂，家族聚集。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97096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97096"/>
            <a:ext cx="109728" cy="928116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368546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59986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97096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染色体病：染色体异常，如21三体、猫叫综合征。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9804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89804"/>
            <a:ext cx="109728" cy="928116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61254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2694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289804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预防：遗传咨询、产前诊断（羊水穿刺、基因检测）。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怎么学 · 方法指引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分类对比法。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实例法。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调查设计法。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43484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优生教育法。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单vs多基因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原因："一对"vs"多对+环境"，易混，需对比。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先天≠遗传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原因：先天可能环境因素，需点。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预防手段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原因：咨询/诊断步骤，易漏，需列。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一页速记 · 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389120"/>
          </a:xfrm>
          <a:prstGeom prst="roundRect">
            <a:avLst/>
          </a:prstGeom>
          <a:solidFill>
            <a:srgbClr val="E7DFD2"/>
          </a:solidFill>
          <a:ln w="1524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人类遗传病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单基因:一对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等位基因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(色盲白化)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多基因:多对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+环境(高血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压)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染色体病: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数目/结构异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(21三体)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预防:咨询+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产前诊断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红绿色盲、白化病属于____遗传病；高血压、冠心病属于____遗传病。2. 可通过羊水穿刺、基因检测进行的预防手段称为____。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"先天性疾病都是遗传病"这一说法是否正确？为什么？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7315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① 单基因：一对等位基因控制（显/隐），如色盲、白化。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9728" cy="7315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② 多基因：多对基因+环境，如高血压、唇裂，家族聚集。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9728" cy="7315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③ 染色体病：染色体异常，如21三体、猫叫综合征。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911535" cy="1143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下节课衔接：生物的进化——现代生物进化理论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本课件未使用无关配图，以学科色块呈现；要点以教材为准。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