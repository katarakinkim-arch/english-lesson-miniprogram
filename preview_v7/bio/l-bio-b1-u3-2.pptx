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必修1 分子与细胞 · 第3单元 细胞的基本结构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细胞器之间的分工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生命观念：说出主要细胞器的结构与功能，认同结构与功能相适应。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科学思维：比较线粒体与叶绿体的异同，归纳双层膜细胞器。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科学探究：使用高倍镜观察叶绿体和线粒体（健那绿染色）。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社会责任：关注细胞器异常导致的疾病（如线粒体病）。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介绍主要细胞器的结构与功能：线粒体（有氧呼吸主场所）、叶绿体（光合）、内质网（加工运输）、高尔基体（加工分类）、核糖体（合成蛋白）、溶酶体（水解）、液泡、中心体。区分动植物细胞器差异。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双层膜：线粒体(呼吸)、叶绿体(光合)。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单层膜：内质网(加工运输)、高尔基体(加工分类)、溶酶体(水解)、液泡。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无膜：核糖体(合成蛋白)、中心体(分裂)。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动植物差异：中心体（动物低等植物有）、叶绿体液泡（植物有）。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双层膜细胞器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单层膜细胞器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无膜细胞器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动植物差异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内质网高尔基体分工。原因：二者都"加工"易混，需明确谁先谁后、各管什么。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双层膜对比。原因：线粒体叶绿体都双层膜但功能相反，易错，需表。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无膜细胞器。原因：核糖体中心体无膜，学生易漏，需强调。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细胞器分工 ──┐
│ 双层膜: │
│ 线粒体(呼吸) │
│ 叶绿体(光合) │
│ 单层膜: │
│ 内质网(加工) │
│ 高尔基(包装)│
│ 溶酶体(水解)│
│ 液泡 │
│ 无膜: │
│ 核糖体(合成)│
│ 中心体(分裂)│
│ 植:叶/液 动:│
│ 中心体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蛋白质的"合成车间"是____。2. 下列动物细胞有而高等植物细胞无的是( )A.线粒体 B.中心体 C.核糖体。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【提高作业】列表比较线粒体与叶绿体的结构与功能。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本单元主题：细胞的基本结构。把今天学到的方法带进下一篇——自己读、自己想、自己写。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