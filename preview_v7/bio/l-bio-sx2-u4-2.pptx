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第4单元 人与环境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生物多样性及其保护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生命观念：理解生物多样性是地球生命支持系统，认同其价值。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科学思维：辨析三个层次与三类价值，建立层次观。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科学探究：了解本地自然保护区及保护对象。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社会责任：树立保护生物多样性意识，践行绿色生活。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物多样性包括遗传（基因）多样性、物种多样性、生态系统多样性三个层次。价值有间接价值（生态功能，最大）、直接价值、潜在价值。保护措施：就地保护（建立自然保护区，最有效）、易地保护、利用生物技术保护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三层次：基因（遗传）多样性、物种多样性、生态系统多样性。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三价值：间接价值（生态功能，最大）、直接价值、潜在价值。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保护措施：就地保护（自然保护区，最有效）、易地保护、种质库、立法。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丧失主因：栖息地破坏、过度利用、污染、外来物种。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三层次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就地保护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易地与威胁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三层次关系。原因：基因→物种→生态系统由微观到宏观，易混，需层级图。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间接价值最大。原因：学生误重直接（食用药用）轻间接（调节），需纠正。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就地vs易地。原因：就地是在原生地设保护区最有效，易地是迁离，需对比。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生物多样性及保护
┌──────────────────┐
│ 三层次: │
│ 基因→物种→生态 │
│ 三价值: │
│ 直接/间接(最大)│
│ /潜在 │
│ 保护:就地(最有效│
│ )易地/种质库 │
│ 威胁:栖地破坏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生物多样性包括____多样性、物种多样性和生态系统多样性三个层次。2. 保护生物多样性最为有效的措施是____保护（如建立自然保护区）。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【提高作业】为什么间接价值常被认为大于直接价值？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本单元主题：人与环境。把今天学到的方法带进下一篇——自己读、自己想、自己写。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