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选择性必修2 生物与环境 · 第3单元 生态系统及其稳定性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生态系统的稳定性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生命观念：理解生态系统具自我调节能力，认同稳态是动态平衡。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科学思维：比较抵抗力与恢复力稳定性，运用负反馈模型。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科学探究：设计小型生态瓶，观察稳定性与因素关系。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社会责任：提出增强生态系统稳定性的保护措施。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生态系统具保持或恢复自身结构和功能相对稳定的能力，包括抵抗力稳定性（抵抗干扰、保持原状）和恢复力稳定性（受破坏后恢复）。基础是负反馈调节；营养结构越复杂，抵抗力越强。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抵抗力稳定性：抵抗干扰、保持原状（结构复杂者强）。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恢复力稳定性：受破坏后恢复原状（常结构简单者强）。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自我调节能力有限，基础是负反馈调节。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营养结构越复杂→抵抗力越强，但恢复力未必强。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抵抗力稳定性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恢复力稳定性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负反馈调节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结构与稳定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抵抗vs恢复。原因：二者含义相反易混，需对比"保持"与"恢复"。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复杂与恢复力。原因：常误以为越复杂恢复越强，实际多为负相关，需澄清。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负反馈。原因：负反馈维持稳态、正反馈破坏（如污染放大），需举例。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生态系统的稳定性
┌──────────────────┐
│ 抵抗力:保持原状 │
│ 结构复杂→强 │
│ 恢复力:破坏后复│
│ 常结构简→强 │
│ 基础:负反馈 │
│ 狼多兔少狼少 │
│ 兔回升(振荡稳)│
│ 调节能力有限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生态系统抵抗外界干扰并使自身结构与功能保持原状的能力，叫____稳定性。2. 生态系统自我调节能力的基础是____调节。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【提高作业】为什么营养结构越复杂的生态系统，其抵抗力稳定性往往越强？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本单元主题：生态系统及其稳定性。把今天学到的方法带进下一篇——自己读、自己想、自己写。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