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必修1 分子与细胞 · 第3单元 · 第8课时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细胞膜的结构和功能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单元：细胞的基本结构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细胞膜功能：将细胞与外界分隔、控制物质进出、进行细胞间信息交流。结构：流动镶嵌模型（磷脂双分…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650992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细胞膜 · 流动镶嵌模型 · 选择透过性 · 流动性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四向核心素养目标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阐明细胞膜的结构与功能，认同结构决定功能的观点。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运用流动镶嵌模型解释膜的选择透过性与流动性。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了解细胞膜成分探究（脂溶性物质易通过）的实验证据。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关注细胞膜异常与疾病（如癌细胞糖被变化）。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细胞膜功能：将细胞与外界分隔、控制物质进出、进行细胞间信息交流。结构：流动镶嵌模型（磷脂双分子层为基本支架，蛋白质镶嵌/贯穿，外侧有糖被）。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本课属细胞的基本结构，承接本单元前序知识，为后续内容打基础。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830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599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人民教育出版社《生物学·必修1·分子与细胞》第3章第1节 细胞膜的结构和功能（人教2019版）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 学案：流动镶嵌模型、磷脂排布与选择透过性（zy.21cnjy.com/14063633）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配图说明：本课件未使用无关配图，采用学科色块呈现。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本课需要掌握的重点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界膜、控制物质进出、信息交流。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6400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流动镶嵌模型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磷脂双分子层为支架，蛋白镶嵌/嵌/贯穿，糖被在外侧。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6400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磷脂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头部亲水、尾部疏水。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6400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结构特点流动性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功能特点选择透过性。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本课采用的学习方法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动画演示法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磷脂排布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8003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模型构建法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结合本课内容运用该方法。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对比法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两特性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651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实验证据法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结合本课内容运用该方法。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容易卡住的地方与突破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磷脂排布。原因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突破：头亲水尾疏水，自动双分子层，需动画。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蛋白位置。原因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突破：镶/嵌/贯穿三态易混，需图。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两特性关系。原因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突破：流动性是结构基础，选择透过性是功能表现，需厘清。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11535" cy="502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板块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105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231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细胞膜的结构和功能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16936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0837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功能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08376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界膜、控制物质进出、信息交流。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02152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93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流动镶嵌模型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59359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磷脂双分子层为支架，蛋白镶嵌/嵌/贯穿，糖被在外侧。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87368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78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磷脂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17880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头部亲水、尾部疏水。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72584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640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结构特点流动性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76402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功能特点选择透过性。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细胞膜的结构特点____，功能特点____。2. 磷脂分子的____亲水、____疏水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流动性与选择透过性有何关系？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探究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把本课要点讲给家人听，或找一处生活中的例子印证。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本课小结与单元定位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本课小结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功能：界膜、控制物质进出、信息交流。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流动镶嵌模型：磷脂双分子层为支架，蛋白镶嵌/嵌/贯穿，糖被在外侧。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磷脂：头部亲水、尾部疏水。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结构特点流动性：功能特点选择透过性。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3657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单元坐标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14599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教材：必修1 分子与细胞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单元：细胞的基本结构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衔接：下节课：细胞器之间的分工——细胞内的"车间"各司其职。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3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口诀：磷脂双分子层作支架，蛋白镶/嵌/贯穿；糖被在外侧；结构流动、功能选择透过。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