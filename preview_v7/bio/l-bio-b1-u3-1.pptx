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必修1 分子与细胞 · 第3单元 细胞的基本结构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细胞膜的结构和功能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生命观念：阐明细胞膜的结构与功能，认同结构决定功能的观点。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科学思维：运用流动镶嵌模型解释膜的选择透过性与流动性。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科学探究：了解细胞膜成分探究（脂溶性物质易通过）的实验证据。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社会责任：关注细胞膜异常与疾病（如癌细胞糖被变化）。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细胞膜功能：将细胞与外界分隔、控制物质进出、进行细胞间信息交流。结构：流动镶嵌模型（磷脂双分子层为基本支架，蛋白质镶嵌/贯穿，外侧有糖被）。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功能：界膜、控制物质进出、信息交流。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流动镶嵌模型：磷脂双分子层为支架，蛋白镶嵌/嵌/贯穿，糖被在外侧。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磷脂：头部亲水、尾部疏水。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结构特点流动性，功能特点选择透过性。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探究证据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磷脂排布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流动镶嵌模型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信息交流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磷脂排布。原因：头亲水尾疏水，自动双分子层，需动画。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蛋白位置。原因：镶/嵌/贯穿三态易混，需图。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两特性关系。原因：流动性是结构基础，选择透过性是功能表现，需厘清。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细胞膜 ──┐
│ 功能:界膜/控制│
│ 进出/信息交流│
│ 磷脂双分子层: │
│ 头亲水尾疏水│
│ 蛋白:镶/嵌/ │
│ 贯穿 │
│ 糖被:外侧(识│
│ 别) │
│ 结构特点:流动│
│ 功能特点:选择│
│ 透过性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细胞膜的结构特点____，功能特点____。2. 磷脂分子的____亲水、____疏水。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【提高作业】流动性与选择透过性有何关系？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本单元主题：细胞的基本结构。把今天学到的方法带进下一篇——自己读、自己想、自己写。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