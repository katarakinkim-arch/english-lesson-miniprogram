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必修2 遗传与进化 · 第6单元 生物的进化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现代生物进化理论的主要内容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生命观念：阐明现代生物进化理论要点，认同进化在种群层面进行。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科学思维：理解基因频率改变是生物进化的实质。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科学探究：计算种群基因频率，说明突变和基因重组提供原材料。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社会责任：关注进化理论在抗病育种、公共卫生中的意义。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现代生物进化理论以种群为基本单位：种群是生物进化的基本单位，种群基因频率的改变是进化的实质。突变和基因重组提供原材料，自然选择定向改变基因频率，隔离是新物种形成的必要条件。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种群是生物进化的基本单位（不是个体）。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实质：种群基因频率发生定向改变。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原材料：突变（基因突变+染色体变异）和基因重组。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定向力量：自然选择决定进化方向（改变基因频率）。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基因频率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原材料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自然选择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进化实质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种群为单位。原因：进化看群体基因库而非个体，易错，需强调。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基因频率实质。原因："基因频率变=进化"，需讲清。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原材料vs方向。原因：突变重组提供材料但不定向，自然选择定向，易混。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进化理论 ──┐
│ 单位:种群 │
│ 实质:基因频│
│ 率定向改变 │
│ 原材料:突变│
│ +基因重组 │
│ (不定向) │
│ 方向:自然选│
│ 择(定向) │
│ 频率=纯合+ │
│ 1/2杂合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现代生物进化理论认为，____是生物进化的基本单位。2. 生物进化的实质是种群____发生定向改变。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【提高作业】为什么突变和基因重组只是为进化提供原材料，而不能决定进化的方向？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本单元主题：生物的进化。把今天学到的方法带进下一篇——自己读、自己想、自己写。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