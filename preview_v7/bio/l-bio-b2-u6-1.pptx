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必修2 遗传与进化 · 生物的进化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现代生物进化理论的主要内容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6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现代生物进化理论以种群为基本单位：种群是生物进化的基本单位，种群基因频率的改变是进化的实质。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115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高中生物 · 学生版课堂 · 第 十七 课时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468880"/>
            <a:ext cx="731520" cy="7315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生命观念：阐明现代生物进化理论要点，认同进化在种群层面进行。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20425" y="2468880"/>
            <a:ext cx="731520" cy="7315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0425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2283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科学思维：理解基因频率改变是生物进化的实质。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9749" y="2468880"/>
            <a:ext cx="731520" cy="7315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9749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科学探究：计算种群基因频率，说明突变和基因重组提供原材料。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59073" y="2468880"/>
            <a:ext cx="731520" cy="7315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59073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0931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社会责任：关注进化理论在抗病育种、公共卫生中的意义。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教材定位与权威核实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现代生物进化理论以种群为基本单位：种群是生物进化的基本单位，种群基因频率的改变是进化的实质。突变和基因重组提供原材料，自然选择定向改变基因频率，隔离是新物种形成的必要条件。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本课属于《必修2 遗传与进化》生物的进化单元，沿"基因→性状→变异→进化→稳态"主线展开。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737360"/>
            <a:ext cx="5227167" cy="466344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权威调研来源（联网核实）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6785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OpenStax Biology: Population Evolution（现代综合进化论 / 现代达尔文主义）。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Britannica: Hardy-Weinberg law（遗传平衡定律）。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本课件未使用无关配图，以学科色块呈现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本课核心要点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" cy="928116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83130"/>
            <a:ext cx="585216" cy="58521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74570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011680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种群是生物进化的基本单位（不是个体）。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4388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04388"/>
            <a:ext cx="109728" cy="928116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3275838"/>
            <a:ext cx="585216" cy="585216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7278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104388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实质：种群基因频率发生定向改变。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97096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97096"/>
            <a:ext cx="109728" cy="928116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368546"/>
            <a:ext cx="585216" cy="585216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459986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197096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原材料：突变（基因突变+染色体变异）和基因重组。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89804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289804"/>
            <a:ext cx="109728" cy="928116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5461254"/>
            <a:ext cx="585216" cy="585216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552694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5289804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定向力量：自然选择决定进化方向（改变基因频率）。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怎么学 · 方法指引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概念递进法(个体→种群→基因库)。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频率计算法。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5272887" cy="5029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2064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对比法(材料/方向)。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44348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8727" y="4434840"/>
            <a:ext cx="5272887" cy="50292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727" y="449884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512064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实例法(抗药)。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易卡之处 · 怎么破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种群为单位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原因：进化看群体基因库而非个体，易错，需强调。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基因频率实质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原因："基因频率变=进化"，需讲清。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原材料vs方向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原因：突变重组提供材料但不定向，自然选择定向，易混。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一页速记 · 知识骨架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389120"/>
          </a:xfrm>
          <a:prstGeom prst="roundRect">
            <a:avLst/>
          </a:prstGeom>
          <a:solidFill>
            <a:srgbClr val="E7DFD2"/>
          </a:solidFill>
          <a:ln w="1524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018001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进化理论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单位:种群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实质:基因频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率定向改变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原材料:突变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+基因重组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(不定向)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方向:自然选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择(定向)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频率=纯合+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1/2杂合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现代生物进化理论认为，____是生物进化的基本单位。2. 生物进化的实质是种群____发生定向改变。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为什么突变和基因重组只是为进化提供原材料，而不能决定进化的方向？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109728" cy="7315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① 种群是生物进化的基本单位（不是个体）。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7180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109728" cy="7315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7180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② 实质：种群基因频率发生定向改变。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840480"/>
            <a:ext cx="109728" cy="7315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84048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③ 原材料：突变（基因突变+染色体变异）和基因重组。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46320"/>
            <a:ext cx="10911535" cy="1143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956048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下节课衔接：隔离与物种形成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本课件未使用无关配图，以学科色块呈现；要点以教材为准。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