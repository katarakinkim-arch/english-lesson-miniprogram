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第4单元 人与环境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人类活动对生态环境的影响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生命观念：理解人类是生态系统一员，活动受生态规律制约。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科学思维：运用生态足迹概念定量思考人类影响。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科学探究：调查本地某一生态环境问题及成因。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社会责任：认同可持续发展，提出低碳生活行动。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人类对自然资源的利用改变了生态环境。生态足迹是衡量人类对地球索取强度的指标；全球气候变化、臭氧层破坏、荒漠化等均与人类活动相关。应走可持续发展之路。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生态足迹：维持人类消费所需的生产土地与水域面积，衡量索取强度。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生态赤字：足迹&gt;地球承载力，不可持续。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全球性问题：气候变暖、臭氧层破坏、荒漠化、污染。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出路：可持续发展（满足当代不损后代）。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生态赤字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全球问题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成因链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可持续发展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生态足迹抽象。原因：学生难把"土地面积"与"消费"联系，需用衣食住行举例。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可持续内涵。原因："不损害后代"易背不理解，需案例。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问题因果。原因：全球变暖等成因链条长，易单因，需梳理。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人类活动的影响
┌──────────────────┐
│ 生态足迹:消费占 │
│ 地+水域面积 │
│ 赤字:足迹&gt;承载 │
│ 全球问题: │
│ 变暖/臭氧/荒漠 │
│ 可持续:当代不 │
│ 损后代需求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衡量人类对地球生态系统索取强度的指标是____。2. 当生态足迹大于地球承载力时出现____，表明当前发展模式____（填"可"或"不可"）持续。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【提高作业】作为中学生，你能为缩减生态足迹做哪些具体行动？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本单元主题：人与环境。把今天学到的方法带进下一篇——自己读、自己想、自己写。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