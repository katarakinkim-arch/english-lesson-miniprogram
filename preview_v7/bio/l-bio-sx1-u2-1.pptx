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生物 · 选择性必修1 稳态与调节 · 第2单元 神经调节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神经调节的结构基础与反射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第3课时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生命观念：阐明反射与反射弧，认同神经调节的结构基础。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科学思维：分析反射弧各部分的功能与顺序。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科学探究：说明神经元的结构与兴奋传导方向。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社会责任：关注反射弧损伤导致的功能障碍。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神经调节的基本方式是反射，结构基础是反射弧（感受器→传入神经→神经中枢→传出神经→效应器）。神经元由细胞体、树突、轴突组成，通过突起连接成网络。</a:t>
            </a:r>
          </a:p>
        </p:txBody>
      </p:sp>
      <p:pic>
        <p:nvPicPr>
          <p:cNvPr id="6" name="Picture 5" descr="ricefield.jpg"/>
          <p:cNvPicPr>
            <a:picLocks noChangeAspect="1"/>
          </p:cNvPicPr>
          <p:nvPr/>
        </p:nvPicPr>
        <p:blipFill>
          <a:blip r:embed="rId2"/>
          <a:srcRect l="23066" r="23066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ricefield.jpg）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基本方式：反射（在中枢神经系统参与下对刺激的规律反应）。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结构基础：反射弧=感受器→传入神经→神经中枢→传出神经→效应器。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反射条件：反射弧必须完整，任一部分受损则反射不能发生。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神经元：细胞体+树突（接收）+轴突（传出）。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反射概念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反射弧五部分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完整性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神经元结构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反射弧顺序。原因：五部分方向性，易倒置，需图。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完整性。原因：任一段断都不能完成反射，易漏，需强调。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传入传出判断。原因：依脊髓灰质前/后角或突触方向，易错，需教。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神经基础 ──┐
│ 方式:反射 │
│ 基础:反射弧 │
│ 感受器→传入│
│ →中枢→传出│
│ →效应器 │
│ 必须完整! │
│ 神经元:胞体│
│ 树突(收)轴│
│ 突(发) │
│ 兴奋:树突→│
│ 轴突→末梢 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神经调节的基本方式是____，其结构基础是____。2. 反射弧包括感受器、传入神经、____、传出神经和效应器五部分。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【提高作业】若某人受外伤后，针刺脚部有感觉但无法完成缩腿反射，最可能是反射弧的哪一部分受损？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本单元主题：神经调节。把今天学到的方法带进下一篇——自己读、自己想、自己写。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