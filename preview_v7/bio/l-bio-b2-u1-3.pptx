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必修2 遗传与进化 · 第1单元 遗传因子的发现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孟德尔两对相对性状杂交与自由组合定律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两对相对性状（黄/绿圆/皱）杂交：纯黄圆×绿皱→F1全黄圆→F2出现4种表现型黄圆:黄皱:…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第3课时 · 新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册次：必修2 遗传与进化　单元：遗传因子的发现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阐明两对相对性状杂交实验，认同非等位基因自由组合。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运用自由组合定律解释F2 9:3:3:1比例。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理解孟德尔"先一对后两对"的研究思路。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关注自由组合在动植物育种中的应用。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两对相对性状（黄/绿圆/皱）杂交：纯黄圆×绿皱→F1全黄圆→F2出现4种表现型黄圆:黄皱:绿圆:绿皱≈9:3:3:1。提出自由组合定律：减数分裂时非同源染色体上的非等位基因自由组合。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Nature Education Scitable：Dihybrid Cross —— 两对相对性状的双因子杂交与 9:3:3:1。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genome.gov（美国国家人类基因组研究所）：Mendel's Peas —— 孟德尔豌豆杂交实验。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黄圆(YYRR)×绿皱(yyrr)→F1黄圆(YyRr)。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F2表现型4种：黄圆:黄皱:绿圆:绿皱=9:3:3:1。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实质：减Ⅰ后期非同源染色体上的非等位基因自由组合。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每对因子仍遵循分离定律。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分支法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9:3:3:1)。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棋盘法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16格)。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单对→双对)。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9:3:3:1来源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破解：两对各自3:1再组合(3:1)^2，需分支法。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自由组合实质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破解：发生在减Ⅰ非同源染色体，需联分裂。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与分离关系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破解："每对独立、彼此组合"，易混，需点。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黄圆×绿皱→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F1黄圆YyRr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F2:黄圆:黄皱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:绿圆:绿皱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=9:3:3:1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分支:(3:1)^2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配子YR/Yr/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yR/yr各1/4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实质:减Ⅰ非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同源自由组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基因型为YyRr的个体能产生____种配子。2. 两对相对性状杂交F2中重组类型（与亲本表现型不同）所占比例约为____（填"3/8"或"5/8"，视亲本而定；若亲本为黄圆×绿皱则重组型占____）。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用分支法说明9:3:3:1的来历。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本单元「遗传因子的发现」：分支法比16格棋盘高效；"先分离后组合"理清与分离定律关系。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分支法比16格棋盘高效；"先分离后组合"理清与分离定律关系。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"重组型"比例依亲本而定B班易套死，需强调看亲本。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自由组合定律的应用（基因型与概率）。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