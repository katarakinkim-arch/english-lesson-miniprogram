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第1单元 遗传因子的发现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孟德尔两对相对性状杂交与自由组合定律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生命观念：阐明两对相对性状杂交实验，认同非等位基因自由组合。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科学思维：运用自由组合定律解释F2 9:3:3:1比例。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科学探究：理解孟德尔"先一对后两对"的研究思路。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社会责任：关注自由组合在动植物育种中的应用。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两对相对性状（黄/绿圆/皱）杂交：纯黄圆×绿皱→F1全黄圆→F2出现4种表现型黄圆:黄皱:绿圆:绿皱≈9:3:3:1。提出自由组合定律：减数分裂时非同源染色体上的非等位基因自由组合。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黄圆(YYRR)×绿皱(yyrr)→F1黄圆(YyRr)。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F2表现型4种：黄圆:黄皱:绿圆:绿皱=9:3:3:1。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实质：减Ⅰ后期非同源染色体上的非等位基因自由组合。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每对因子仍遵循分离定律。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F2四表现型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分支法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自由组合实质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与分离关系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9:3:3:1来源。原因：两对各自3:1再组合(3:1)^2，需分支法。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自由组合实质。原因：发生在减Ⅰ非同源染色体，需联分裂。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与分离关系。原因："每对独立、彼此组合"，易混，需点。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自由组合 ──┐
│ 黄圆×绿皱→ │
│ F1黄圆YyRr │
│ F2:黄圆:黄皱│
│ :绿圆:绿皱 │
│ =9:3:3:1 │
│ 分支:(3:1)^2│
│ 配子YR/Yr/ │
│ yR/yr各1/4 │
│ 实质:减Ⅰ非 │
│ 同源自由组 │
│ 合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基因型为YyRr的个体能产生____种配子。2. 两对相对性状杂交F2中重组类型（与亲本表现型不同）所占比例约为____（填"3/8"或"5/8"，视亲本而定；若亲本为黄圆×绿皱则重组型占____）。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【提高作业】用分支法说明9:3:3:1的来历。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本单元主题：遗传因子的发现。把今天学到的方法带进下一篇——自己读、自己想、自己写。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