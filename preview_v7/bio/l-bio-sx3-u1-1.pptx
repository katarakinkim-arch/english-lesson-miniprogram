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选择性必修3 生物技术与工程 · 第1单元 发酵工程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传统发酵技术的应用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生命观念：理解微生物代谢塑造发酵产品，认同生物学的应用价值。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科学思维：比较三类发酵微生物的代谢特点与产物差异。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科学探究：设计并操作简易果酒/泡菜制作，观察发酵现象。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社会责任：关注传统发酵食品安全（如亚硝酸盐）。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传统发酵利用微生物的代谢将原料转化为产品。制作果酒用酵母菌（无氧呼吸产酒精），果醋用醋酸菌（需氧产醋酸），泡菜用乳酸菌（无氧产乳酸）。控制通气与温度是成败关键。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果酒：酵母菌（兼性厌氧），无氧产酒精和CO2。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果醋：醋酸菌（好氧），糖或酒精→醋酸，需通气。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泡菜：乳酸菌（厌氧），葡萄糖→乳酸。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关键：控制氧气与温度（酒18~30℃、醋30~35℃）。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果酒制作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果醋制作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泡菜与乳酸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三菌对比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通气条件差异。原因：酵母菌兼性、醋酸菌严格好氧、乳酸菌严格厌氧，易混，需对比表。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果酒变酸。原因：醋酸菌在有氧时把酒精转醋酸，需说明机理。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亚硝酸盐。原因：泡菜初期亚硝酸盐升后降，过量有害，需强调安全。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传统发酵技术
┌──────────────────┐
│ 果酒:酵母菌兼性 │
│ 无氧→酒精+CO2 │
│ 果醋:醋酸菌好氧 │
│ 酒精→醋酸(通气)│
│ 泡菜:乳酸菌厌氧 │
│ 糖→乳酸(密封) │
│ 关键:氧+温度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制作果酒利用的微生物是____，其代谢类型为____（填"需氧""厌氧"或"兼性厌氧"）。2. 制作果醋时应当____（填"通入"或"隔绝"）氧气。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【提高作业】为什么果酒若密封不严、接触空气会变酸？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本单元主题：发酵工程。把今天学到的方法带进下一篇——自己读、自己想、自己写。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