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必修1 分子与细胞 · 第4单元 · 第14课时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155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胞吞、胞吐与细胞膜的流动性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单元：物质的输入和输出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大分子物质（蛋白质、多糖、颗粒）不能穿过膜，通过胞吞（外→内，形成囊泡）和胞吐（内→外，囊泡…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32120"/>
            <a:ext cx="10911535" cy="868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50992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胞吞 · 胞吐 · 大分子 · 流动性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阐明胞吞胞吐过程，认同细胞膜的流动性是物质运输的结构基础。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比较跨膜运输与膜泡运输的适用对象与特点。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举例说明大分子物质的运输方式。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关注胞吞胞吐在免疫（抗体分泌）、神经（递质释放）中的作用。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课题背景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大分子物质（蛋白质、多糖、颗粒）不能穿过膜，通过胞吞（外→内，形成囊泡）和胞吐（内→外，囊泡与膜融合）运输，依赖细胞膜的流动性，需消耗能量。总结全章物质运输。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本课属物质的输入和输出，承接本单元前序知识，为后续内容打基础。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83080"/>
            <a:ext cx="5227167" cy="3931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514599"/>
            <a:ext cx="467852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人民教育出版社《生物学·必修1·分子与细胞》第4章 第3节 物质跨膜运输的方式（人教2019版）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学科网 学案：大分子运输与生物膜流动镶嵌模型（zxxk.com/soft/6733984）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21世纪教育网 学案：生物膜的流动镶嵌模型（zy.21cnjy.com/19251976）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配图说明：本课件未使用无关配图，采用学科色块呈现。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本课需要掌握的重点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640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胞吞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大分子/颗粒→膜凹陷成囊泡→入细胞（如吞噬细胞）。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6400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胞吐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囊泡与细胞膜融合→内容物排出（如分泌蛋白、神经递质）。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6400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二者都不穿过磷脂双分子层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依赖膜流动性，耗能。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6400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491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小分子和离子跨膜，大分子膜泡运输。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本课采用的学习方法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动画演示法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膜泡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8003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对比法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跨膜vs膜泡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实例法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免疫/神经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651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归纳总结法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结合本课内容运用该方法。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不穿膜。原因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突破：胞吞胞吐经囊泡整体进出，非穿磷脂层，易错，需强调。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依赖流动性。原因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突破：膜要变形融合，须流动，需点。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与主动运输。原因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突破：都耗能但机制不同，易混，需对比。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105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胞吞、胞吐与细胞膜的流动性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胞吞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0837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大分子/颗粒→膜凹陷成囊泡→入细胞（如吞噬细胞）。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胞吐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9359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囊泡与细胞膜融合→内容物排出（如分泌蛋白、神经递质）。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二者都不穿过磷脂双分子层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17880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依赖膜流动性，耗能。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6402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小分子和离子跨膜，大分子膜泡运输。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提高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大分子物质进出细胞的方式是____和____。2. 胞吞胞吞依赖于细胞膜的____性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胞吞胞吐与主动运输都消耗能量，二者本质区别是什么？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探究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把本课要点讲给家人听，或找一处生活中的例子印证。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本课小结与单元定位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本课小结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胞吞：大分子/颗粒→膜凹陷成囊泡→入细胞（如吞噬细胞）。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胞吐：囊泡与细胞膜融合→内容物排出（如分泌蛋白、神经递质）。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二者都不穿过磷脂双分子层：依赖膜流动性，耗能。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小结：小分子和离子跨膜，大分子膜泡运输。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单元坐标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教材：必修1 分子与细胞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单元：物质的输入和输出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衔接：本单元结束：回顾物质的输入和输出，建立完整知识网络。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3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口诀：胞吞内陷成囊、胞吐囊泡融合；不穿磷脂层、靠流动、耗能；小结：小离子跨膜、大分膜泡。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