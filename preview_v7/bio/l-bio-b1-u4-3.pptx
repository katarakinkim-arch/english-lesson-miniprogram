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第4单元 物质的输入和输出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胞吞、胞吐与细胞膜的流动性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生命观念：阐明胞吞胞吐过程，认同细胞膜的流动性是物质运输的结构基础。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科学思维：比较跨膜运输与膜泡运输的适用对象与特点。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科学探究：举例说明大分子物质的运输方式。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社会责任：关注胞吞胞吐在免疫（抗体分泌）、神经（递质释放）中的作用。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大分子物质（蛋白质、多糖、颗粒）不能穿过膜，通过胞吞（外→内，形成囊泡）和胞吐（内→外，囊泡与膜融合）运输，依赖细胞膜的流动性，需消耗能量。总结全章物质运输。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胞吞：大分子/颗粒→膜凹陷成囊泡→入细胞（如吞噬细胞）。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胞吐：囊泡与细胞膜融合→内容物排出（如分泌蛋白、神经递质）。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二者都不穿过磷脂双分子层，依赖膜流动性，耗能。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小结：小分子和离子跨膜，大分子膜泡运输。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胞吞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胞吐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跨膜vs膜泡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流动性基础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不穿膜。原因：胞吞胞吐经囊泡整体进出，非穿磷脂层，易错，需强调。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依赖流动性。原因：膜要变形融合，须流动，需点。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与主动运输。原因：都耗能但机制不同，易混，需对比。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胞吞胞吐 ──┐
│ 胞吞:外→内 │
│ 膜凹陷成囊泡│
│ (吞噬病菌) │
│ 胞吐:内→外 │
│ 囊泡融合膜 │
│ (胰岛素) │
│ 都不穿磷脂层│
│ 依赖流动性 │
│ 耗能 │
│ 小跨膜/大膜泡│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大分子物质进出细胞的方式是____和____。2. 胞吞胞吞依赖于细胞膜的____性。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【提高作业】胞吞胞吐与主动运输都消耗能量，二者本质区别是什么？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本单元主题：物质的输入和输出。把今天学到的方法带进下一篇——自己读、自己想、自己写。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