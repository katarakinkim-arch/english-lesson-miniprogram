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第2单元 神经调节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兴奋在神经纤维上的传导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生命观念：阐明兴奋在神经纤维上的传导机制，认同电信号传递。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科学思维：分析静息电位与动作电位的离子基础。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科学探究：说明局部电流的形成与传导方向。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社会责任：关注神经传导异常与麻醉、中毒的关系。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兴奋以电信号（神经冲动）在神经纤维上传导。静息时膜外正内负（K+外流）；受刺激产生动作电位膜外负内正（Na+内流）；兴奋部位与未兴奋部位间形成局部电流，使兴奋沿纤维双向（离体）传导。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静息电位：外正内负，由K+外流维持（不耗能平衡）。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动作电位：受刺激处Na+内流，膜变为外负内正。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局部电流：兴奋与未兴奋区间电荷移动，刺激相邻未兴奋区。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离体双向传导、体内单向（突触前→后）。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静息电位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动作电位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局部电流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体内单向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电位方向。原因：静息外正内负、动作外负内正，易反，需图。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离子流向。原因：静息K+外、动作Na+内，易混，需强调。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双向/单向。原因：离体纤维双向、体内经突触单向，易惑，需分。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纤维传导 ──┐
│ 静息:外正内│
│ 负(K+外流)│
│ 动作:外负内│
│ 正(Na+内流)│
│ 局部电流: │
│ 兴奋↔未兴 │
│ 奋 电荷移动│
│ 离体:双向 │
│ 体内:单向 │
│ (突触限制)│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静息时神经纤维膜两侧的电位表现为____（填"外正内负"或"外负内正"）。2. 受到刺激产生动作电位时，主要是____（填"Na+"或"K+"）内流。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【提高作业】为什么说在离体的神经纤维上兴奋可以双向传导，而在机体内的反射活动中通常是单向的？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本单元主题：神经调节。把今天学到的方法带进下一篇——自己读、自己想、自己写。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