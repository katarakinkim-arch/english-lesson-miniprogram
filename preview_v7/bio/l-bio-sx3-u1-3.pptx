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选择性必修3 生物技术与工程 · 第1单元 发酵工程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发酵工程及其应用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生命观念：理解发酵工程是微生物代谢的规模化应用。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科学思维：梳理发酵工程流程各环节的逻辑关系。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科学探究：了解发酵罐中温度/pH/溶氧的在线控制。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社会责任：认识发酵工程在食品医药中的贡献与规范。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发酵工程包括选育菌种、培养基配制、灭菌、扩大培养与接种、发酵（控制温度/pH/溶氧）、产品分离提纯。已广泛用于食品、医药（如抗生素、疫苗）、化工（如味精）。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流程：菌种选育→培养基配制→灭菌→扩大培养→接种→发酵→分离提纯。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发酵条件：温度、pH、溶氧需实时监测调控。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产品类型：菌体（如酵母）、代谢产物（如抗生素）、酶。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应用：食品、医药、饲料、环保。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菌种与扩大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发酵罐控制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分离提纯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扩大培养vs发酵。原因：前者为增殖种量、后者为产产物，目的不同易混，需阶段对比。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下游工程。原因：分离提纯常被忽略，实际占成本大，需强调。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控制参数。原因：温度/pH/溶氧多维调控，易漏项，需清单。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发酵工程
┌──────────────────┐
│ 流程: │
│ 选种→配料→灭菌│
│ →扩大培养→接种│
│ →发酵→提纯 │
│ 发酵罐:温控pH氧│
│ 产品:菌体/代谢 │
│ 产物/酶 │
│ 应用:食医药环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发酵工程的基本环节包括菌种选育、培养基配制、灭菌、扩大培养、接种、____和产品的分离提纯。2. 发酵过程中需要实时控制的三个主要条件是温度、pH和____。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【提高作业】为什么工业化发酵要在发酵罐中严格控制溶氧？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本单元主题：发酵工程。把今天学到的方法带进下一篇——自己读、自己想、自己写。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