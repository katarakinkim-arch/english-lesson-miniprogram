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选择性必修1 稳态与调节 · 人体的内环境与稳态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细胞生活的环境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体液分细胞内液（约占2/3）和细胞外液（约占1/3，包括血浆、组织液、淋巴）。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 · 第 一 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68880"/>
            <a:ext cx="731520" cy="7315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生命观念：阐明体液组成与内环境概念，认同细胞生活的稳态环境。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20425" y="2468880"/>
            <a:ext cx="731520" cy="7315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0425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科学思维：构建血浆、组织液、淋巴相互关系的模型。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9749" y="2468880"/>
            <a:ext cx="731520" cy="7315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9749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科学探究：说明内环境是细胞与外界环境物质交换的媒介。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9073" y="2468880"/>
            <a:ext cx="731520" cy="7315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9073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社会责任：关注内环境稳态与健康（如水盐平衡）。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教材定位与权威核实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体液分细胞内液（约占2/3）和细胞外液（约占1/3，包括血浆、组织液、淋巴）。细胞外液构成体内细胞生活的直接环境——内环境。血浆、组织液、淋巴通过毛细血管壁和毛细淋巴管壁相互渗透、回流。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本课属于《选择性必修1 稳态与调节》人体的内环境与稳态单元，沿"基因→性状→变异→进化→稳态"主线展开。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37360"/>
            <a:ext cx="5227167" cy="46634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北京协和医院: 人体“内环境”的奥秘（Claude Bernard 内环境学说）。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NCBI Bookshelf: Physiology, Body Fluids（细胞外液约占体重 1/3）。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" cy="928116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8313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74570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体液：细胞内液(2/3)+细胞外液(1/3)。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4388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4388"/>
            <a:ext cx="109728" cy="928116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75838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7278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04388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细胞外液=内环境，包括血浆、组织液、淋巴等。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97096"/>
            <a:ext cx="109728" cy="928116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8546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59986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97096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关系：血浆⇄组织液（毛细血管壁）；组织液→淋巴→血浆（淋巴回流）。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9804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89804"/>
            <a:ext cx="109728" cy="928116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61254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2694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89804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内环境是细胞与外界进行物质交换的媒介。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怎么学 · 方法指引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关系图解法(三液)。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类比法(细胞外液=海洋)。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模型构建法。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43484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归纳法。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三液关系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原因：血浆⇄组织液、组织液单向入淋巴再回血浆，易混，需图。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内环境定义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原因："内环境=细胞外液"须明确，易漏。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比例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原因：细胞内液占2/3易记反，需强调。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一页速记 · 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389120"/>
          </a:xfrm>
          <a:prstGeom prst="roundRect">
            <a:avLst/>
          </a:prstGeom>
          <a:solidFill>
            <a:srgbClr val="E7DFD2"/>
          </a:solidFill>
          <a:ln w="1524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细胞生活环境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体液:细胞内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液2/3+细胞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外液1/3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内环境=细胞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外液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血浆⇄组织液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组织液→淋巴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→血浆(单向)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媒介:细胞与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外界交换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人体内环境是指____（填"细胞内液"或"细胞外液"）。2. 血浆、组织液、淋巴三者的关系：血浆与组织液可相互渗透，组织液可进入淋巴管形成____，最终回流入____。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为什么说内环境是细胞与外界环境进行物质交换的媒介？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09728" cy="7315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① 体液：细胞内液(2/3)+细胞外液(1/3)。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9728" cy="7315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② 细胞外液=内环境，包括血浆、组织液、淋巴等。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" cy="7315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③ 关系：血浆⇄组织液（毛细血管壁）；组织液→淋巴→血浆（淋巴回流）。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10911535" cy="1143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下节课衔接：内环境的稳态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本课件未使用无关配图，以学科色块呈现；要点以教材为准。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