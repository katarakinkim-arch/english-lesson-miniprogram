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选择性必修1 稳态与调节 · 第1单元 人体的内环境与稳态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细胞生活的环境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生命观念：阐明体液组成与内环境概念，认同细胞生活的稳态环境。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科学思维：构建血浆、组织液、淋巴相互关系的模型。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科学探究：说明内环境是细胞与外界环境物质交换的媒介。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社会责任：关注内环境稳态与健康（如水盐平衡）。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体液分细胞内液（约占2/3）和细胞外液（约占1/3，包括血浆、组织液、淋巴）。细胞外液构成体内细胞生活的直接环境——内环境。血浆、组织液、淋巴通过毛细血管壁和毛细淋巴管壁相互渗透、回流。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体液：细胞内液(2/3)+细胞外液(1/3)。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细胞外液=内环境，包括血浆、组织液、淋巴等。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关系：血浆⇄组织液（毛细血管壁）；组织液→淋巴→血浆（淋巴回流）。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内环境是细胞与外界进行物质交换的媒介。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体液组成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内环境三组分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三液关系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媒介作用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三液关系。原因：血浆⇄组织液、组织液单向入淋巴再回血浆，易混，需图。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内环境定义。原因："内环境=细胞外液"须明确，易漏。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比例。原因：细胞内液占2/3易记反，需强调。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细胞生活环境 ──┐
│ 体液:细胞内 │
│ 液2/3+细胞 │
│ 外液1/3 │
│ 内环境=细胞 │
│ 外液 │
│ 血浆⇄组织液│
│ 组织液→淋巴│
│ →血浆(单向)│
│ 媒介:细胞与│
│ 外界交换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人体内环境是指____（填"细胞内液"或"细胞外液"）。2. 血浆、组织液、淋巴三者的关系：血浆与组织液可相互渗透，组织液可进入淋巴管形成____，最终回流入____。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【提高作业】为什么说内环境是细胞与外界环境进行物质交换的媒介？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本单元主题：人体的内环境与稳态。把今天学到的方法带进下一篇——自己读、自己想、自己写。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