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必修2 遗传与进化 · 基因的表达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11535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基因指导蛋白质合成（转录与翻译）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6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基因通过指导蛋白质合成控制性状。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1091153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高中生物 · 学生版课堂 · 第 十二 课时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01101" y="2468880"/>
            <a:ext cx="731520" cy="7315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1101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生命观念：阐明转录与翻译过程，认同遗传信息从DNA流向蛋白质。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20425" y="2468880"/>
            <a:ext cx="731520" cy="7315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20425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2283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科学思维：比较转录与翻译在场所、模板、原料上的差异。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9749" y="2468880"/>
            <a:ext cx="731520" cy="7315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9749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科学探究：说明密码子、反密码子与氨基酸的对应关系。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94560"/>
            <a:ext cx="2453563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59073" y="2468880"/>
            <a:ext cx="731520" cy="73152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59073" y="257860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0931" y="3429000"/>
            <a:ext cx="208780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社会责任：关注基因表达异常与疾病（如镰刀型贫血）。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教材定位与权威核实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5227167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基因通过指导蛋白质合成控制性状。转录：DNA一条链为模板合成mRNA（核内）；翻译：mRNA在核糖体上被tRNA按密码子翻译成氨基酸序列（质内）。遗传信息流：DNA→mRNA→蛋白质。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本课属于《必修2 遗传与进化》基因的表达单元，沿"基因→性状→变异→进化→稳态"主线展开。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737360"/>
            <a:ext cx="5227167" cy="466344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权威调研来源（联网核实）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468880"/>
            <a:ext cx="46785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Crick F. The central dogma of molecular biology. Nature 1970;227(5258):561-563.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NCBI Biotechnology | Central Dogma of Biology: Classic View (ncbi.nlm.nih.gov).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本课件未使用无关配图，以学科色块呈现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本课核心要点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09728" cy="928116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183130"/>
            <a:ext cx="585216" cy="58521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74570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011680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转录：核内，DNA一条链为模板，RNA聚合酶催化，合成mRNA（A-U、T-A）。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4388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104388"/>
            <a:ext cx="109728" cy="928116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3275838"/>
            <a:ext cx="585216" cy="585216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7278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104388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翻译：质内核糖体上，mRNA为模板，tRNA运氨基酸，按密码子合成肽链。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97096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197096"/>
            <a:ext cx="109728" cy="928116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4368546"/>
            <a:ext cx="585216" cy="585216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459986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197096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密码子：mRNA上3碱基决定1氨基酸；反密码子在tRNA上。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89804"/>
            <a:ext cx="10911535" cy="92811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289804"/>
            <a:ext cx="109728" cy="928116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5461254"/>
            <a:ext cx="585216" cy="585216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552694"/>
            <a:ext cx="5852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5289804"/>
            <a:ext cx="9631375" cy="9281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信息流：DNA→RNA→蛋白质。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怎么学 · 方法指引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动画分步法(转录/翻译)。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8036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角色扮演法(三RNA)。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434840"/>
            <a:ext cx="5272887" cy="5029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9884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2064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对比法(转/译)。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8727" y="4434840"/>
            <a:ext cx="527288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78727" y="4434840"/>
            <a:ext cx="5272887" cy="50292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8727" y="449884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方法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047" y="5120640"/>
            <a:ext cx="4724247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中心法则归纳法。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易卡之处 · 怎么破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548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转录配对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5468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原因：DNA模板链与mRNA配对含A-U（非T-A），易错，需强调。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96312"/>
            <a:ext cx="548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三种RNA角色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15468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原因：mRNA模板、tRNA搬运、rRNA构成核糖体，易混，需分。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96312"/>
            <a:ext cx="548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密码子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154680"/>
            <a:ext cx="284469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原因：64种、3个终止、61种有意义，易错，需点。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一页速记 · 知识骨架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389120"/>
          </a:xfrm>
          <a:prstGeom prst="roundRect">
            <a:avLst/>
          </a:prstGeom>
          <a:solidFill>
            <a:srgbClr val="E7DFD2"/>
          </a:solidFill>
          <a:ln w="1524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10180015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基因表达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DNA→RNA→蛋白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转录(核):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DNA一条链→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mRNA(A-U)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RNA聚合酶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翻译(质):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mRNA模板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tRNA搬氨基酸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核糖体合成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密码子:3碱→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1氨基酸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转录发生的场所是____，转录的原料是____。2. 翻译过程中，识别并搬运氨基酸的是____（填"mRNA""tRNA"或"rRNA"）。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8404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258568"/>
            <a:ext cx="527288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80360"/>
            <a:ext cx="472424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比较转录和翻译在模板、原料、场所上的不同。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回顾与衔接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0911535" cy="7315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109728" cy="7315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03120"/>
            <a:ext cx="1036289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◆ ① 转录：核内，DNA一条链为模板，RNA聚合酶催化，合成mRNA（A-U、T-A）。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71800"/>
            <a:ext cx="10911535" cy="7315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971800"/>
            <a:ext cx="109728" cy="7315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71800"/>
            <a:ext cx="1036289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◆ ② 翻译：质内核糖体上，mRNA为模板，tRNA运氨基酸，按密码子合成肽链。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40480"/>
            <a:ext cx="10911535" cy="73152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840480"/>
            <a:ext cx="109728" cy="7315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840480"/>
            <a:ext cx="1036289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◆ ③ 密码子：mRNA上3碱基决定1氨基酸；反密码子在tRNA上。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846320"/>
            <a:ext cx="10911535" cy="1143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956048"/>
            <a:ext cx="103628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下节课衔接：基因表达与性状的关系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本课件未使用无关配图，以学科色块呈现；要点以教材为准。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