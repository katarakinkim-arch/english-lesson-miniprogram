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必修2 遗传与进化 · 第4单元 基因的表达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基因指导蛋白质合成（转录与翻译）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生命观念：阐明转录与翻译过程，认同遗传信息从DNA流向蛋白质。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科学思维：比较转录与翻译在场所、模板、原料上的差异。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科学探究：说明密码子、反密码子与氨基酸的对应关系。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社会责任：关注基因表达异常与疾病（如镰刀型贫血）。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基因通过指导蛋白质合成控制性状。转录：DNA一条链为模板合成mRNA（核内）；翻译：mRNA在核糖体上被tRNA按密码子翻译成氨基酸序列（质内）。遗传信息流：DNA→mRNA→蛋白质。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转录：核内，DNA一条链为模板，RNA聚合酶催化，合成mRNA（A-U、T-A）。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翻译：质内核糖体上，mRNA为模板，tRNA运氨基酸，按密码子合成肽链。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密码子：mRNA上3碱基决定1氨基酸；反密码子在tRNA上。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信息流：DNA→RNA→蛋白质。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转录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RNA聚合酶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翻译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密码子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转录配对。原因：DNA模板链与mRNA配对含A-U（非T-A），易错，需强调。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三种RNA角色。原因：mRNA模板、tRNA搬运、rRNA构成核糖体，易混，需分。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密码子。原因：64种、3个终止、61种有意义，易错，需点。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基因表达 ──┐
│ DNA→RNA→蛋白│
│ 转录(核): │
│ DNA一条链→│
│ mRNA(A-U) │
│ RNA聚合酶 │
│ 翻译(质): │
│ mRNA模板 │
│ tRNA搬氨基酸│
│ 核糖体合成 │
│ 密码子:3碱→│
│ 1氨基酸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转录发生的场所是____，转录的原料是____。2. 翻译过程中，识别并搬运氨基酸的是____（填"mRNA""tRNA"或"rRNA"）。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【提高作业】比较转录和翻译在模板、原料、场所上的不同。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本单元主题：基因的表达。把今天学到的方法带进下一篇——自己读、自己想、自己写。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