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生物 · 选择性必修3 生物技术与工程 · 第4单元 生物技术的安全性与伦理问题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372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转基因生物的安全性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转基因生物安全性聚焦三方面：食物安全（致敏性、毒性）、环境安全（基因漂移、对非靶生物影响）…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6144768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181344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第1课时 · 新课 · 学生课堂版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73952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科目：生物　册次：选择性必修3 生物技术与工程　单元：生物技术的安全性与伦理问题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9728" cy="8686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生命观念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理解技术应用具两面性，需科学审视。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18688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18688"/>
            <a:ext cx="109728" cy="8686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218688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科学思维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从食物、环境、生物三方面系统分析安全性。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42816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242816"/>
            <a:ext cx="109728" cy="868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242816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科学探究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了解安全评价的基本指标（致敏、毒性）。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66944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266944"/>
            <a:ext cx="109728" cy="86868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266944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社会责任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树立理性、依法对待转基因的公民素养。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转基因生物安全性聚焦三方面：食物安全（致敏性、毒性）、环境安全（基因漂移、对非靶生物影响）、生物安全（杂草化、抗性进化）。应在科学评估与法规监管下理性看待。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828800"/>
            <a:ext cx="5227167" cy="40233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116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60320"/>
            <a:ext cx="467852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来源：我国对农业转基因生物实行分级、分阶段安全评价，含食用安全（毒性、致敏性）与环境安全（基因漂移、生物多样性）两部分（caas.cn；moa.gov.cn）。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来源：经安全评价依法批准上市的转基因食品与传统食品同等安全；OECD、WHO 与 FAO 均得出结论其不比传统育种更有风险（moa.gov.cn 吴孔明、万建民院士访谈）。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98767" y="4343400"/>
            <a:ext cx="4678527" cy="1270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4480560"/>
            <a:ext cx="46785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本课件未使用无关配图，画面以学科色块呈现。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453563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食物安全：是否致敏、有无新毒素、营养改变。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194560"/>
            <a:ext cx="2453563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03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723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环境安全：基因漂移（花粉传野生近缘种）、对非靶生物影响。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194560"/>
            <a:ext cx="2453563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生物安全：转基因生物杂草化、靶标害虫抗性进化。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051" y="2194560"/>
            <a:ext cx="2453563" cy="54864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051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371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原则：科学评估、标识管理、个案审查，反对恐慌与忽视。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分类法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三安全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23995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3995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0923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案例讨论法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0923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3319" y="2359152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辩论法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247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有限度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62643" y="2359152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643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571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归纳法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571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基因漂移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破解：转基因通过花粉转入近缘杂草，概念抽象，需举例。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非靶效应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破解：Bt蛋白除靶标虫也或影响益虫，需平衡。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理性态度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破解：学生易两极，需"个案评估"基调。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4297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28016" cy="4297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三维度: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食物:致敏毒性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环境:基因漂移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(超级杂草)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生物:抗性进化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杂草化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原则:个案评估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标识+依法监管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评估转基因生物安全性通常从食物安全、____安全和生物安全三个方面进行。2. 转基因作物花粉将外源基因传给近缘野生种，可能使其获得竞争优势，这称为____。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我们应以怎样的态度看待转基因食品？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单元回望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1371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本单元「生物技术的安全性与伦理问题」：三维度分类清晰，基因漂移举例到位。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666744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21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7472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三维度分类清晰，基因漂移举例到位。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3484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非靶效应与抗性治理可再展开。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558698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641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9496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生殖性克隆与伦理。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