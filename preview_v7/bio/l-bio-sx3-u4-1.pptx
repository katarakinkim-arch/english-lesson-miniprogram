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第4单元 生物技术的安全性与伦理问题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转基因生物的安全性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生命观念：理解技术应用具两面性，需科学审视。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科学思维：从食物、环境、生物三方面系统分析安全性。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科学探究：了解安全评价的基本指标（致敏、毒性）。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社会责任：树立理性、依法对待转基因的公民素养。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转基因生物安全性聚焦三方面：食物安全（致敏性、毒性）、环境安全（基因漂移、对非靶生物影响）、生物安全（杂草化、抗性进化）。应在科学评估与法规监管下理性看待。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食物安全：是否致敏、有无新毒素、营养改变。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环境安全：基因漂移（花粉传野生近缘种）、对非靶生物影响。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生物安全：转基因生物杂草化、靶标害虫抗性进化。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原则：科学评估、标识管理、个案审查，反对恐慌与忽视。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食物安全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环境安全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生物安全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监管原则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基因漂移。原因：转基因通过花粉转入近缘杂草，概念抽象，需举例。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非靶效应。原因：Bt蛋白除靶标虫也或影响益虫，需平衡。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理性态度。原因：学生易两极，需"个案评估"基调。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转基因安全性
┌──────────────────┐
│ 三维度: │
│ 食物:致敏毒性 │
│ 环境:基因漂移 │
│ (超级杂草) │
│ 生物:抗性进化 │
│ 杂草化 │
│ 原则:个案评估 │
│ 标识+依法监管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评估转基因生物安全性通常从食物安全、____安全和生物安全三个方面进行。2. 转基因作物花粉将外源基因传给近缘野生种，可能使其获得竞争优势，这称为____。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【提高作业】我们应以怎样的态度看待转基因食品？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本单元主题：生物技术的安全性与伦理问题。把今天学到的方法带进下一篇——自己读、自己想、自己写。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