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第2单元 神经调节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兴奋在神经元之间的传递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生命观念：阐明突触传递过程，认同神经元间通过化学信号衔接。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科学思维：分析兴奋在突触处"电-化-电"的信号转换。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科学探究：说明神经递质的作用与去向。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社会责任：关注突触传递异常与毒品、神经衰弱的关系。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兴奋在神经元之间通过突触传递。过程：突触前膜释放神经递质→扩散过突触间隙→作用于突触后膜受体→引发后膜电位变化。信号转为"电信号→化学信号→电信号"。因递质只由前膜释放，故单向传递。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突触结构：突触前膜、突触间隙、突触后膜。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过程：前膜释放递质→扩散过间隙→与后膜受体结合→后膜电位变。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信号转换：电信号→化学信号→电信号。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单向：递质只由前膜释放，故兴奋单向（前→后）。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突触结构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传递过程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信号转换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单向传递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结构三部分。原因：前膜/间隙/后膜位置，易混，需图。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信号转换。原因："电-化-电"三阶段，易漏中间化学信号，需强调。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单向原因。原因：递质只前膜释放、受体只在后膜，需点。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突触传递 ──┐
│ 结构:前膜 │
│ 间隙 后膜 │
│ 过程:兴奋→ │
│ Ca2+→小泡 │
│ 释放递质 │
│ 扩散→受体→│
│ 后膜电位变 │
│ 转换:电-化-│
│ 电 │
│ 单向:前→后│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突触由突触前膜、____和突触后膜三部分构成。2. 兴奋在突触处的信号转变为：电信号→____→电信号。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【提高作业】兴奋在突触处为什么只能单向传递？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本单元主题：神经调节。把今天学到的方法带进下一篇——自己读、自己想、自己写。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