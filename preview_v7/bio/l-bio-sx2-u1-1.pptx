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选择性必修2 生物与环境 · 种群及其动态 · 第1课时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种群的数量特征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种群是一定自然区域内同种生物全部个体的集合。种群最基本的数量特征是种群密度，此外包括…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434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标签：种群密度 · 出生率 · 年龄结构 · 性别比例 · 选必2Ch1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</a:t>
            </a:r>
          </a:p>
          <a:p>
            <a:pPr algn="l"/>
            <a:r>
              <a:rPr sz="12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植物生命活动调节 / 生物与环境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4095" y="61081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第1课时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本课件未使用无关配图，采用学科色块兜底（生物·湘碧）。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7744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41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04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阐明种群是种群水平研究的基本单位，理解种群特征的系统性。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4467" y="237744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2441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0267" y="2404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0187" y="3108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运用概念图分析各数量特征间的关系，建立结构-功能联系。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6344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27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90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尝试用样方法调查种群密度，体会估算思想。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4467" y="4663440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4467" y="4727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0267" y="4690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0187" y="5394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关注人口年龄结构对社会发展的影响，树立数据意识。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教材定位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种群是一定自然区域内同种生物全部个体的集合。种群最基本的数量特征是种群密度，此外包括出生率和死亡率、迁入率和迁出率、年龄结构和性别比例。年龄结构可预测种群数量变化趋势。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一句话：种群的数量特征，是本单元要落实的核心知识。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种群是同一区域同种生物的全部个体；种群变化 ΔN=(B+I)−(D+E)（Albert.io AP Biology Population Ecology）。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种群密度是最基本的数量特征；年龄结构可预测趋势，而非直接决定密度（Britannica / 高中生物教材）。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580644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本课件未使用无关配图，采用学科色块兜底（生物·湘碧）。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5295747" cy="4572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03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种群：一定区域同种生物全部个体（三要素：时间、空间、同种）。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2148840"/>
            <a:ext cx="5295747" cy="45720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5867" y="2203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187" y="2743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种群密度=个体数/空间大小，是基本数量特征。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95747" cy="4572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89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直接决定密度：出生率-死亡率、迁入率-迁出率。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4434840"/>
            <a:ext cx="5295747" cy="4572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4489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187" y="5029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年龄结构（增长型/稳定型/衰退型）可预测趋势；性别比例影响出生率。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本节课的学习思路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51460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概念图法（特征关系网）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动手画一画，让关系看得见、记得牢。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51460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案例法（我国人口年龄结构）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从一个真实例子出发，举一反三。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51460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模拟调查（样方法）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亲历一次探究，体会过程比结论更重要。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51460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对比法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把易混概念并排摆，找不同、辨清楚。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三处容易卡住的地方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出生率≠增长率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原因：增长率还受死亡率、迁入迁出影响，易混，需公式辨析。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年龄结构预测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原因：学生难把三种类型与未来趋势对应，需画金字塔。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种群概念边界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原因："同种"与"区域"是难点，如一片草地的所有蒲公英。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10911535" cy="48920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8288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9997135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5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种群的数量特征种群=区域+同种+全部个体基本:种群密度直接决定:出生率-死亡率迁入率-迁出率预测:年龄结构(增/稳/衰)性别比例→出生率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种群是指一定自然区域内____生物____个体的集合。2. 直接决定种群密度变化的是____率和____率、____率和____率。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【提高作业】某城市人口年龄结构呈衰退型，短期内人口密度一定会下降吗？为什么？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本单元脉络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423818" cy="1371600"/>
          </a:xfrm>
          <a:prstGeom prst="roundRect">
            <a:avLst/>
          </a:prstGeom>
          <a:solidFill>
            <a:srgbClr val="2E7D6B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第1课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种群的数量特征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938" y="2194560"/>
            <a:ext cx="3423818" cy="1371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第2课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种群数量的变化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2194560"/>
            <a:ext cx="3423818" cy="1371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4956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第3课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4956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影响数量的因素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911535" cy="18288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160520"/>
            <a:ext cx="54864" cy="2794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160520"/>
            <a:ext cx="100885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单元主旨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种群是生态学研究的起点：数量特征决定现在，数量变化指向未来。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