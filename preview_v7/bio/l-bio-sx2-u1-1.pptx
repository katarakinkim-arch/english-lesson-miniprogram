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选择性必修2 生物与环境 · 第1单元 种群及其动态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种群的数量特征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生命观念：阐明种群是种群水平研究的基本单位，理解种群特征的系统性。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科学思维：运用概念图分析各数量特征间的关系，建立结构-功能联系。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科学探究：尝试用样方法调查种群密度，体会估算思想。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社会责任：关注人口年龄结构对社会发展的影响，树立数据意识。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种群是一定自然区域内同种生物全部个体的集合。种群最基本的数量特征是种群密度，此外包括出生率和死亡率、迁入率和迁出率、年龄结构和性别比例。年龄结构可预测种群数量变化趋势。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种群：一定区域同种生物全部个体（三要素：时间、空间、同种）。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种群密度=个体数/空间大小，是基本数量特征。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直接决定密度：出生率-死亡率、迁入率-迁出率。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年龄结构（增长型/稳定型/衰退型）可预测趋势；性别比例影响出生率。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种群密度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五大数量特征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年龄结构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特征关系图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出生率≠增长率。原因：增长率还受死亡率、迁入迁出影响，易混，需公式辨析。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年龄结构预测。原因：学生难把三种类型与未来趋势对应，需画金字塔。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种群概念边界。原因："同种"与"区域"是难点，如一片草地的所有蒲公英。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种群的数量特征
┌──────────────────┐
│ 种群=区域+同种 │
│ +全部个体 │
│ 基本:种群密度 │
│ 直接决定: │
│ 出生率-死亡率 │
│ 迁入率-迁出率 │
│ 预测:年龄结构 │
│ (增/稳/衰) │
│ 性别比例→出生率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种群是指一定自然区域内____生物____个体的集合。2. 直接决定种群密度变化的是____率和____率、____率和____率。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【提高作业】某城市人口年龄结构呈衰退型，短期内人口密度一定会下降吗？为什么？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本单元主题：种群及其动态。把今天学到的方法带进下一篇——自己读、自己想、自己写。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