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选择性必修3 生物技术与工程 · 第2单元 细胞工程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胚胎工程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生命观念：理解胚胎发育的可操作性，认同发育生物学规律。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科学思维：梳理体外受精与胚胎移植的逻辑流程。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科学探究：了解胚胎分割获得同卵个体的原理。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社会责任：关注胚胎工程在良种繁育与辅助生殖中的伦理。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胚胎工程对动物早期胚胎或配子进行技术操作。包括体外受精（精子获能+卵母细胞培养→受精）、胚胎移植（将早期胚胎移入受体子宫）、胚胎分割（同卵双生）、干细胞技术。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体外受精：精子获能+卵母细胞成熟培养→体外受精→早期胚胎。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胚胎移植：早期胚胎移入同期发情受体子宫，是胚胎工程末端关键。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胚胎分割：早期胚胎分割→同基因型多个体（似同卵双胞胎）。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供体提供胚胎、受体提供子宫孕育。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精子获能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胚胎移植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胚胎分割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应用与伦理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精子获能。原因：刚射出精子不能受精，需在雌性生殖道或获能液处理，概念易漏。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供受体关系。原因：胚胎来自供体、在受体子宫发育，二者角色易反。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分割时期。原因：宜在桑椹胚或囊胚期分割，过晚难存活，易错。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胚胎工程
┌──────────────────┐
│ 体外受精: │
│ 精子获能+卵成熟│
│ →受精→早胚 │
│ 移植:供体供胚 │
│ 受体怀胎(同期) │
│ 分割:桑椹/囊胚 │
│ →同基因多体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刚采集的精子不能直接使卵受精，必须经过____处理。2. 胚胎移植中，提供早期胚胎的个体称为____（填"供体"或"受体"）。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【提高作业】胚胎分割为什么通常要在桑椹胚或囊胚期进行？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本单元主题：细胞工程。把今天学到的方法带进下一篇——自己读、自己想、自己写。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