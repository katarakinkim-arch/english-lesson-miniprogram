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选择性必修1 稳态与调节 · 植物生命活动的调节 · 第13课时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植物生长素（发现与生理作用）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生长素的发现：达尔文（胚芽鞘向光性与尖端有关）、鲍森·詹森（尖端物质可下传）、拜尔（…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标签：生长素 · 胚芽鞘 · 向光性 · 尖端 · 选必1Ch5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</a:t>
            </a:r>
          </a:p>
          <a:p>
            <a:pPr algn="l"/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植物生命活动调节 / 生物与环境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5" y="61081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第13课时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阐明生长素的发现过程，认同植物激素调节。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4467" y="237744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0267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187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运用实验证据推导生长素的作用机理。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6344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说明胚芽鞘向光性的原因。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4467" y="466344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467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0187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关注植物激素在农业生产（如生根、疏果）中的应用。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长素的发现：达尔文（胚芽鞘向光性与尖端有关）、鲍森·詹森（尖端物质可下传）、拜尔（弯曲因分布不均）、温特（命名为生长素）。结论：胚芽鞘尖端产生生长素，单侧光使生长素横向运输至背光侧，背光侧生长快而向光弯曲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一句话：植物生长素（发现与生理作用），是本单元要落实的核心知识。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Darwin 与 Darwin（1880）用胚芽鞘实验证明：感光在尖端、弯曲在下部，并推测尖端产生可下传的“影响”（Phototropism: Bending towards Enlightenment, PMC1456868）。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Boysen-Jensen（1913）以明胶片证明该信号可透过并下传；Went（1928）将其命名为 auxin，并提出 Cholodny–Went 模型（单侧光使生长素向背光侧侧向运输）。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58064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295747" cy="4572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达尔文：向光性与胚芽鞘尖端有关。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2148840"/>
            <a:ext cx="5295747" cy="4572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5867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鲍森·詹森：尖端产生的影响可透过琼脂片下传。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95747" cy="457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拜尔：弯曲因尖端产生物分布不均。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434840"/>
            <a:ext cx="5295747" cy="4572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187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温特：该物质为生长素（吲哚乙酸）。向光性=尖端感光、生长素背光侧多、背光侧长得快。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本节课的学习思路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51460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实验证据链法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把证据串成一条线，结论由你推出。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51460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胚芽鞘图解法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动手画一画，让关系看得见、记得牢。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51460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因果推导法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按这条思路梳理，把知识变成自己的。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在交流与追问中，归纳出一般规律。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四实验结论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原因：各人贡献易混，需串成证据链。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尖端分工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原因：尖端产素+感光，尖端以下伸长，易错。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向光机理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原因：单侧光使生长素横向运输致两侧不均，需强调。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0911535" cy="48920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288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97135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5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生长素发现达尔文:尖端关向光詹森:物质可下传(琼脂)拜尔:分布不均致弯曲温特:命名生长素(IAA)向光:尖端感光,背光侧多伸长快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生长素的发现过程中，____通过实验证明了胚芽鞘尖端产生的影响可以透过琼脂片传递给下部。2. 植物向光生长的原因是：单侧光引起生长素分布不均匀，使____（填"背光侧"或"向光侧"）生长素含量较多、生长较快。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【提高作业】简述生长素发现史中四位科学家的核心贡献。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23818" cy="1371600"/>
          </a:xfrm>
          <a:prstGeom prst="roundRect">
            <a:avLst/>
          </a:prstGeom>
          <a:solidFill>
            <a:srgbClr val="2E7D6B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生长素的发现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第2课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生长素特点与植物激素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第3课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环境因素的调节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11535" cy="18288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16052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单元主旨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从生长素的发现，到植物激素网络，再到光与重力的调节——植物用激素与环境对话。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