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选择性必修1 稳态与调节 · 第5单元 植物生命活动的调节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植物生长素（发现与生理作用）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生命观念：阐明生长素的发现过程，认同植物激素调节。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科学思维：运用实验证据推导生长素的作用机理。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科学探究：说明胚芽鞘向光性的原因。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社会责任：关注植物激素在农业生产（如生根、疏果）中的应用。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长素的发现：达尔文（胚芽鞘向光性与尖端有关）、鲍森·詹森（尖端物质可下传）、拜尔（弯曲因分布不均）、温特（命名为生长素）。结论：胚芽鞘尖端产生生长素，单侧光使生长素横向运输至背光侧，背光侧生长快而向光弯曲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达尔文：向光性与胚芽鞘尖端有关。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鲍森·詹森：尖端产生的影响可透过琼脂片下传。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拜尔：弯曲因尖端产生物分布不均。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温特：该物质为生长素（吲哚乙酸）。向光性=尖端感光、生长素背光侧多、背光侧长得快。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詹森实验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拜尔实验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温特命名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向光机理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四实验结论。原因：各人贡献易混，需串成证据链。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尖端分工。原因：尖端产素+感光，尖端以下伸长，易错。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向光机理。原因：单侧光使生长素横向运输致两侧不均，需强调。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生长素发现 ──┐
│ 达尔文:尖端│
│ 关向光 │
│ 詹森:物质可│
│ 下传(琼脂)│
│ 拜尔:分布不│
│ 均致弯曲 │
│ 温特:命名 │
│ 生长素(IAA)│
│ 向光:尖端感│
│ 光,背光侧多│
│ 伸长快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生长素的发现过程中，____通过实验证明了胚芽鞘尖端产生的影响可以透过琼脂片传递给下部。2. 植物向光生长的原因是：单侧光引起生长素分布不均匀，使____（填"背光侧"或"向光侧"）生长素含量较多、生长较快。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【提高作业】简述生长素发现史中四位科学家的核心贡献。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本单元主题：植物生命活动的调节。把今天学到的方法带进下一篇——自己读、自己想、自己写。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