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选择性必修2 生物与环境 · 群落及其演替 · 第2课时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群落的主要类型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地球表面因气候等差异形成不同群落类型：荒漠（干旱、少雨）、草原（半干旱、草本为主）、…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标签：荒漠 · 草原 · 森林 · 湿地 · 群落类型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高中生物 · 学生版课堂</a:t>
            </a:r>
          </a:p>
          <a:p>
            <a:pPr algn="l"/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植物生命活动调节 / 生物与环境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5" y="61081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第2课时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认同生物与环境相适应的观念，理解群落类型的地带性。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4467" y="237744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0267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比较不同群落类型的物种组成与结构差异。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收集某地区群落类型资料，分析其环境决定因素。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4467" y="466344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4467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0267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0187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关注不同生态系统的保护价值。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 · 权威来源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地球表面因气候等差异形成不同群落类型：荒漠（干旱、少雨）、草原（半干旱、草本为主）、森林（湿润、乔木为主）、湿地等。类型由水分、温度等环境条件决定。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一句话：群落的主要类型，是本单元要落实的核心知识。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5176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荒漠、草原、森林、湿地等群落类型由水热组合决定；荒漠极旱、森林湿润且分层最丰富（Britannica ecology）。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湿地为水陆交错带，生物多样性高，具净化水质与蓄洪功能（“地球之肾”）。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58064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295747" cy="4572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荒漠：年降水少、变率大，物种少，植物耐旱（仙人掌储水）。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2148840"/>
            <a:ext cx="5295747" cy="457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草原：半干旱，草本为主，动物善奔跑（如狮、羚）。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5295747" cy="457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森林：湿润，乔木为主，分层明显，物种最丰富。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4434840"/>
            <a:ext cx="5295747" cy="4572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187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湿地：水陆交错，生物多样性高，具净化功能。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本节课的学习思路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51460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对比法（三类降水梯度）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把易混概念并排摆，找不同、辨清楚。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51460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案例法（典型物种）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从一个真实例子出发，举一反三。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51460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地图法（纬度/经度地带性）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动手画一画，让关系看得见、记得牢。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51460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在交流与追问中，归纳出一般规律。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类型与降水对应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原因：学生易忽略"水分"主导，误归温度，需列降水梯度。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适应特征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原因：耐旱/耐寒结构需实例支撑，易空泛，需具体。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湿地特殊性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原因：湿地非纯水生亦非陆生，界线模糊，需说明。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11535" cy="48920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997135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群落的主要类型荒漠:极旱少雨储水植物,稀疏草原:半干旱草本,善奔跑森林:湿润乔木,分层丰富湿地:水陆过渡净化,高多样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在一定区域内，降水最少、物种组成最稀疏的群落类型是____。2. 森林群落垂直结构最明显，其中____（填"热带雨林"或"寒带针叶林"）生物多样性最高。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【提高作业】为什么草原上的动物大多善于奔跑？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23818" cy="1371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第1课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群落的结构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194560"/>
            <a:ext cx="3423818" cy="1371600"/>
          </a:xfrm>
          <a:prstGeom prst="roundRect">
            <a:avLst/>
          </a:prstGeom>
          <a:solidFill>
            <a:srgbClr val="B23A2A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群落的主要类型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2194560"/>
            <a:ext cx="3423818" cy="1371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4956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第3课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956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群落的演替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11535" cy="1828800"/>
          </a:xfrm>
          <a:prstGeom prst="roundRect">
            <a:avLst/>
          </a:prstGeom>
          <a:solidFill>
            <a:srgbClr val="E7DFD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16052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160520"/>
            <a:ext cx="100885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单元主旨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从群落的结构到类型，再到演替——生物与环境共同写就动态的篇章。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