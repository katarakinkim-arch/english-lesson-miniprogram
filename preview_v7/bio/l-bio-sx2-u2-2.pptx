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选择性必修2 生物与环境 · 第2单元 群落及其演替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群落的主要类型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生命观念：认同生物与环境相适应的观念，理解群落类型的地带性。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科学思维：比较不同群落类型的物种组成与结构差异。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科学探究：收集某地区群落类型资料，分析其环境决定因素。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社会责任：关注不同生态系统的保护价值。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地球表面因气候等差异形成不同群落类型：荒漠（干旱、少雨）、草原（半干旱、草本为主）、森林（湿润、乔木为主）、湿地等。类型由水分、温度等环境条件决定。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荒漠：年降水少、变率大，物种少，植物耐旱（仙人掌储水）。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草原：半干旱，草本为主，动物善奔跑（如狮、羚）。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森林：湿润，乔木为主，分层明显，物种最丰富。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湿地：水陆交错，生物多样性高，具净化功能。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荒漠群落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草原群落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森林群落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湿地与其他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类型与降水对应。原因：学生易忽略"水分"主导，误归温度，需列降水梯度。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适应特征。原因：耐旱/耐寒结构需实例支撑，易空泛，需具体。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湿地特殊性。原因：湿地非纯水生亦非陆生，界线模糊，需说明。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群落的主要类型
┌──────────────────┐
│ 荒漠:极旱少雨 │
│ 储水植物,稀疏 │
│ 草原:半干旱 │
│ 草本,善奔跑 │
│ 森林:湿润 │
│ 乔木,分层丰富 │
│ 湿地:水陆过渡 │
│ 净化,高多样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在一定区域内，降水最少、物种组成最稀疏的群落类型是____。2. 森林群落垂直结构最明显，其中____（填"热带雨林"或"寒带针叶林"）生物多样性最高。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【提高作业】为什么草原上的动物大多善于奔跑？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本单元主题：群落及其演替。把今天学到的方法带进下一篇——自己读、自己想、自己写。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