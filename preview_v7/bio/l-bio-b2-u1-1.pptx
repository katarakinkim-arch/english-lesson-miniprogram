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必修2 遗传与进化 · 第1单元 遗传因子的发现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孟德尔豌豆杂交实验（一）与分离定律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生命观念：阐明孟德尔一对相对性状杂交实验，认同遗传因子控制性状。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科学思维：运用假说-演绎法解释F2性状分离比3:1。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科学探究：理解豌豆作为实验材料的优点（自花闭花授粉）。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社会责任：关注遗传学在育种、医学中的应用。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以孟德尔豌豆杂交实验为案例，介绍一对相对性状杂交：纯种高茎×矮茎→F1全高→F2高:矮≈3:1。提出遗传因子（基因）假说：体细胞因子成对、配子成单、受精随机，F2出现3:1。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相对性状：同种生物同一性状不同表现（如高茎/矮茎）。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杂交：纯高×纯矮→F1全高（高显）；F1自交→F2高:矮≈3:1。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假说：因子成对（Dd）、配子成单（D/d）、受精随机。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分离定律：减数分裂时等位基因分离进入不同配子。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杂交现象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提出假说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分离定律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显隐性判断。原因：F1表现即显性，需从杂交结果推，易错，需示范。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F2 3:1来源。原因：配子D:d=1:1、随机结合，需图解。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因子成对/配子成单。原因：抽象，需联系减数分裂。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分离定律 ──┐
│ 豌豆:自花闭花│
│ 天然纯种 │
│ 纯高×纯矮→ │
│ F1全高(显)│
│ F1自交→ │
│ F2高:矮3:1│
│ 假说:因子成对│
│ 配子成单 │
│ 受精随机 │
│ 实质:减Ⅰ等 │
│ 位基因分离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孟德尔选用____作为实验材料，因其自花闭花授粉而天然纯种。2. 纯种高茎与矮茎杂交，F2中高茎:矮茎=____。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【提高作业】用遗传因子假说解释F2出现3:1分离比。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本单元主题：遗传因子的发现。把今天学到的方法带进下一篇——自己读、自己想、自己写。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