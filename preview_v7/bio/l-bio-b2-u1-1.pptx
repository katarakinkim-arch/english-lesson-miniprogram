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46888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必修2 遗传与进化 · 高一 · 新课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孟德尔豌豆杂交实验（一）与分离定律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单元：遗传因子的发现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学生课堂版 · 权威调研核实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11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#孟德尔  #豌豆  #杂交  #性状  #分离定律  #必修2Ch1  #第一课时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82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5176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阐明孟德尔一对相对性状杂交实验，认同遗传因子控制性状。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5176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运用假说-演绎法解释F2性状分离比3:1。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5176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理解豌豆作为实验材料的优点（自花闭花授粉）。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5176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关注遗传学在育种、医学中的应用。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83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教材定位与背景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本单元主题：遗传因子的发现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以孟德尔豌豆杂交实验为案例，介绍一对相对性状杂交：纯种高茎×矮茎→F1全高→F2高:矮≈3:1。提出遗传因子（基因）假说：体细胞因子成对、配子成单、受精随机，F2出现3:1。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37360"/>
            <a:ext cx="5227167" cy="45720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87452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权威来源（联网核实）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23160"/>
            <a:ext cx="467852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每日科技名词《孟德尔遗传定律》（article.xuexi.cn）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华南师范大学《第二章 孟德尔定律》：豌豆闭花授粉，F2 性状分离 3:1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假说—演绎法：观察→假说→演绎推理→测交验证（shengwu.7139.com）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相对性状：同种生物同一性状不同表现（如高茎/矮茎）。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8003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杂交：纯高×纯矮→F1全高（高显）；F1自交→F2高:矮≈3:1。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假说：因子成对（Dd）、配子成单（D/d）、受精随机。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651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分离定律：减数分裂时等位基因分离进入不同配子。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85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假说-演绎法。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3803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8003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图解分析法(棋盘)。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3127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实例对比法。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423160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451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651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归纳法。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易卡之处与突破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显隐性判断。原因：F1表现即显性，需从杂交结果推，易错，需示范。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F2 3:1来源。原因：配子D:d=1:1、随机结合，需图解。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因子成对/配子成单。原因：抽象，需联系减数分裂。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87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11535" cy="46177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01168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课题：孟德尔豌豆杂交实验（一）与分离定律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97480"/>
            <a:ext cx="990569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① 相对性状：同种生物同一性状不同表现（如高茎/矮茎）。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② 杂交：纯高×纯矮→F1全高（高显）；F1自交→F2高:矮≈3:1。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③ 假说：因子成对（Dd）、配子成单（D/d）、受精随机。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④ 分离定律：减数分裂时等位基因分离进入不同配子。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88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孟德尔选用____作为实验材料，因其自花闭花授粉而天然纯种。2. 纯种高茎与矮茎杂交，F2中高茎:矮茎=____。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用遗传因子假说解释F2出现3:1分离比。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巩固提示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回看本课板书精华，用一句话概括核心过程，写在笔记本上。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89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遗传因子的发现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以孟德尔豌豆杂交实验为案例，介绍一对相对性状杂交：纯种高茎×矮茎→F1全高→F2高:矮≈3:1。提出遗传因子（基因）假说：体细胞因子成对、配子成单、受精随机，F2出现3:1。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本单元线索：遗传因子的发现，本课为其中一环，承上启下。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5740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本课要点回顾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① 相对性状：同种生物同一性状不同表现（如高茎/矮茎）。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② 杂交：纯高×纯矮→F1全高（高显）；F1自交→F2高:矮≈3:1。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③ 假说：因子成对（Dd）、配子成单（D/d）、受精随机。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④ 分离定律：减数分裂时等位基因分离进入不同配子。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