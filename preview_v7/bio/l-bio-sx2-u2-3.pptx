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选择性必修2 生物与环境 · 第2单元 群落及其演替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群落的演替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生命观念：理解群落是动态发展的，演替是定向的群落构建过程。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科学思维：比较初生与次生演替的过程与差异，归纳规律。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科学探究：观察校园荒地植被变化，记录演替迹象。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社会责任：运用演替原理指导退耕还林、湿地恢复。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群落演替是随时间推移一个群落被另一个群落代替的过程。初生演替发生于无植被裸地（如裸岩→地衣→苔藓→草本→灌木→森林）；次生演替发生于保留土壤和繁殖体的地方（如弃耕农田），速度更快。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演替：随时间一个群落被另一群落代替（优势种更替）。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初生演替：裸岩/沙丘起步，地衣→苔藓→草本→灌木→森林，极慢。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次生演替：保留土壤和繁殖体（弃耕田、火灾后），较快。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人类活动可加速、延缓或改变演替方向。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裸岩序列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初生演替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次生演替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人类影响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演替非"全换"。原因：学生误以为旧物种全灭，实为优势更替，需澄清。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初生阶段顺序。原因：裸岩先从地衣开始，顺序错则全错，需背记。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初生vs次生速度。原因：次生有土壤基础故快，易混，需对比起点。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群落的演替
┌──────────────────┐
│ 演替=优势种更替 │
│ 初生:裸岩起步 │
│ 地衣→苔藓→草 │
│ →灌木→森林 │
│ 极慢(无土壤) │
│ 次生:弃耕/火后 │
│ 有土壤,较快 │
│ 人:可改方向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发生在裸岩上的演替属于____演替，其最早出现的生物是____。2. 与初生演替相比，次生演替速度较____，原因是保留了____和繁殖体。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【提高作业】人类活动对群落演替一定是破坏性的吗？请举例说明。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本单元主题：群落及其演替。把今天学到的方法带进下一篇——自己读、自己想、自己写。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