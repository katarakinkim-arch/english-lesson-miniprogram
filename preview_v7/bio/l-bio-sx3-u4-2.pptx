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选择性必修3 生物技术与工程 · 第4单元 生物技术的安全性与伦理问题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关注生殖性克隆与人性克隆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生命观念：理解生命尊严与个体独特性。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科学思维：比较生殖性与治疗性克隆的目的差异。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科学探究：了解治疗性克隆获取干细胞的思路。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社会责任：形成遵守伦理法规的科技价值观。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生殖性克隆以产生完整个体为目的（如克隆人），国际社会普遍禁止；治疗性克隆以克隆胚胎提取干细胞用于医疗，被有条件允许。二者都涉及核移植，但目的与伦理边界不同。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生殖性克隆：以复制完整个体为目的（克隆人），国际社会禁止。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治疗性克隆：以克隆胚胎取干细胞治病为目的，受严格监管。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二者同用核移植，但前者发育为个体、后者仅取干细胞。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伦理：个体独特性、 dignity、家庭社会秩序。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生殖性克隆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治疗性克隆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两克隆对比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伦理边界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两类目的区别。原因：都用核移植易混，关键在"是否发育成个体"，需对比。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治疗性克隆边界。原因：涉及胚胎地位争议，需说明"仅取干细胞、不移植发育"。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禁止理由。原因：克隆人冲击身份伦理与社会秩序，需多角论证。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克隆与伦理
┌──────────────────┐
│ 生殖性克隆: │
│ 核移植→完整个体│
│ (国际禁止) │
│ 治疗性克隆: │
│ 核移植→取干细胞│
│ (监管允许) │
│ 同起点异终点 │
│ 技术可行≠伦理可│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以产生完整个体为目的的克隆称为____性克隆，国际社会普遍禁止。2. 以克隆胚胎获取____用于治疗疾病为目的的克隆称为治疗性克隆。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【提高作业】为什么国际社会普遍反对生殖性克隆（克隆人）？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本单元主题：生物技术的安全性与伦理问题。把今天学到的方法带进下一篇——自己读、自己想、自己写。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