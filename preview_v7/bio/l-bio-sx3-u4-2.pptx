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生物 · 选择性必修3 生物技术与工程 · 第4单元 生物技术的安全性与伦理问题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10637215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关注生殖性克隆与人性克隆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37215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生殖性克隆以产生完整个体为目的（如克隆人），国际社会普遍禁止；治疗性克隆以克隆胚胎提取干细…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6144768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81344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第2课时 · 新课 · 学生课堂版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473952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科目：生物　册次：选择性必修3 生物技术与工程　单元：生物技术的安全性与伦理问题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109728" cy="8686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94560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理解生命尊严与个体独特性。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18688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218688"/>
            <a:ext cx="109728" cy="8686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18688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比较生殖性与治疗性克隆的目的差异。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242816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4242816"/>
            <a:ext cx="109728" cy="868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242816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了解治疗性克隆获取干细胞的思路。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266944"/>
            <a:ext cx="10911535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266944"/>
            <a:ext cx="109728" cy="86868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66944"/>
            <a:ext cx="1045433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　</a:t>
            </a: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形成遵守伦理法规的科技价值观。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生殖性克隆以产生完整个体为目的（如克隆人），国际社会普遍禁止；治疗性克隆以克隆胚胎提取干细胞用于医疗，被有条件允许。二者都涉及核移植，但目的与伦理边界不同。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828800"/>
            <a:ext cx="5227167" cy="40233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0116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60320"/>
            <a:ext cx="4678527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来源：生殖性克隆以复制完整个体为目的，国际社会普遍禁止；2005 年联合国《关于人的克隆宣言》呼吁禁止违背人类尊严的克隆人（联合国新闻；Britannica）。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来源：治疗性克隆经体细胞核移植获取胚胎干细胞用于医疗，受严格监管（如英国 HFEA 许可，胚胎发育至 14 天前销毁）；二者同用核移植而目的不同（联合国大学报告；CCTV）。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98767" y="4343400"/>
            <a:ext cx="4678527" cy="1270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98767" y="4480560"/>
            <a:ext cx="46785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本课件未使用无关配图，画面以学科色块呈现。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生殖性克隆：以复制完整个体为目的（克隆人），国际社会禁止。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治疗性克隆：以克隆胚胎取干细胞治病为目的，受严格监管。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二者同用核移植，但前者发育为个体、后者仅取干细胞。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2971800"/>
            <a:ext cx="1904923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伦理：个体独特性、 dignity、家庭社会秩序。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对比法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两克隆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23995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3995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0923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案例法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90923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多莉/干细胞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43319" y="2359152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3319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讨论法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0247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伦理边界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657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62643" y="2359152"/>
            <a:ext cx="457200" cy="45720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2643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571" y="2359152"/>
            <a:ext cx="153916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571" y="3063240"/>
            <a:ext cx="15391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两类目的区别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破解：都用核移植易混，关键在"是否发育成个体"，需对比。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治疗性克隆边界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破解：涉及胚胎地位争议，需说明"仅取干细胞、不移植发育"。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禁止理由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破解：克隆人冲击身份伦理与社会秩序，需多角论证。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0574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生殖性克隆: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核移植→完整个体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(国际禁止)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治疗性克隆: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核移植→取干细胞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(监管允许)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同起点异终点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技术可行≠伦理可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以产生完整个体为目的的克隆称为____性克隆，国际社会普遍禁止。2. 以克隆胚胎获取____用于治疗疾病为目的的克隆称为治疗性克隆。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为什么国际社会普遍反对生殖性克隆（克隆人）？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单元回望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本单元「生物技术的安全性与伦理问题」：两克隆"同起点异终点"对比，伦理论证有层次。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两克隆"同起点异终点"对比，伦理论证有层次。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治疗性克隆胚胎地位争议可留作拓展讨论。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禁止生物武器。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