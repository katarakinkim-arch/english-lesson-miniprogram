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必修1 分子与细胞 · 第3单元 · 第10课时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生物膜系统与细胞的协调配合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单元：细胞的基本结构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生物膜系统=细胞膜+细胞器膜+核膜，结构上直接或间接相连，功能上协调配合。以分泌蛋白（如消化…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868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650992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生物膜系统 · 分泌蛋白 · 同位素标记 · 内质网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四向核心素养目标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阐明生物膜系统在结构与功能上的联系，认同系统协调观。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用同位素标记法证据推导分泌蛋白运输途径。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说出分泌蛋白合成、加工、运输、分泌的过程。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关注生物膜系统在医药（如胰岛素生产）中的应用。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课题背景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生物膜系统=细胞膜+细胞器膜+核膜，结构上直接或间接相连，功能上协调配合。以分泌蛋白（如消化酶、抗体）合成运输为例，说明核糖体→内质网→高尔基体→细胞膜的分工合作，用同位素标记法证明。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本课属细胞的基本结构，承接本单元前序知识，为后续内容打基础。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83080"/>
            <a:ext cx="5227167" cy="3931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514599"/>
            <a:ext cx="467852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人民教育出版社《生物学·必修1·分子与细胞》第3章第2节 生物膜系统与细胞的协调配合（人教2019版）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 学案：分泌蛋白合成运输途径与同位素标记法（zy.21cnjy.com/13471039）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配图说明：本课件未使用无关配图，采用学科色块呈现。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本课需要掌握的重点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6400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生物膜系统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细胞膜+细胞器膜+核膜，成分相似、结构相连。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6400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分泌蛋白途径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核糖体合成→内质网加工→高尔基体包装→细胞膜胞吐。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6400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同位素标记（3H亮氨酸）证明运输顺序。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同位素标记（3H亮氨酸）证明运输顺序。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6400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内质网膜减少、高尔基体先增后减、细胞膜增加。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本课采用的学习方法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动画演示法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运输途径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8003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同位素案例法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结合本课内容运用该方法。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图解面积变化法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结合本课内容运用该方法。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651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归纳法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系统观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容易卡住的地方与突破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膜面积变化。原因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突破：内质网膜形成囊泡减少、高尔基体动态平衡、细胞膜增加，需图解。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核糖体无膜却参与。原因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突破：产物经膜系统运输，需说明起点。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同位素法。原因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突破：抽象，需以3H亮氨酸追踪为例。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11535" cy="502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板块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105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231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生物膜系统与细胞的协调配合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16936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0837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生物膜系统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008376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生物膜系统：细胞膜+细胞器膜+核膜，成分相似、结构相连。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02152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93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分泌蛋白途径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59359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分泌蛋白途径：核糖体合成→内质网加工→高尔基体包装→细胞膜胞吐。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87368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78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17880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同位素标记（3H亮氨酸）证明运输顺序。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72584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640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膜面积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76402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膜面积：内质网膜减少、高尔基体先增后减、细胞膜增加。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提高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分泌蛋白加工后经____（方式）排出细胞。2. 生物膜系统不包括( )A.细胞膜 B.内质网膜 C.核糖体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分泌蛋白合成运输中，内质网膜、高尔基体膜、细胞膜面积分别如何变化？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探究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把本课要点讲给家人听，或找一处生活中的例子印证。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本课小结与单元定位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本课小结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生物膜系统：细胞膜+细胞器膜+核膜，成分相似、结构相连。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分泌蛋白途径：核糖体合成→内质网加工→高尔基体包装→细胞膜胞吐。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同位素标记（3H亮氨酸）证明运输顺序。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膜面积：内质网膜减少、高尔基体先增后减、细胞膜增加。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3657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单元坐标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14599"/>
            <a:ext cx="467852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教材：必修1 分子与细胞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单元：细胞的基本结构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衔接：下节课：细胞核——系统的控制中心。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3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口诀：分泌蛋白：核糖合成→内质加工→高尔包装→胞吐出膜；3H亮氨酸追踪证顺序。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