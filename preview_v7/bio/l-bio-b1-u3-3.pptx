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必修1 分子与细胞 · 第3单元 细胞的基本结构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生物膜系统与细胞的协调配合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第10课时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生命观念：阐明生物膜系统在结构与功能上的联系，认同系统协调观。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科学思维：用同位素标记法证据推导分泌蛋白运输途径。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科学探究：说出分泌蛋白合成、加工、运输、分泌的过程。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社会责任：关注生物膜系统在医药（如胰岛素生产）中的应用。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生物膜系统=细胞膜+细胞器膜+核膜，结构上直接或间接相连，功能上协调配合。以分泌蛋白（如消化酶、抗体）合成运输为例，说明核糖体→内质网→高尔基体→细胞膜的分工合作，用同位素标记法证明。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生物膜系统：细胞膜+细胞器膜+核膜，成分相似、结构相连。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分泌蛋白途径：核糖体合成→内质网加工→高尔基体包装→细胞膜胞吐。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同位素标记（3H亮氨酸）证明运输顺序。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膜面积：内质网膜减少、高尔基体先增后减、细胞膜增加。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分泌蛋白途径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同位素标记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膜面积变化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系统协调意义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膜面积变化。原因：内质网膜形成囊泡减少、高尔基体动态平衡、细胞膜增加，需图解。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核糖体无膜却参与。原因：产物经膜系统运输，需说明起点。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同位素法。原因：抽象，需以3H亮氨酸追踪为例。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生物膜系统 ──┐
│ =细胞器膜+细│
│ 胞膜+核膜 │
│ 分泌蛋白: │
│ 核糖体→内质│
│ 网→高尔基→│
│ 细胞膜(胞吐)│
│ 标记:3H亮氨酸│
│ 面积:内质减 │
│ 高尔基稳 │
│ 细胞膜增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分泌蛋白加工后经____（方式）排出细胞。2. 生物膜系统不包括( )A.细胞膜 B.内质网膜 C.核糖体。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【提高作业】分泌蛋白合成运输中，内质网膜、高尔基体膜、细胞膜面积分别如何变化？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本单元主题：细胞的基本结构。把今天学到的方法带进下一篇——自己读、自己想、自己写。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