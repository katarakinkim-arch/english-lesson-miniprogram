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必修1 分子与细胞 · 第2单元 组成细胞的分子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无机物——水和无机盐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生命观念：说明水在细胞中的存在形式与作用，认同无机物参与生命活动。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科学思维：分析自由水/结合水比例变化与细胞代谢、抗逆性的关系。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科学探究：举例说明无机盐的生理作用。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社会责任：关注缺碘、缺铁等无机盐缺乏引发的健康问题。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水在细胞中含量最多，分自由水（流动、溶剂）和结合水（结构组成）。无机盐多以离子状态存在，维持渗透压、酸碱平衡，参与组成（如Fe2+血红蛋白、I甲状腺激素）。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自由水：游离、流动，作溶剂、运输、反应物。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结合水：与蛋白质等结合，构成结构。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自由水/结合水比值高→代谢旺、抗逆弱。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无机盐：多离子态，维渗透压、酸碱、组成（Fe2+、I-、Ca2+）。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两种存在形式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比例与代谢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无机盐形式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离子功能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两水比例。原因：比值与代谢/抗逆负相关，易错，需图解。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无机盐形式。原因：多以离子存在非化合物，易错，需强调。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离子对应。原因：Fe/I/Ca功能各异，易混，需列表。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水和无机盐 ──┐
│ 自由水:流动溶│
│ 剂运输反应物│
│ 结合水:结构 │
│ 比值高→代谢旺│
│ 抗逆弱 │
│ 无机盐:大多 │
│ 离子态 │
│ Fe2+→血红蛋白│
│ I-→甲状腺激素│
│ Ca2+→骨/神经│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种子晒干失去的是____水。2. 缺铁会导致____，缺碘会导致____。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【提高作业】为什么自由水/结合水比值高时细胞代谢旺盛但抗逆性弱？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本单元主题：组成细胞的分子。把今天学到的方法带进下一篇——自己读、自己想、自己写。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