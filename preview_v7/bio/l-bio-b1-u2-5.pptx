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必修1 分子与细胞 · 第2单元 · 第7课时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无机物——水和无机盐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单元：组成细胞的分子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水在细胞中含量最多，分自由水（流动、溶剂）和结合水（结构组成）。无机盐多以离子状态存在，维持…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50992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自由水 · 结合水 · 无机盐 · 离子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说明水在细胞中的存在形式与作用，认同无机物参与生命活动。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分析自由水/结合水比例变化与细胞代谢、抗逆性的关系。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举例说明无机盐的生理作用。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关注缺碘、缺铁等无机盐缺乏引发的健康问题。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水在细胞中含量最多，分自由水（流动、溶剂）和结合水（结构组成）。无机盐多以离子状态存在，维持渗透压、酸碱平衡，参与组成（如Fe2+血红蛋白、I甲状腺激素）。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本课属组成细胞的分子，承接本单元前序知识，为后续内容打基础。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830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599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人民教育出版社《生物学·必修1·分子与细胞》第2章第2节 无机物——水和无机盐（人教2019版）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学案：自由水/结合水比例与无机盐离子功能（zy.21cnjy.com/13144125）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配图说明：本课件未使用无关配图，采用学科色块呈现。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本课需要掌握的重点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自由水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游离、流动，作溶剂、运输、反应物。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6400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结合水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与蛋白质等结合，构成结构。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6400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自由水/结合水比值高→代谢旺、抗逆弱。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自由水/结合水比值高→代谢旺、抗逆弱。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6400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无机盐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多离子态，维渗透压、酸碱、组成（Fe2+、I-、Ca2+）。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本课采用的学习方法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对比法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自由/结合水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实例法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抗逆性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列表法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归纳法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两水比例。原因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突破：比值与代谢/抗逆负相关，易错，需图解。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无机盐形式。原因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突破：多以离子存在非化合物，易错，需强调。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离子对应。原因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突破：Fe/I/Ca功能各异，易混，需列表。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无机物——水和无机盐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自由水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自由水：游离、流动，作溶剂、运输、反应物。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结合水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结合水：与蛋白质等结合，构成结构。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自由水/结合水比值高→代谢旺、抗逆弱。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无机盐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无机盐：多离子态，维渗透压、酸碱、组成（Fe2+、I-、Ca2+）。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种子晒干失去的是____水。2. 缺铁会导致____，缺碘会导致____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为什么自由水/结合水比值高时细胞代谢旺盛但抗逆性弱？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探究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把本课要点讲给家人听，或找一处生活中的例子印证。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本课小结与单元定位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本课小结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自由水：游离、流动，作溶剂、运输、反应物。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结合水：与蛋白质等结合，构成结构。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自由水/结合水比值高→代谢旺、抗逆弱。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无机盐：多离子态，维渗透压、酸碱、组成（Fe2+、I-、Ca2+）。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教材：必修1 分子与细胞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单元：组成细胞的分子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衔接：下节课：细胞膜的结构和功能——细胞边界如何既分隔又交流。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口诀：自由水流动代谢旺，结合水成构抗逆强；无机盐多离子态，Fe/I/Ca各担当。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