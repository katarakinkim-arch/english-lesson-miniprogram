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第5单元 植物生命活动的调节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生长素的生理作用特点与其他植物激素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生命观念：阐明生长素作用的两重性，认同浓度决定效应。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科学思维：分析顶端优势的原因与解除。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科学探究：比较生长素、赤霉素、细胞分裂素、脱落酸、乙烯的作用。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社会责任：关注植物激素在农业（除草剂、催熟、保鲜）中的应用。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长素作用具两重性：低浓度促生长、高浓度抑生长；顶端优势（顶芽优先、侧芽受抑）即体现。不同器官对生长素敏感度不同（根&gt;芽&gt;茎）。其他激素：赤霉素（促伸长）、细胞分裂素（促分裂）、脱落酸（促衰老脱落）、乙烯（促果实成熟），协同或拮抗共同调节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两重性：低浓度促进、高浓度抑制（甚至杀死）。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顶端优势：顶芽产生生长素向下运，侧芽处浓度过高受抑；去顶可解除。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敏感度：根&gt;芽&gt;茎。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其他激素：赤霉素(伸长)、细胞分裂素(分裂)、脱落酸(衰脱)、乙烯(催熟)。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浓度曲线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顶端优势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器官敏感度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五大激素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两重性。原因：同一激素因浓度不同而促或抑，易混，需图。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顶端优势。原因：侧芽受"顶芽下运的生长素"抑制，非顶芽抢营养，需点。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五激素。原因：功能各异易张冠李戴，需表。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生长素特点 ──┐
│ 两重性:低促│
│ 高抑 │
│ 最适浓度=顶│
│ 点 │
│ 顶端优势: │
│ 顶芽下运抑│
│ 侧芽(去顶解)│
│ 敏感度:根&gt;│
│ 芽&gt;茎 │
│ 五激素:赤伸│
│ 细裂落衰乙│
│ 熟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生长素的作用具有____性，即低浓度促进生长、高浓度抑制生长。2. 顶端优势形成的原因是顶芽产生的生长素向下运输，使____（填"顶芽"或"侧芽"）处生长素浓度过高而受到抑制。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【提高作业】农业生产中如何利用生长素的两重性去除杂草？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本单元主题：植物生命活动的调节。把今天学到的方法带进下一篇——自己读、自己想、自己写。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