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选择性必修1 稳态与调节 · 植物生命活动的调节 · 第14课时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生长素的生理作用特点与其他植物激素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生长素作用具两重性：低浓度促生长、高浓度抑生长；顶端优势（顶芽优先、侧芽受抑）即体现…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标签：两重性 · 顶端优势 · 赤霉素 · 乙烯 · 选必1Ch5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</a:t>
            </a:r>
          </a:p>
          <a:p>
            <a:pPr algn="l"/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植物生命活动调节 / 生物与环境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5" y="61081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第14课时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阐明生长素作用的两重性，认同浓度决定效应。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4467" y="237744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2441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0267" y="2404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108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分析顶端优势的原因与解除。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比较生长素、赤霉素、细胞分裂素、脱落酸、乙烯的作用。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4467" y="466344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4467" y="472744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4690872"/>
            <a:ext cx="41984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0187" y="5394960"/>
            <a:ext cx="47471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关注植物激素在农业（除草剂、催熟、保鲜）中的应用。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 · 权威来源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长素作用具两重性：低浓度促生长、高浓度抑生长；顶端优势（顶芽优先、侧芽受抑）即体现。不同器官对生长素敏感度不同（根&gt;芽&gt;茎）。其他激素：赤霉素（促伸长）、细胞分裂素（促分裂）、脱落酸（促衰老脱落）、乙烯（促果实成熟），协同或拮抗共同调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一句话：生长素的生理作用特点与其他植物激素，是本单元要落实的核心知识。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5176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五大类植物激素（auxin / cytokinin / gibberellin / ethylene / abscisic acid）及其协同拮抗关系（University of Minnesota Open Horticulture Textbook, open.lib.umn.edu）。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顶端优势由顶芽产生的生长素向下运输维持；去顶后侧芽解除抑制（Thimann &amp; Skoog, 1933；PMC4390985）。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58064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本课件未使用无关配图，采用学科色块兜底（生物·湘碧）。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95747" cy="4572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两重性：低浓度促进、高浓度抑制（甚至杀死）。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148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2148840"/>
            <a:ext cx="5295747" cy="4572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203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743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顶端优势：顶芽产生生长素向下运，侧芽处浓度过高受抑；去顶可解除。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95747" cy="457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敏感度：根&gt;芽&gt;茎。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4434840"/>
            <a:ext cx="529574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4434840"/>
            <a:ext cx="5295747" cy="4572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4489704"/>
            <a:ext cx="5295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187" y="5029200"/>
            <a:ext cx="474710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其他激素：赤霉素(伸长)、细胞分裂素(分裂)、脱落酸(衰脱)、乙烯(催熟)。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本节课的学习思路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51460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浓度-效应曲线法(两重性)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动手画一画，让关系看得见、记得牢。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51460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顶端优势图解法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动手画一画，让关系看得见、记得牢。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51460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五激素对比表法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把易混概念并排摆，找不同、辨清楚。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51460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566160"/>
            <a:ext cx="20878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农业实例法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709160"/>
            <a:ext cx="20512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从一个真实例子出发，举一反三。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两重性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原因：同一激素因浓度不同而促或抑，易混，需图。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顶端优势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原因：侧芽受"顶芽下运的生长素"抑制，非顶芽抢营养，需点。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五激素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原因：功能各异易张冠李戴，需表。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11535" cy="48920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997135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生长素特点两重性:低促高抑最适浓度=顶点顶端优势:顶芽下运抑侧芽(去顶解)敏感度:根&gt;芽&gt;茎五激素:赤伸细裂落衰乙熟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生长素的作用具有____性，即低浓度促进生长、高浓度抑制生长。2. 顶端优势形成的原因是顶芽产生的生长素向下运输，使____（填"顶芽"或"侧芽"）处生长素浓度过高而受到抑制。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657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【提高作业】农业生产中如何利用生长素的两重性去除杂草？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第1课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生长素的发现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194560"/>
            <a:ext cx="3423818" cy="1371600"/>
          </a:xfrm>
          <a:prstGeom prst="roundRect">
            <a:avLst/>
          </a:prstGeom>
          <a:solidFill>
            <a:srgbClr val="B23A2A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生长素特点与植物激素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2194560"/>
            <a:ext cx="3423818" cy="13716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4956" y="2377440"/>
            <a:ext cx="31494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第3课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956" y="2788920"/>
            <a:ext cx="31494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环境因素的调节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11535" cy="1828800"/>
          </a:xfrm>
          <a:prstGeom prst="roundRect">
            <a:avLst/>
          </a:prstGeom>
          <a:solidFill>
            <a:srgbClr val="E7DFD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16052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160520"/>
            <a:ext cx="100885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单元主旨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从生长素的发现，到植物激素网络，再到光与重力的调节——植物用激素与环境对话。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