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第2单元 神经调节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神经系统的分级调节与人脑高级功能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生命观念：阐明神经系统分级调节，认同脑对脊髓的调控。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科学思维：分析大脑皮层功能区定位与损伤症状的关系。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科学探究：说明言语区（运动性/视性）的功能。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社会责任：关注脑科学对学习记忆、神经退行性疾病（如阿尔茨海默）的意义。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神经系统分级：脊髓（低级中枢）受脑（脑干、小脑、大脑皮层）调控，体现分级调节。大脑皮层有躯体运动中枢（对侧支配）、言语区（S/V/H/W区）。学习、记忆、语言、情绪属高级功能。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分级：脊髓等低级中枢受脑（脑干、小脑、皮层）分级调控。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皮层：躯体运动中枢对侧支配；下肢代表区在顶部、头面在底部。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言语区：S区（运动性，损伤不能说）、H/V/W区（听/视/写）。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高级功能：学习、记忆、语言、情绪。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分级结构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皮层对侧支配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言语区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高级功能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分级关系。原因：低级中枢"受控于"高级而非并列，易反，需图。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言语区。原因：S(说)/H(听)/V(读)/W(写)损伤症状各异，易混，需表。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对侧支配。原因：皮层左半球管右半身，易错，需点。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分级与高级 ──┐
│ 分级:皮层(高)│
│ →脑干小脑→│
│ 脊髓(低) │
│ 低级受高级 │
│ 调控 │
│ 皮层:对侧支│
│ 配 │
│ 言语区:S说 │
│ H听 V读 W │
│ 写 │
│ 高级:学习记│
│ 忆语言情绪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在神经系统分级调节中，脊髓等低级中枢受____（填"高级"或"同级"）中枢的调控。2. 某人能听懂别人讲话也能阅读，但自己不能说话，最可能是大脑皮层的____区受损。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【提高作业】简述神经系统分级调节的含义。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本单元主题：神经调节。把今天学到的方法带进下一篇——自己读、自己想、自己写。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